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41FFC-CC75-493F-9B3C-1D9FBFF51EB9}" v="116" dt="2026-09-10T07:35:56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4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yong lee" userId="0e8205fbd6162578" providerId="LiveId" clId="{AE34F6A3-7111-4D1D-9D41-1048805A1372}"/>
    <pc:docChg chg="undo redo custSel addSld delSld modSld">
      <pc:chgData name="jeayong lee" userId="0e8205fbd6162578" providerId="LiveId" clId="{AE34F6A3-7111-4D1D-9D41-1048805A1372}" dt="2026-09-10T07:36:15.816" v="774" actId="1076"/>
      <pc:docMkLst>
        <pc:docMk/>
      </pc:docMkLst>
      <pc:sldChg chg="modSp mod">
        <pc:chgData name="jeayong lee" userId="0e8205fbd6162578" providerId="LiveId" clId="{AE34F6A3-7111-4D1D-9D41-1048805A1372}" dt="2026-09-10T06:41:23.981" v="354" actId="113"/>
        <pc:sldMkLst>
          <pc:docMk/>
          <pc:sldMk cId="0" sldId="258"/>
        </pc:sldMkLst>
        <pc:spChg chg="mod">
          <ac:chgData name="jeayong lee" userId="0e8205fbd6162578" providerId="LiveId" clId="{AE34F6A3-7111-4D1D-9D41-1048805A1372}" dt="2026-09-10T06:41:21.103" v="352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1:23.981" v="354" actId="113"/>
          <ac:spMkLst>
            <pc:docMk/>
            <pc:sldMk cId="0" sldId="258"/>
            <ac:spMk id="19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10T07:34:15.315" v="750" actId="20577"/>
        <pc:sldMkLst>
          <pc:docMk/>
          <pc:sldMk cId="0" sldId="263"/>
        </pc:sldMkLst>
        <pc:spChg chg="mod">
          <ac:chgData name="jeayong lee" userId="0e8205fbd6162578" providerId="LiveId" clId="{AE34F6A3-7111-4D1D-9D41-1048805A1372}" dt="2026-09-10T07:34:15.315" v="750" actId="20577"/>
          <ac:spMkLst>
            <pc:docMk/>
            <pc:sldMk cId="0" sldId="263"/>
            <ac:spMk id="19" creationId="{00000000-0000-0000-0000-000000000000}"/>
          </ac:spMkLst>
        </pc:spChg>
        <pc:spChg chg="add mod">
          <ac:chgData name="jeayong lee" userId="0e8205fbd6162578" providerId="LiveId" clId="{AE34F6A3-7111-4D1D-9D41-1048805A1372}" dt="2026-09-10T07:24:30.155" v="630" actId="20577"/>
          <ac:spMkLst>
            <pc:docMk/>
            <pc:sldMk cId="0" sldId="263"/>
            <ac:spMk id="32" creationId="{48318DAD-44C7-8E84-C978-920D5418318A}"/>
          </ac:spMkLst>
        </pc:spChg>
        <pc:graphicFrameChg chg="add del mod modGraphic">
          <ac:chgData name="jeayong lee" userId="0e8205fbd6162578" providerId="LiveId" clId="{AE34F6A3-7111-4D1D-9D41-1048805A1372}" dt="2026-09-10T07:23:52.879" v="604" actId="14100"/>
          <ac:graphicFrameMkLst>
            <pc:docMk/>
            <pc:sldMk cId="0" sldId="263"/>
            <ac:graphicFrameMk id="38" creationId="{878D04B7-3C42-FB00-C184-302EFB5B9EE6}"/>
          </ac:graphicFrameMkLst>
        </pc:graphicFrameChg>
      </pc:sldChg>
      <pc:sldChg chg="modSp mod">
        <pc:chgData name="jeayong lee" userId="0e8205fbd6162578" providerId="LiveId" clId="{AE34F6A3-7111-4D1D-9D41-1048805A1372}" dt="2026-09-10T06:31:00.822" v="349" actId="14100"/>
        <pc:sldMkLst>
          <pc:docMk/>
          <pc:sldMk cId="0" sldId="264"/>
        </pc:sldMkLst>
        <pc:spChg chg="mod">
          <ac:chgData name="jeayong lee" userId="0e8205fbd6162578" providerId="LiveId" clId="{AE34F6A3-7111-4D1D-9D41-1048805A1372}" dt="2026-09-10T06:31:00.822" v="349" actId="14100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10T06:30:48.564" v="346" actId="14100"/>
        <pc:sldMkLst>
          <pc:docMk/>
          <pc:sldMk cId="0" sldId="267"/>
        </pc:sldMkLst>
        <pc:spChg chg="mod">
          <ac:chgData name="jeayong lee" userId="0e8205fbd6162578" providerId="LiveId" clId="{AE34F6A3-7111-4D1D-9D41-1048805A1372}" dt="2026-09-10T06:15:13.581" v="238" actId="10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48.564" v="346" actId="14100"/>
          <ac:spMkLst>
            <pc:docMk/>
            <pc:sldMk cId="0" sldId="267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5:58:19.453" v="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10T05:58:34.507" v="3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10T05:59:56.145" v="76" actId="16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10T05:59:56.145" v="76" actId="164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4:27.372" v="137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03.448" v="78" actId="16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03.448" v="78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2:29.289" v="88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0.292" v="79" actId="16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0.292" v="79" actId="164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2:47.408" v="92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5.804" v="80" actId="164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5.804" v="80" actId="16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2:59.555" v="96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8.720" v="81" actId="16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00:18.720" v="81" actId="164"/>
          <ac:spMkLst>
            <pc:docMk/>
            <pc:sldMk cId="0" sldId="267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10T05:59:37.015" v="75" actId="1076"/>
          <ac:spMkLst>
            <pc:docMk/>
            <pc:sldMk cId="0" sldId="267"/>
            <ac:spMk id="27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28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0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1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3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4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5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6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7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03:44.636" v="123" actId="478"/>
          <ac:spMkLst>
            <pc:docMk/>
            <pc:sldMk cId="0" sldId="267"/>
            <ac:spMk id="3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41.889" v="344" actId="1076"/>
          <ac:spMkLst>
            <pc:docMk/>
            <pc:sldMk cId="0" sldId="267"/>
            <ac:spMk id="39" creationId="{00000000-0000-0000-0000-000000000000}"/>
          </ac:spMkLst>
        </pc:spChg>
        <pc:spChg chg="add mod">
          <ac:chgData name="jeayong lee" userId="0e8205fbd6162578" providerId="LiveId" clId="{AE34F6A3-7111-4D1D-9D41-1048805A1372}" dt="2026-09-10T06:03:21.995" v="102" actId="1076"/>
          <ac:spMkLst>
            <pc:docMk/>
            <pc:sldMk cId="0" sldId="267"/>
            <ac:spMk id="45" creationId="{D9392D7D-B15E-BA5D-B7C1-13150689DADF}"/>
          </ac:spMkLst>
        </pc:spChg>
        <pc:spChg chg="mod">
          <ac:chgData name="jeayong lee" userId="0e8205fbd6162578" providerId="LiveId" clId="{AE34F6A3-7111-4D1D-9D41-1048805A1372}" dt="2026-09-10T06:03:13.423" v="100"/>
          <ac:spMkLst>
            <pc:docMk/>
            <pc:sldMk cId="0" sldId="267"/>
            <ac:spMk id="47" creationId="{D8CF2725-77AD-8E8F-DC34-29915A8DA426}"/>
          </ac:spMkLst>
        </pc:spChg>
        <pc:spChg chg="mod">
          <ac:chgData name="jeayong lee" userId="0e8205fbd6162578" providerId="LiveId" clId="{AE34F6A3-7111-4D1D-9D41-1048805A1372}" dt="2026-09-10T06:03:32.354" v="122" actId="20577"/>
          <ac:spMkLst>
            <pc:docMk/>
            <pc:sldMk cId="0" sldId="267"/>
            <ac:spMk id="48" creationId="{E40EE0A4-42E4-EF71-36CC-53896746DE44}"/>
          </ac:spMkLst>
        </pc:spChg>
        <pc:spChg chg="mod">
          <ac:chgData name="jeayong lee" userId="0e8205fbd6162578" providerId="LiveId" clId="{AE34F6A3-7111-4D1D-9D41-1048805A1372}" dt="2026-09-10T06:03:45.987" v="124"/>
          <ac:spMkLst>
            <pc:docMk/>
            <pc:sldMk cId="0" sldId="267"/>
            <ac:spMk id="50" creationId="{072D2A46-3E10-3808-0DC1-16975FD9B92E}"/>
          </ac:spMkLst>
        </pc:spChg>
        <pc:spChg chg="mod">
          <ac:chgData name="jeayong lee" userId="0e8205fbd6162578" providerId="LiveId" clId="{AE34F6A3-7111-4D1D-9D41-1048805A1372}" dt="2026-09-10T06:05:17.314" v="151" actId="20577"/>
          <ac:spMkLst>
            <pc:docMk/>
            <pc:sldMk cId="0" sldId="267"/>
            <ac:spMk id="51" creationId="{5BC4435A-209A-0062-21B6-A0EB5C733A8E}"/>
          </ac:spMkLst>
        </pc:spChg>
        <pc:spChg chg="add mod">
          <ac:chgData name="jeayong lee" userId="0e8205fbd6162578" providerId="LiveId" clId="{AE34F6A3-7111-4D1D-9D41-1048805A1372}" dt="2026-09-10T06:04:27.372" v="137" actId="1076"/>
          <ac:spMkLst>
            <pc:docMk/>
            <pc:sldMk cId="0" sldId="267"/>
            <ac:spMk id="52" creationId="{14506C32-F045-38B5-5855-D7C7F906C19B}"/>
          </ac:spMkLst>
        </pc:spChg>
        <pc:spChg chg="mod">
          <ac:chgData name="jeayong lee" userId="0e8205fbd6162578" providerId="LiveId" clId="{AE34F6A3-7111-4D1D-9D41-1048805A1372}" dt="2026-09-10T06:04:51.919" v="141" actId="207"/>
          <ac:spMkLst>
            <pc:docMk/>
            <pc:sldMk cId="0" sldId="267"/>
            <ac:spMk id="54" creationId="{25DB9FA0-A070-00E7-B2DD-63944E94D932}"/>
          </ac:spMkLst>
        </pc:spChg>
        <pc:spChg chg="mod">
          <ac:chgData name="jeayong lee" userId="0e8205fbd6162578" providerId="LiveId" clId="{AE34F6A3-7111-4D1D-9D41-1048805A1372}" dt="2026-09-10T06:05:34.366" v="199" actId="20577"/>
          <ac:spMkLst>
            <pc:docMk/>
            <pc:sldMk cId="0" sldId="267"/>
            <ac:spMk id="55" creationId="{9C12BD34-E81D-8BB7-88CD-C9AE88B93151}"/>
          </ac:spMkLst>
        </pc:spChg>
        <pc:spChg chg="add mod">
          <ac:chgData name="jeayong lee" userId="0e8205fbd6162578" providerId="LiveId" clId="{AE34F6A3-7111-4D1D-9D41-1048805A1372}" dt="2026-09-10T06:04:27.372" v="137" actId="1076"/>
          <ac:spMkLst>
            <pc:docMk/>
            <pc:sldMk cId="0" sldId="267"/>
            <ac:spMk id="56" creationId="{6864A46E-2A94-C77C-F990-22FD0F746A26}"/>
          </ac:spMkLst>
        </pc:spChg>
        <pc:spChg chg="mod">
          <ac:chgData name="jeayong lee" userId="0e8205fbd6162578" providerId="LiveId" clId="{AE34F6A3-7111-4D1D-9D41-1048805A1372}" dt="2026-09-10T06:05:01.367" v="142" actId="207"/>
          <ac:spMkLst>
            <pc:docMk/>
            <pc:sldMk cId="0" sldId="267"/>
            <ac:spMk id="58" creationId="{BB32B6A5-AE0D-8C77-0C87-41DA224F0A08}"/>
          </ac:spMkLst>
        </pc:spChg>
        <pc:spChg chg="mod">
          <ac:chgData name="jeayong lee" userId="0e8205fbd6162578" providerId="LiveId" clId="{AE34F6A3-7111-4D1D-9D41-1048805A1372}" dt="2026-09-10T06:05:40.261" v="210" actId="20577"/>
          <ac:spMkLst>
            <pc:docMk/>
            <pc:sldMk cId="0" sldId="267"/>
            <ac:spMk id="59" creationId="{B5C1EB43-5BFF-2B55-6F27-CFFADB2C9BD7}"/>
          </ac:spMkLst>
        </pc:spChg>
        <pc:spChg chg="add del mod">
          <ac:chgData name="jeayong lee" userId="0e8205fbd6162578" providerId="LiveId" clId="{AE34F6A3-7111-4D1D-9D41-1048805A1372}" dt="2026-09-10T06:04:22.796" v="136" actId="478"/>
          <ac:spMkLst>
            <pc:docMk/>
            <pc:sldMk cId="0" sldId="267"/>
            <ac:spMk id="60" creationId="{493471ED-7ECE-09FC-F494-205CCCAD4848}"/>
          </ac:spMkLst>
        </pc:spChg>
        <pc:spChg chg="mod">
          <ac:chgData name="jeayong lee" userId="0e8205fbd6162578" providerId="LiveId" clId="{AE34F6A3-7111-4D1D-9D41-1048805A1372}" dt="2026-09-10T06:05:09.313" v="144" actId="208"/>
          <ac:spMkLst>
            <pc:docMk/>
            <pc:sldMk cId="0" sldId="267"/>
            <ac:spMk id="62" creationId="{44B6E72C-07BC-806F-FE2C-6287A6B1C94E}"/>
          </ac:spMkLst>
        </pc:spChg>
        <pc:spChg chg="mod">
          <ac:chgData name="jeayong lee" userId="0e8205fbd6162578" providerId="LiveId" clId="{AE34F6A3-7111-4D1D-9D41-1048805A1372}" dt="2026-09-10T06:05:43.322" v="220" actId="20577"/>
          <ac:spMkLst>
            <pc:docMk/>
            <pc:sldMk cId="0" sldId="267"/>
            <ac:spMk id="63" creationId="{9020539A-B69C-C4DD-3673-DB1C42731233}"/>
          </ac:spMkLst>
        </pc:spChg>
        <pc:grpChg chg="add mod">
          <ac:chgData name="jeayong lee" userId="0e8205fbd6162578" providerId="LiveId" clId="{AE34F6A3-7111-4D1D-9D41-1048805A1372}" dt="2026-09-10T05:59:58.813" v="77" actId="14100"/>
          <ac:grpSpMkLst>
            <pc:docMk/>
            <pc:sldMk cId="0" sldId="267"/>
            <ac:grpSpMk id="40" creationId="{F123FCCE-B5BA-44EB-F8DC-CA6726E2B622}"/>
          </ac:grpSpMkLst>
        </pc:grpChg>
        <pc:grpChg chg="add mod">
          <ac:chgData name="jeayong lee" userId="0e8205fbd6162578" providerId="LiveId" clId="{AE34F6A3-7111-4D1D-9D41-1048805A1372}" dt="2026-09-10T06:00:40.641" v="85" actId="1076"/>
          <ac:grpSpMkLst>
            <pc:docMk/>
            <pc:sldMk cId="0" sldId="267"/>
            <ac:grpSpMk id="41" creationId="{672B9C0F-4AB5-29D6-4E59-50C1A858D826}"/>
          </ac:grpSpMkLst>
        </pc:grpChg>
        <pc:grpChg chg="add mod">
          <ac:chgData name="jeayong lee" userId="0e8205fbd6162578" providerId="LiveId" clId="{AE34F6A3-7111-4D1D-9D41-1048805A1372}" dt="2026-09-10T06:02:44.421" v="91" actId="1076"/>
          <ac:grpSpMkLst>
            <pc:docMk/>
            <pc:sldMk cId="0" sldId="267"/>
            <ac:grpSpMk id="42" creationId="{6D88A047-96DF-B4CC-479C-BE2DD46F3630}"/>
          </ac:grpSpMkLst>
        </pc:grpChg>
        <pc:grpChg chg="add mod">
          <ac:chgData name="jeayong lee" userId="0e8205fbd6162578" providerId="LiveId" clId="{AE34F6A3-7111-4D1D-9D41-1048805A1372}" dt="2026-09-10T06:02:56.394" v="95" actId="1076"/>
          <ac:grpSpMkLst>
            <pc:docMk/>
            <pc:sldMk cId="0" sldId="267"/>
            <ac:grpSpMk id="43" creationId="{B3385779-96BF-35DC-1677-6EF9EFDB2084}"/>
          </ac:grpSpMkLst>
        </pc:grpChg>
        <pc:grpChg chg="add mod">
          <ac:chgData name="jeayong lee" userId="0e8205fbd6162578" providerId="LiveId" clId="{AE34F6A3-7111-4D1D-9D41-1048805A1372}" dt="2026-09-10T06:03:09.989" v="99" actId="1076"/>
          <ac:grpSpMkLst>
            <pc:docMk/>
            <pc:sldMk cId="0" sldId="267"/>
            <ac:grpSpMk id="44" creationId="{EC7619B9-9033-FDEF-9E6B-C4E9456892DF}"/>
          </ac:grpSpMkLst>
        </pc:grpChg>
        <pc:grpChg chg="add mod">
          <ac:chgData name="jeayong lee" userId="0e8205fbd6162578" providerId="LiveId" clId="{AE34F6A3-7111-4D1D-9D41-1048805A1372}" dt="2026-09-10T06:03:21.995" v="102" actId="1076"/>
          <ac:grpSpMkLst>
            <pc:docMk/>
            <pc:sldMk cId="0" sldId="267"/>
            <ac:grpSpMk id="46" creationId="{5CD7A563-CBDC-E82F-DD47-48CD6C39A0F3}"/>
          </ac:grpSpMkLst>
        </pc:grpChg>
        <pc:grpChg chg="add mod">
          <ac:chgData name="jeayong lee" userId="0e8205fbd6162578" providerId="LiveId" clId="{AE34F6A3-7111-4D1D-9D41-1048805A1372}" dt="2026-09-10T06:04:27.372" v="137" actId="1076"/>
          <ac:grpSpMkLst>
            <pc:docMk/>
            <pc:sldMk cId="0" sldId="267"/>
            <ac:grpSpMk id="49" creationId="{43D28121-36BA-3071-991C-66E383EDDAB3}"/>
          </ac:grpSpMkLst>
        </pc:grpChg>
        <pc:grpChg chg="add mod">
          <ac:chgData name="jeayong lee" userId="0e8205fbd6162578" providerId="LiveId" clId="{AE34F6A3-7111-4D1D-9D41-1048805A1372}" dt="2026-09-10T06:04:51.919" v="141" actId="207"/>
          <ac:grpSpMkLst>
            <pc:docMk/>
            <pc:sldMk cId="0" sldId="267"/>
            <ac:grpSpMk id="53" creationId="{A9E8CB3A-586D-38F4-EAAD-FA0286286BAE}"/>
          </ac:grpSpMkLst>
        </pc:grpChg>
        <pc:grpChg chg="add mod">
          <ac:chgData name="jeayong lee" userId="0e8205fbd6162578" providerId="LiveId" clId="{AE34F6A3-7111-4D1D-9D41-1048805A1372}" dt="2026-09-10T06:05:01.367" v="142" actId="207"/>
          <ac:grpSpMkLst>
            <pc:docMk/>
            <pc:sldMk cId="0" sldId="267"/>
            <ac:grpSpMk id="57" creationId="{77EE19AA-14E9-A395-C64A-45C3E2C112CD}"/>
          </ac:grpSpMkLst>
        </pc:grpChg>
        <pc:grpChg chg="add mod">
          <ac:chgData name="jeayong lee" userId="0e8205fbd6162578" providerId="LiveId" clId="{AE34F6A3-7111-4D1D-9D41-1048805A1372}" dt="2026-09-10T06:05:06.592" v="143" actId="207"/>
          <ac:grpSpMkLst>
            <pc:docMk/>
            <pc:sldMk cId="0" sldId="267"/>
            <ac:grpSpMk id="61" creationId="{0D951C70-B422-D615-B0DA-F93CC552E35A}"/>
          </ac:grpSpMkLst>
        </pc:grpChg>
      </pc:sldChg>
      <pc:sldChg chg="addSp delSp modSp mod">
        <pc:chgData name="jeayong lee" userId="0e8205fbd6162578" providerId="LiveId" clId="{AE34F6A3-7111-4D1D-9D41-1048805A1372}" dt="2026-09-10T07:27:40.656" v="707" actId="20577"/>
        <pc:sldMkLst>
          <pc:docMk/>
          <pc:sldMk cId="0" sldId="268"/>
        </pc:sldMkLst>
        <pc:spChg chg="mod">
          <ac:chgData name="jeayong lee" userId="0e8205fbd6162578" providerId="LiveId" clId="{AE34F6A3-7111-4D1D-9D41-1048805A1372}" dt="2026-09-10T06:30:38.373" v="342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28:03.973" v="3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24:53.552" v="257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22:17.559" v="24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29:31.853" v="322" actId="27636"/>
          <ac:spMkLst>
            <pc:docMk/>
            <pc:sldMk cId="0" sldId="268"/>
            <ac:spMk id="15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23.972" v="241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26.445" v="245" actId="478"/>
          <ac:spMkLst>
            <pc:docMk/>
            <pc:sldMk cId="0" sldId="268"/>
            <ac:spMk id="17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10T07:25:27.485" v="648" actId="478"/>
          <ac:spMkLst>
            <pc:docMk/>
            <pc:sldMk cId="0" sldId="268"/>
            <ac:spMk id="17" creationId="{6CEEFB73-49BD-831B-B9AC-64EC17E82812}"/>
          </ac:spMkLst>
        </pc:spChg>
        <pc:spChg chg="del">
          <ac:chgData name="jeayong lee" userId="0e8205fbd6162578" providerId="LiveId" clId="{AE34F6A3-7111-4D1D-9D41-1048805A1372}" dt="2026-09-10T06:24:25.923" v="244" actId="478"/>
          <ac:spMkLst>
            <pc:docMk/>
            <pc:sldMk cId="0" sldId="268"/>
            <ac:spMk id="18" creationId="{00000000-0000-0000-0000-000000000000}"/>
          </ac:spMkLst>
        </pc:spChg>
        <pc:spChg chg="del mod">
          <ac:chgData name="jeayong lee" userId="0e8205fbd6162578" providerId="LiveId" clId="{AE34F6A3-7111-4D1D-9D41-1048805A1372}" dt="2026-09-10T06:24:25.313" v="243" actId="478"/>
          <ac:spMkLst>
            <pc:docMk/>
            <pc:sldMk cId="0" sldId="268"/>
            <ac:spMk id="19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10T07:25:27.485" v="648" actId="478"/>
          <ac:spMkLst>
            <pc:docMk/>
            <pc:sldMk cId="0" sldId="268"/>
            <ac:spMk id="19" creationId="{7E64AF39-0091-2A83-F512-E623F08E5937}"/>
          </ac:spMkLst>
        </pc:spChg>
        <pc:spChg chg="del">
          <ac:chgData name="jeayong lee" userId="0e8205fbd6162578" providerId="LiveId" clId="{AE34F6A3-7111-4D1D-9D41-1048805A1372}" dt="2026-09-10T06:24:29.833" v="249" actId="478"/>
          <ac:spMkLst>
            <pc:docMk/>
            <pc:sldMk cId="0" sldId="268"/>
            <ac:spMk id="20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27.383" v="248" actId="478"/>
          <ac:spMkLst>
            <pc:docMk/>
            <pc:sldMk cId="0" sldId="268"/>
            <ac:spMk id="21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10T07:25:27.485" v="648" actId="478"/>
          <ac:spMkLst>
            <pc:docMk/>
            <pc:sldMk cId="0" sldId="268"/>
            <ac:spMk id="21" creationId="{2E91333A-DC41-5177-A1A4-70A3767366C2}"/>
          </ac:spMkLst>
        </pc:spChg>
        <pc:spChg chg="del">
          <ac:chgData name="jeayong lee" userId="0e8205fbd6162578" providerId="LiveId" clId="{AE34F6A3-7111-4D1D-9D41-1048805A1372}" dt="2026-09-10T06:24:29.833" v="249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29.833" v="249" actId="478"/>
          <ac:spMkLst>
            <pc:docMk/>
            <pc:sldMk cId="0" sldId="268"/>
            <ac:spMk id="23" creationId="{00000000-0000-0000-0000-000000000000}"/>
          </ac:spMkLst>
        </pc:spChg>
        <pc:spChg chg="del mod">
          <ac:chgData name="jeayong lee" userId="0e8205fbd6162578" providerId="LiveId" clId="{AE34F6A3-7111-4D1D-9D41-1048805A1372}" dt="2026-09-10T06:24:26.878" v="247" actId="478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jeayong lee" userId="0e8205fbd6162578" providerId="LiveId" clId="{AE34F6A3-7111-4D1D-9D41-1048805A1372}" dt="2026-09-10T07:26:41.146" v="694" actId="478"/>
          <ac:spMkLst>
            <pc:docMk/>
            <pc:sldMk cId="0" sldId="268"/>
            <ac:spMk id="24" creationId="{4B602FC7-0E52-FBD6-BB97-FBBA05EBA465}"/>
          </ac:spMkLst>
        </pc:spChg>
        <pc:spChg chg="del">
          <ac:chgData name="jeayong lee" userId="0e8205fbd6162578" providerId="LiveId" clId="{AE34F6A3-7111-4D1D-9D41-1048805A1372}" dt="2026-09-10T06:24:29.833" v="249" actId="478"/>
          <ac:spMkLst>
            <pc:docMk/>
            <pc:sldMk cId="0" sldId="268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5:46.495" v="650"/>
          <ac:spMkLst>
            <pc:docMk/>
            <pc:sldMk cId="0" sldId="268"/>
            <ac:spMk id="25" creationId="{A3C75CB9-E9F7-806D-53A4-567B06524865}"/>
          </ac:spMkLst>
        </pc:spChg>
        <pc:spChg chg="del">
          <ac:chgData name="jeayong lee" userId="0e8205fbd6162578" providerId="LiveId" clId="{AE34F6A3-7111-4D1D-9D41-1048805A1372}" dt="2026-09-10T06:24:29.833" v="249" actId="478"/>
          <ac:spMkLst>
            <pc:docMk/>
            <pc:sldMk cId="0" sldId="268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6:25.065" v="685" actId="27636"/>
          <ac:spMkLst>
            <pc:docMk/>
            <pc:sldMk cId="0" sldId="268"/>
            <ac:spMk id="26" creationId="{C9BE8E57-C270-3392-1304-1FAE8842853B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30:27.498" v="339" actId="1076"/>
          <ac:spMkLst>
            <pc:docMk/>
            <pc:sldMk cId="0" sldId="268"/>
            <ac:spMk id="30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51.027" v="255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51.027" v="255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51.027" v="255" actId="478"/>
          <ac:spMkLst>
            <pc:docMk/>
            <pc:sldMk cId="0" sldId="268"/>
            <ac:spMk id="33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4:51.027" v="255" actId="478"/>
          <ac:spMkLst>
            <pc:docMk/>
            <pc:sldMk cId="0" sldId="268"/>
            <ac:spMk id="34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7:40.656" v="707" actId="20577"/>
          <ac:spMkLst>
            <pc:docMk/>
            <pc:sldMk cId="0" sldId="268"/>
            <ac:spMk id="34" creationId="{A8DCC672-E9B0-2A11-25E7-913C9651BA07}"/>
          </ac:spMkLst>
        </pc:spChg>
        <pc:spChg chg="del">
          <ac:chgData name="jeayong lee" userId="0e8205fbd6162578" providerId="LiveId" clId="{AE34F6A3-7111-4D1D-9D41-1048805A1372}" dt="2026-09-10T06:24:45.184" v="252" actId="478"/>
          <ac:spMkLst>
            <pc:docMk/>
            <pc:sldMk cId="0" sldId="268"/>
            <ac:spMk id="35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7:02.445" v="699"/>
          <ac:spMkLst>
            <pc:docMk/>
            <pc:sldMk cId="0" sldId="268"/>
            <ac:spMk id="35" creationId="{4AEA90C7-42DA-E474-6AAC-10D42842961A}"/>
          </ac:spMkLst>
        </pc:spChg>
        <pc:spChg chg="del">
          <ac:chgData name="jeayong lee" userId="0e8205fbd6162578" providerId="LiveId" clId="{AE34F6A3-7111-4D1D-9D41-1048805A1372}" dt="2026-09-10T06:24:45.184" v="252" actId="478"/>
          <ac:spMkLst>
            <pc:docMk/>
            <pc:sldMk cId="0" sldId="268"/>
            <ac:spMk id="36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7:02.445" v="699"/>
          <ac:spMkLst>
            <pc:docMk/>
            <pc:sldMk cId="0" sldId="268"/>
            <ac:spMk id="36" creationId="{18994DF9-5B23-F06D-BE5D-67E4595F1009}"/>
          </ac:spMkLst>
        </pc:spChg>
        <pc:spChg chg="del">
          <ac:chgData name="jeayong lee" userId="0e8205fbd6162578" providerId="LiveId" clId="{AE34F6A3-7111-4D1D-9D41-1048805A1372}" dt="2026-09-10T06:24:45.184" v="252" actId="478"/>
          <ac:spMkLst>
            <pc:docMk/>
            <pc:sldMk cId="0" sldId="268"/>
            <ac:spMk id="37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7:23.405" v="702"/>
          <ac:spMkLst>
            <pc:docMk/>
            <pc:sldMk cId="0" sldId="268"/>
            <ac:spMk id="37" creationId="{E4084BC1-0894-EF15-2F2F-E191DD9F2AAA}"/>
          </ac:spMkLst>
        </pc:spChg>
        <pc:spChg chg="del">
          <ac:chgData name="jeayong lee" userId="0e8205fbd6162578" providerId="LiveId" clId="{AE34F6A3-7111-4D1D-9D41-1048805A1372}" dt="2026-09-10T06:24:45.184" v="252" actId="478"/>
          <ac:spMkLst>
            <pc:docMk/>
            <pc:sldMk cId="0" sldId="268"/>
            <ac:spMk id="38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26:39.363" v="291" actId="478"/>
          <ac:spMkLst>
            <pc:docMk/>
            <pc:sldMk cId="0" sldId="268"/>
            <ac:spMk id="39" creationId="{00000000-0000-0000-0000-000000000000}"/>
          </ac:spMkLst>
        </pc:spChg>
        <pc:spChg chg="add mod">
          <ac:chgData name="jeayong lee" userId="0e8205fbd6162578" providerId="LiveId" clId="{AE34F6A3-7111-4D1D-9D41-1048805A1372}" dt="2026-09-10T07:26:08.531" v="658" actId="14100"/>
          <ac:spMkLst>
            <pc:docMk/>
            <pc:sldMk cId="0" sldId="268"/>
            <ac:spMk id="41" creationId="{D771ADCC-6E95-084D-6BD3-E6C7FB81DA23}"/>
          </ac:spMkLst>
        </pc:spChg>
        <pc:spChg chg="add mod">
          <ac:chgData name="jeayong lee" userId="0e8205fbd6162578" providerId="LiveId" clId="{AE34F6A3-7111-4D1D-9D41-1048805A1372}" dt="2026-09-10T07:25:44.635" v="649" actId="164"/>
          <ac:spMkLst>
            <pc:docMk/>
            <pc:sldMk cId="0" sldId="268"/>
            <ac:spMk id="43" creationId="{A62708ED-B2D6-5C4F-1949-548F271402FE}"/>
          </ac:spMkLst>
        </pc:spChg>
        <pc:spChg chg="add mod">
          <ac:chgData name="jeayong lee" userId="0e8205fbd6162578" providerId="LiveId" clId="{AE34F6A3-7111-4D1D-9D41-1048805A1372}" dt="2026-09-10T07:27:00.465" v="698" actId="27636"/>
          <ac:spMkLst>
            <pc:docMk/>
            <pc:sldMk cId="0" sldId="268"/>
            <ac:spMk id="45" creationId="{E2562B4D-C1C6-4849-A3B8-13E38B91C33A}"/>
          </ac:spMkLst>
        </pc:spChg>
        <pc:spChg chg="add mod">
          <ac:chgData name="jeayong lee" userId="0e8205fbd6162578" providerId="LiveId" clId="{AE34F6A3-7111-4D1D-9D41-1048805A1372}" dt="2026-09-10T07:27:00.445" v="697" actId="164"/>
          <ac:spMkLst>
            <pc:docMk/>
            <pc:sldMk cId="0" sldId="268"/>
            <ac:spMk id="47" creationId="{47D0CC2C-6603-E0F0-2539-8531BC4E80DF}"/>
          </ac:spMkLst>
        </pc:spChg>
        <pc:spChg chg="add del mod">
          <ac:chgData name="jeayong lee" userId="0e8205fbd6162578" providerId="LiveId" clId="{AE34F6A3-7111-4D1D-9D41-1048805A1372}" dt="2026-09-10T06:26:09.633" v="280"/>
          <ac:spMkLst>
            <pc:docMk/>
            <pc:sldMk cId="0" sldId="268"/>
            <ac:spMk id="48" creationId="{87C5786B-D574-F32A-7C9E-6CFBED6A942C}"/>
          </ac:spMkLst>
        </pc:spChg>
        <pc:grpChg chg="add mod">
          <ac:chgData name="jeayong lee" userId="0e8205fbd6162578" providerId="LiveId" clId="{AE34F6A3-7111-4D1D-9D41-1048805A1372}" dt="2026-09-10T07:27:00.445" v="697" actId="164"/>
          <ac:grpSpMkLst>
            <pc:docMk/>
            <pc:sldMk cId="0" sldId="268"/>
            <ac:grpSpMk id="22" creationId="{D5D8DB0B-88AE-5F83-0E81-3761191E5F33}"/>
          </ac:grpSpMkLst>
        </pc:grpChg>
        <pc:grpChg chg="add del mod">
          <ac:chgData name="jeayong lee" userId="0e8205fbd6162578" providerId="LiveId" clId="{AE34F6A3-7111-4D1D-9D41-1048805A1372}" dt="2026-09-10T07:26:43.222" v="695" actId="478"/>
          <ac:grpSpMkLst>
            <pc:docMk/>
            <pc:sldMk cId="0" sldId="268"/>
            <ac:grpSpMk id="23" creationId="{F8B0406D-A75F-BE3C-E9E1-C5ED12B3D431}"/>
          </ac:grpSpMkLst>
        </pc:grpChg>
        <pc:grpChg chg="add mod">
          <ac:chgData name="jeayong lee" userId="0e8205fbd6162578" providerId="LiveId" clId="{AE34F6A3-7111-4D1D-9D41-1048805A1372}" dt="2026-09-10T07:27:00.445" v="697" actId="164"/>
          <ac:grpSpMkLst>
            <pc:docMk/>
            <pc:sldMk cId="0" sldId="268"/>
            <ac:grpSpMk id="31" creationId="{91A0E5F2-5C1A-8003-6EE4-0D5CD34E1D02}"/>
          </ac:grpSpMkLst>
        </pc:grpChg>
        <pc:grpChg chg="add mod">
          <ac:chgData name="jeayong lee" userId="0e8205fbd6162578" providerId="LiveId" clId="{AE34F6A3-7111-4D1D-9D41-1048805A1372}" dt="2026-09-10T07:27:15.865" v="700" actId="1076"/>
          <ac:grpSpMkLst>
            <pc:docMk/>
            <pc:sldMk cId="0" sldId="268"/>
            <ac:grpSpMk id="32" creationId="{0CDF9658-497E-B664-9283-F3F8513302F1}"/>
          </ac:grpSpMkLst>
        </pc:grpChg>
        <pc:grpChg chg="mod">
          <ac:chgData name="jeayong lee" userId="0e8205fbd6162578" providerId="LiveId" clId="{AE34F6A3-7111-4D1D-9D41-1048805A1372}" dt="2026-09-10T07:27:02.445" v="699"/>
          <ac:grpSpMkLst>
            <pc:docMk/>
            <pc:sldMk cId="0" sldId="268"/>
            <ac:grpSpMk id="33" creationId="{16EFED4F-6AD9-9AEF-7A1A-E637BF542102}"/>
          </ac:grpSpMkLst>
        </pc:grpChg>
      </pc:sldChg>
      <pc:sldChg chg="addSp delSp modSp mod">
        <pc:chgData name="jeayong lee" userId="0e8205fbd6162578" providerId="LiveId" clId="{AE34F6A3-7111-4D1D-9D41-1048805A1372}" dt="2026-09-10T07:34:55.293" v="759" actId="20577"/>
        <pc:sldMkLst>
          <pc:docMk/>
          <pc:sldMk cId="0" sldId="269"/>
        </pc:sldMkLst>
        <pc:spChg chg="mod">
          <ac:chgData name="jeayong lee" userId="0e8205fbd6162578" providerId="LiveId" clId="{AE34F6A3-7111-4D1D-9D41-1048805A1372}" dt="2026-09-10T06:51:18.573" v="431" actId="14100"/>
          <ac:spMkLst>
            <pc:docMk/>
            <pc:sldMk cId="0" sldId="269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28:07.537" v="709"/>
          <ac:spMkLst>
            <pc:docMk/>
            <pc:sldMk cId="0" sldId="269"/>
            <ac:spMk id="9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2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25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39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49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57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8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99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10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46:54.753" v="355" actId="478"/>
          <ac:spMkLst>
            <pc:docMk/>
            <pc:sldMk cId="0" sldId="269"/>
            <ac:spMk id="121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7:03.803" v="358" actId="1076"/>
          <ac:spMkLst>
            <pc:docMk/>
            <pc:sldMk cId="0" sldId="269"/>
            <ac:spMk id="12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7:35.243" v="363"/>
          <ac:spMkLst>
            <pc:docMk/>
            <pc:sldMk cId="0" sldId="269"/>
            <ac:spMk id="129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1:03.532" v="420" actId="20577"/>
          <ac:spMkLst>
            <pc:docMk/>
            <pc:sldMk cId="0" sldId="269"/>
            <ac:spMk id="130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7:03.803" v="358" actId="1076"/>
          <ac:spMkLst>
            <pc:docMk/>
            <pc:sldMk cId="0" sldId="269"/>
            <ac:spMk id="132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8:04.586" v="377"/>
          <ac:spMkLst>
            <pc:docMk/>
            <pc:sldMk cId="0" sldId="269"/>
            <ac:spMk id="133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34:55.293" v="759" actId="20577"/>
          <ac:spMkLst>
            <pc:docMk/>
            <pc:sldMk cId="0" sldId="269"/>
            <ac:spMk id="134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7:03.803" v="358" actId="1076"/>
          <ac:spMkLst>
            <pc:docMk/>
            <pc:sldMk cId="0" sldId="269"/>
            <ac:spMk id="135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47:03.803" v="358" actId="1076"/>
          <ac:spMkLst>
            <pc:docMk/>
            <pc:sldMk cId="0" sldId="269"/>
            <ac:spMk id="136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0:04.373" v="391"/>
          <ac:spMkLst>
            <pc:docMk/>
            <pc:sldMk cId="0" sldId="269"/>
            <ac:spMk id="137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0:28.104" v="406" actId="12"/>
          <ac:spMkLst>
            <pc:docMk/>
            <pc:sldMk cId="0" sldId="269"/>
            <ac:spMk id="13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1:12.253" v="429" actId="27636"/>
          <ac:spMkLst>
            <pc:docMk/>
            <pc:sldMk cId="0" sldId="269"/>
            <ac:spMk id="139" creationId="{00000000-0000-0000-0000-000000000000}"/>
          </ac:spMkLst>
        </pc:spChg>
        <pc:spChg chg="add del">
          <ac:chgData name="jeayong lee" userId="0e8205fbd6162578" providerId="LiveId" clId="{AE34F6A3-7111-4D1D-9D41-1048805A1372}" dt="2026-09-10T06:50:01.003" v="389" actId="22"/>
          <ac:spMkLst>
            <pc:docMk/>
            <pc:sldMk cId="0" sldId="269"/>
            <ac:spMk id="143" creationId="{81AACEB1-9137-8F6C-7121-79518850C4C8}"/>
          </ac:spMkLst>
        </pc:spChg>
        <pc:picChg chg="add mod">
          <ac:chgData name="jeayong lee" userId="0e8205fbd6162578" providerId="LiveId" clId="{AE34F6A3-7111-4D1D-9D41-1048805A1372}" dt="2026-09-10T06:47:10.973" v="361" actId="14100"/>
          <ac:picMkLst>
            <pc:docMk/>
            <pc:sldMk cId="0" sldId="269"/>
            <ac:picMk id="141" creationId="{F9D1BAD2-F6B7-E8C5-800A-7898E2893601}"/>
          </ac:picMkLst>
        </pc:picChg>
      </pc:sldChg>
      <pc:sldChg chg="addSp delSp modSp mod">
        <pc:chgData name="jeayong lee" userId="0e8205fbd6162578" providerId="LiveId" clId="{AE34F6A3-7111-4D1D-9D41-1048805A1372}" dt="2026-09-10T06:59:44.356" v="524"/>
        <pc:sldMkLst>
          <pc:docMk/>
          <pc:sldMk cId="0" sldId="271"/>
        </pc:sldMkLst>
        <pc:spChg chg="mod">
          <ac:chgData name="jeayong lee" userId="0e8205fbd6162578" providerId="LiveId" clId="{AE34F6A3-7111-4D1D-9D41-1048805A1372}" dt="2026-09-10T06:54:33.683" v="451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48.583" v="512" actId="403"/>
          <ac:spMkLst>
            <pc:docMk/>
            <pc:sldMk cId="0" sldId="271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56.157" v="516" actId="403"/>
          <ac:spMkLst>
            <pc:docMk/>
            <pc:sldMk cId="0" sldId="271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48.583" v="512" actId="403"/>
          <ac:spMkLst>
            <pc:docMk/>
            <pc:sldMk cId="0" sldId="271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48.583" v="512" actId="403"/>
          <ac:spMkLst>
            <pc:docMk/>
            <pc:sldMk cId="0" sldId="271"/>
            <ac:spMk id="11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7.643" v="435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19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2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3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4" creationId="{00000000-0000-0000-0000-000000000000}"/>
          </ac:spMkLst>
        </pc:spChg>
        <pc:spChg chg="del">
          <ac:chgData name="jeayong lee" userId="0e8205fbd6162578" providerId="LiveId" clId="{AE34F6A3-7111-4D1D-9D41-1048805A1372}" dt="2026-09-10T06:53:10.493" v="434" actId="478"/>
          <ac:spMkLst>
            <pc:docMk/>
            <pc:sldMk cId="0" sldId="271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7:33.013" v="501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7:35.543" v="502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7:37.223" v="503" actId="403"/>
          <ac:spMkLst>
            <pc:docMk/>
            <pc:sldMk cId="0" sldId="271"/>
            <ac:spMk id="29" creationId="{00000000-0000-0000-0000-000000000000}"/>
          </ac:spMkLst>
        </pc:spChg>
        <pc:spChg chg="mod topLvl">
          <ac:chgData name="jeayong lee" userId="0e8205fbd6162578" providerId="LiveId" clId="{AE34F6A3-7111-4D1D-9D41-1048805A1372}" dt="2026-09-10T06:57:18.817" v="497" actId="165"/>
          <ac:spMkLst>
            <pc:docMk/>
            <pc:sldMk cId="0" sldId="271"/>
            <ac:spMk id="30" creationId="{00000000-0000-0000-0000-000000000000}"/>
          </ac:spMkLst>
        </pc:spChg>
        <pc:spChg chg="mod topLvl">
          <ac:chgData name="jeayong lee" userId="0e8205fbd6162578" providerId="LiveId" clId="{AE34F6A3-7111-4D1D-9D41-1048805A1372}" dt="2026-09-10T06:57:30.223" v="499" actId="1076"/>
          <ac:spMkLst>
            <pc:docMk/>
            <pc:sldMk cId="0" sldId="271"/>
            <ac:spMk id="31" creationId="{00000000-0000-0000-0000-000000000000}"/>
          </ac:spMkLst>
        </pc:spChg>
        <pc:spChg chg="mod topLvl">
          <ac:chgData name="jeayong lee" userId="0e8205fbd6162578" providerId="LiveId" clId="{AE34F6A3-7111-4D1D-9D41-1048805A1372}" dt="2026-09-10T06:57:24.413" v="498" actId="1076"/>
          <ac:spMkLst>
            <pc:docMk/>
            <pc:sldMk cId="0" sldId="271"/>
            <ac:spMk id="32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9:44.356" v="524"/>
          <ac:spMkLst>
            <pc:docMk/>
            <pc:sldMk cId="0" sldId="271"/>
            <ac:spMk id="33" creationId="{00000000-0000-0000-0000-000000000000}"/>
          </ac:spMkLst>
        </pc:spChg>
        <pc:grpChg chg="add mod">
          <ac:chgData name="jeayong lee" userId="0e8205fbd6162578" providerId="LiveId" clId="{AE34F6A3-7111-4D1D-9D41-1048805A1372}" dt="2026-09-10T06:55:22.622" v="464" actId="14100"/>
          <ac:grpSpMkLst>
            <pc:docMk/>
            <pc:sldMk cId="0" sldId="271"/>
            <ac:grpSpMk id="35" creationId="{DB382E51-BE9A-29B0-D9EA-B8B767762460}"/>
          </ac:grpSpMkLst>
        </pc:grpChg>
        <pc:grpChg chg="add del mod">
          <ac:chgData name="jeayong lee" userId="0e8205fbd6162578" providerId="LiveId" clId="{AE34F6A3-7111-4D1D-9D41-1048805A1372}" dt="2026-09-10T06:57:18.817" v="497" actId="165"/>
          <ac:grpSpMkLst>
            <pc:docMk/>
            <pc:sldMk cId="0" sldId="271"/>
            <ac:grpSpMk id="36" creationId="{61B7FF41-388A-B8BE-E605-636D84D93026}"/>
          </ac:grpSpMkLst>
        </pc:grpChg>
        <pc:graphicFrameChg chg="add mod modGraphic">
          <ac:chgData name="jeayong lee" userId="0e8205fbd6162578" providerId="LiveId" clId="{AE34F6A3-7111-4D1D-9D41-1048805A1372}" dt="2026-09-10T06:54:48.363" v="454" actId="2161"/>
          <ac:graphicFrameMkLst>
            <pc:docMk/>
            <pc:sldMk cId="0" sldId="271"/>
            <ac:graphicFrameMk id="34" creationId="{CD127F3E-7DE7-9083-EE2C-B457D3AA79C3}"/>
          </ac:graphicFrameMkLst>
        </pc:graphicFrameChg>
      </pc:sldChg>
      <pc:sldChg chg="modSp mod">
        <pc:chgData name="jeayong lee" userId="0e8205fbd6162578" providerId="LiveId" clId="{AE34F6A3-7111-4D1D-9D41-1048805A1372}" dt="2026-09-10T07:36:15.816" v="774" actId="1076"/>
        <pc:sldMkLst>
          <pc:docMk/>
          <pc:sldMk cId="0" sldId="272"/>
        </pc:sldMkLst>
        <pc:spChg chg="mod">
          <ac:chgData name="jeayong lee" userId="0e8205fbd6162578" providerId="LiveId" clId="{AE34F6A3-7111-4D1D-9D41-1048805A1372}" dt="2026-09-10T07:36:15.816" v="774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36:15.445" v="773" actId="14100"/>
          <ac:spMkLst>
            <pc:docMk/>
            <pc:sldMk cId="0" sldId="272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30:04.345" v="71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21.153" v="506" actId="1410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30:33.375" v="718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26.677" v="508" actId="14100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10T06:58:29.933" v="509" actId="14100"/>
          <ac:spMkLst>
            <pc:docMk/>
            <pc:sldMk cId="0" sldId="272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36:10.465" v="771" actId="1076"/>
          <ac:spMkLst>
            <pc:docMk/>
            <pc:sldMk cId="0" sldId="272"/>
            <ac:spMk id="32" creationId="{00000000-0000-0000-0000-000000000000}"/>
          </ac:spMkLst>
        </pc:spChg>
      </pc:sldChg>
      <pc:sldChg chg="delSp modSp mod">
        <pc:chgData name="jeayong lee" userId="0e8205fbd6162578" providerId="LiveId" clId="{AE34F6A3-7111-4D1D-9D41-1048805A1372}" dt="2026-09-10T07:14:22.743" v="593" actId="478"/>
        <pc:sldMkLst>
          <pc:docMk/>
          <pc:sldMk cId="0" sldId="273"/>
        </pc:sldMkLst>
        <pc:spChg chg="mod">
          <ac:chgData name="jeayong lee" userId="0e8205fbd6162578" providerId="LiveId" clId="{AE34F6A3-7111-4D1D-9D41-1048805A1372}" dt="2026-09-10T06:59:07.843" v="518" actId="14100"/>
          <ac:spMkLst>
            <pc:docMk/>
            <pc:sldMk cId="0" sldId="273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0:04.044" v="530"/>
          <ac:spMkLst>
            <pc:docMk/>
            <pc:sldMk cId="0" sldId="273"/>
            <ac:spMk id="7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1:27.080" v="540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1:27.080" v="540" actId="1410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3:51.652" v="589" actId="14100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2:11.752" v="552"/>
          <ac:spMkLst>
            <pc:docMk/>
            <pc:sldMk cId="0" sldId="273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3:55.095" v="591" actId="403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2:21.898" v="554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4:01.821" v="592" actId="404"/>
          <ac:spMkLst>
            <pc:docMk/>
            <pc:sldMk cId="0" sldId="273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2:27.278" v="55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3:34.942" v="583" actId="14100"/>
          <ac:spMkLst>
            <pc:docMk/>
            <pc:sldMk cId="0" sldId="273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2:34.126" v="558"/>
          <ac:spMkLst>
            <pc:docMk/>
            <pc:sldMk cId="0" sldId="273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10T07:12:38.565" v="560" actId="27636"/>
          <ac:spMkLst>
            <pc:docMk/>
            <pc:sldMk cId="0" sldId="273"/>
            <ac:spMk id="31" creationId="{00000000-0000-0000-0000-000000000000}"/>
          </ac:spMkLst>
        </pc:spChg>
        <pc:spChg chg="del">
          <ac:chgData name="jeayong lee" userId="0e8205fbd6162578" providerId="LiveId" clId="{AE34F6A3-7111-4D1D-9D41-1048805A1372}" dt="2026-09-10T07:14:22.743" v="593" actId="478"/>
          <ac:spMkLst>
            <pc:docMk/>
            <pc:sldMk cId="0" sldId="273"/>
            <ac:spMk id="32" creationId="{00000000-0000-0000-0000-000000000000}"/>
          </ac:spMkLst>
        </pc:spChg>
      </pc:sldChg>
      <pc:sldChg chg="new add del">
        <pc:chgData name="jeayong lee" userId="0e8205fbd6162578" providerId="LiveId" clId="{AE34F6A3-7111-4D1D-9D41-1048805A1372}" dt="2026-09-10T06:53:43.112" v="440" actId="680"/>
        <pc:sldMkLst>
          <pc:docMk/>
          <pc:sldMk cId="3280728399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86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13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연구계획 발표 ]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965960" y="1975104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</a:t>
            </a:r>
            <a:r>
              <a:rPr lang="en-US" sz="2900" b="1" dirty="0" err="1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</a:t>
            </a: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900" b="1" dirty="0" err="1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ko-KR" alt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활용한</a:t>
            </a:r>
            <a:endParaRPr lang="en-US" sz="26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기반 손 기능 평가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03120" y="30906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</a:t>
            </a:r>
            <a:endParaRPr lang="en-US" sz="144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Assessment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2395728" y="4251960"/>
            <a:ext cx="2606040" cy="43891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450592" y="43799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22000561  이재용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 rot="1080000">
            <a:off x="7726680" y="530352"/>
            <a:ext cx="3108960" cy="118872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rot="-420000">
            <a:off x="7388352" y="1664208"/>
            <a:ext cx="3657600" cy="1554480"/>
          </a:xfrm>
          <a:prstGeom prst="chevron">
            <a:avLst/>
          </a:prstGeom>
          <a:solidFill>
            <a:srgbClr val="ECECF1"/>
          </a:solidFill>
          <a:ln w="12700">
            <a:solidFill>
              <a:srgbClr val="ECEC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780000">
            <a:off x="7498080" y="4005072"/>
            <a:ext cx="3520440" cy="128016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720000">
            <a:off x="7360920" y="3776472"/>
            <a:ext cx="2286000" cy="45720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372600" y="6345937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r>
              <a:rPr lang="en-US" sz="2100" dirty="0" err="1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dirty="0" err="1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선행연구와 연구 공백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372600" y="6345937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689097" y="5987253"/>
            <a:ext cx="2923783" cy="80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67278" y="201168"/>
            <a:ext cx="163704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6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7F9944A-CAFE-9C01-BE14-8B71A28363E1}"/>
              </a:ext>
            </a:extLst>
          </p:cNvPr>
          <p:cNvGrpSpPr/>
          <p:nvPr/>
        </p:nvGrpSpPr>
        <p:grpSpPr>
          <a:xfrm>
            <a:off x="4358488" y="681227"/>
            <a:ext cx="3474720" cy="617221"/>
            <a:chOff x="4358488" y="804672"/>
            <a:chExt cx="3474720" cy="384048"/>
          </a:xfrm>
        </p:grpSpPr>
        <p:sp>
          <p:nvSpPr>
            <p:cNvPr id="8" name="Shape 6"/>
            <p:cNvSpPr/>
            <p:nvPr/>
          </p:nvSpPr>
          <p:spPr>
            <a:xfrm>
              <a:off x="4358488" y="804672"/>
              <a:ext cx="3474720" cy="384048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4800"/>
            </a:p>
          </p:txBody>
        </p:sp>
        <p:sp>
          <p:nvSpPr>
            <p:cNvPr id="9" name="Text 7"/>
            <p:cNvSpPr/>
            <p:nvPr/>
          </p:nvSpPr>
          <p:spPr>
            <a:xfrm>
              <a:off x="4431640" y="877824"/>
              <a:ext cx="33284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[ </a:t>
              </a:r>
              <a:r>
                <a:rPr lang="en-US" sz="2400" b="1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연구</a:t>
              </a:r>
              <a:r>
                <a:rPr lang="en-US" sz="2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배경 ]</a:t>
              </a:r>
              <a:endParaRPr lang="en-US" sz="20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미세 손 기능 판단에는 한계가 보고되어 있으며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RGB-D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정보의 추가효과는 별도 검증이 필요함</a:t>
            </a:r>
            <a:endParaRPr lang="en-US" sz="14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5180AD-D9E1-68E4-9631-DB7F085AE7BD}"/>
              </a:ext>
            </a:extLst>
          </p:cNvPr>
          <p:cNvGrpSpPr/>
          <p:nvPr/>
        </p:nvGrpSpPr>
        <p:grpSpPr>
          <a:xfrm>
            <a:off x="731520" y="1883663"/>
            <a:ext cx="5166360" cy="3704539"/>
            <a:chOff x="731520" y="1883664"/>
            <a:chExt cx="5166360" cy="3337560"/>
          </a:xfrm>
        </p:grpSpPr>
        <p:sp>
          <p:nvSpPr>
            <p:cNvPr id="12" name="Shape 10"/>
            <p:cNvSpPr/>
            <p:nvPr/>
          </p:nvSpPr>
          <p:spPr>
            <a:xfrm>
              <a:off x="731520" y="1883664"/>
              <a:ext cx="5166360" cy="3337560"/>
            </a:xfrm>
            <a:prstGeom prst="rect">
              <a:avLst/>
            </a:prstGeom>
            <a:solidFill>
              <a:srgbClr val="F1F7FA"/>
            </a:solidFill>
            <a:ln w="12700">
              <a:solidFill>
                <a:srgbClr val="BFCBD6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3" name="Shape 11"/>
            <p:cNvSpPr/>
            <p:nvPr/>
          </p:nvSpPr>
          <p:spPr>
            <a:xfrm>
              <a:off x="731520" y="1883664"/>
              <a:ext cx="5166360" cy="329184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4" name="Text 12"/>
            <p:cNvSpPr/>
            <p:nvPr/>
          </p:nvSpPr>
          <p:spPr>
            <a:xfrm>
              <a:off x="786384" y="1933956"/>
              <a:ext cx="505663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기존 접근의 한계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59536" y="2359152"/>
              <a:ext cx="4910328" cy="2743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전용 딥러닝 모델은 과제별 학습데이터와 재학습이 필요</a:t>
              </a:r>
              <a:endPara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>
                <a:buNone/>
              </a:pPr>
              <a:endParaRPr lang="en-US" b="1" dirty="0"/>
            </a:p>
            <a:p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ko-KR" sz="2000" b="1" dirty="0"/>
                <a:t>범용 </a:t>
              </a:r>
              <a:r>
                <a:rPr lang="ko-KR" altLang="ko-KR" sz="2000" b="1" dirty="0" err="1"/>
                <a:t>VLM은</a:t>
              </a:r>
              <a:r>
                <a:rPr lang="ko-KR" altLang="ko-KR" sz="2000" b="1" dirty="0"/>
                <a:t> 미세 손 움직임 판단의 일관성이 제한적</a:t>
              </a:r>
              <a:endParaRPr lang="en-US" altLang="ko-KR" sz="2000" b="1" dirty="0"/>
            </a:p>
            <a:p>
              <a:endParaRPr 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ko-KR" sz="2000" b="1" dirty="0"/>
                <a:t>RGB 영상만으로는 </a:t>
              </a:r>
              <a:r>
                <a:rPr lang="ko-KR" altLang="ko-KR" sz="2000" b="1" dirty="0" err="1"/>
                <a:t>거리·손</a:t>
              </a:r>
              <a:r>
                <a:rPr lang="ko-KR" altLang="ko-KR" sz="2000" b="1" dirty="0"/>
                <a:t> 벌림 등 미세 움직임을 </a:t>
              </a:r>
              <a:r>
                <a:rPr lang="ko-KR" altLang="ko-KR" sz="2000" b="1" dirty="0" err="1"/>
                <a:t>정량화하기</a:t>
              </a:r>
              <a:r>
                <a:rPr lang="ko-KR" altLang="ko-KR" sz="2000" b="1" dirty="0"/>
                <a:t> 어려움</a:t>
              </a:r>
              <a:endParaRPr lang="en-US" b="1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3680728-B494-3E44-C9E4-A92C5FE9B2E8}"/>
              </a:ext>
            </a:extLst>
          </p:cNvPr>
          <p:cNvGrpSpPr/>
          <p:nvPr/>
        </p:nvGrpSpPr>
        <p:grpSpPr>
          <a:xfrm>
            <a:off x="6236208" y="1883664"/>
            <a:ext cx="5166360" cy="3750258"/>
            <a:chOff x="6236208" y="1883664"/>
            <a:chExt cx="5166360" cy="3337560"/>
          </a:xfrm>
        </p:grpSpPr>
        <p:sp>
          <p:nvSpPr>
            <p:cNvPr id="16" name="Shape 14"/>
            <p:cNvSpPr/>
            <p:nvPr/>
          </p:nvSpPr>
          <p:spPr>
            <a:xfrm>
              <a:off x="6236208" y="1883664"/>
              <a:ext cx="5166360" cy="3337560"/>
            </a:xfrm>
            <a:prstGeom prst="rect">
              <a:avLst/>
            </a:prstGeom>
            <a:solidFill>
              <a:srgbClr val="F3F8FB"/>
            </a:solidFill>
            <a:ln w="12700">
              <a:solidFill>
                <a:srgbClr val="BFCBD6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7" name="Shape 15"/>
            <p:cNvSpPr/>
            <p:nvPr/>
          </p:nvSpPr>
          <p:spPr>
            <a:xfrm>
              <a:off x="6236208" y="1883664"/>
              <a:ext cx="5166360" cy="329184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8" name="Text 16"/>
            <p:cNvSpPr/>
            <p:nvPr/>
          </p:nvSpPr>
          <p:spPr>
            <a:xfrm>
              <a:off x="6291072" y="1933956"/>
              <a:ext cx="505663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연구의 필요성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64224" y="2359152"/>
              <a:ext cx="4910328" cy="2743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범용 </a:t>
              </a:r>
              <a:r>
                <a:rPr lang="en-US" altLang="ko-KR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</a:t>
              </a:r>
              <a:r>
                <a:rPr lang="ko-KR" alt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 손 기능 자동평가에 어떤 정보가 필요한지 검증</a:t>
              </a:r>
              <a:endPara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>
                <a:buNone/>
              </a:pPr>
              <a:endParaRPr lang="en-US" b="1" dirty="0"/>
            </a:p>
            <a:p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ko-KR" sz="2000" b="1" dirty="0"/>
                <a:t>RGB-D 운동학 정보의 실제 추가효과를 확인</a:t>
              </a:r>
              <a:endParaRPr lang="en-US" altLang="ko-KR" sz="2000" b="1" dirty="0"/>
            </a:p>
            <a:p>
              <a:endParaRPr lang="en-US" b="1" dirty="0"/>
            </a:p>
            <a:p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▶ </a:t>
              </a:r>
              <a:r>
                <a:rPr lang="ko-KR" altLang="ko-KR" sz="2000" b="1" dirty="0" err="1"/>
                <a:t>영상·운동학·건강인</a:t>
              </a:r>
              <a:r>
                <a:rPr lang="ko-KR" altLang="ko-KR" sz="2000" b="1" dirty="0"/>
                <a:t> 참조정보의 기여를 비교해 핵심 정보구성 규명</a:t>
              </a:r>
              <a:endParaRPr lang="en-US" b="1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C952E01-53B3-BE15-BD10-6D8554336D93}"/>
              </a:ext>
            </a:extLst>
          </p:cNvPr>
          <p:cNvGrpSpPr/>
          <p:nvPr/>
        </p:nvGrpSpPr>
        <p:grpSpPr>
          <a:xfrm>
            <a:off x="973792" y="5862191"/>
            <a:ext cx="10177360" cy="557783"/>
            <a:chOff x="3462883" y="5559552"/>
            <a:chExt cx="7327037" cy="274320"/>
          </a:xfrm>
        </p:grpSpPr>
        <p:sp>
          <p:nvSpPr>
            <p:cNvPr id="20" name="Text 18"/>
            <p:cNvSpPr/>
            <p:nvPr/>
          </p:nvSpPr>
          <p:spPr>
            <a:xfrm>
              <a:off x="3462883" y="5596128"/>
              <a:ext cx="188635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 공백</a:t>
              </a:r>
              <a:endParaRPr lang="en-US" sz="2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851786" y="5559552"/>
              <a:ext cx="593813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“</a:t>
              </a:r>
              <a:r>
                <a:rPr lang="ko-KR" altLang="en-US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미세 손 기능 자동평가에서 범용 </a:t>
              </a:r>
              <a:r>
                <a:rPr lang="en-US" altLang="ko-KR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</a:t>
              </a:r>
              <a:r>
                <a:rPr lang="ko-KR" altLang="en-US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에 어떤 정보가 실제로 필요한지는 아직 명확하지 않음</a:t>
              </a:r>
              <a:r>
                <a:rPr lang="en-US" b="1" dirty="0">
                  <a:solidFill>
                    <a:srgbClr val="E147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”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840732" y="6106722"/>
            <a:ext cx="2772148" cy="58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38299" y="201168"/>
            <a:ext cx="156602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선행연구와 연구 공백</a:t>
            </a:r>
            <a:endParaRPr lang="en-US" sz="16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3572A4D-EA66-312F-EC1B-0777A92A704F}"/>
              </a:ext>
            </a:extLst>
          </p:cNvPr>
          <p:cNvGrpSpPr/>
          <p:nvPr/>
        </p:nvGrpSpPr>
        <p:grpSpPr>
          <a:xfrm>
            <a:off x="4541368" y="804672"/>
            <a:ext cx="3108960" cy="470916"/>
            <a:chOff x="4541368" y="804672"/>
            <a:chExt cx="3108960" cy="384048"/>
          </a:xfrm>
        </p:grpSpPr>
        <p:sp>
          <p:nvSpPr>
            <p:cNvPr id="8" name="Shape 6"/>
            <p:cNvSpPr/>
            <p:nvPr/>
          </p:nvSpPr>
          <p:spPr>
            <a:xfrm>
              <a:off x="4541368" y="804672"/>
              <a:ext cx="3108960" cy="384048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9" name="Text 7"/>
            <p:cNvSpPr/>
            <p:nvPr/>
          </p:nvSpPr>
          <p:spPr>
            <a:xfrm>
              <a:off x="4614520" y="877824"/>
              <a:ext cx="29626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[</a:t>
              </a:r>
              <a:r>
                <a:rPr lang="ko-KR" alt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선행연구와 연구 공백</a:t>
              </a:r>
              <a:r>
                <a:rPr lang="en-US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]</a:t>
              </a:r>
              <a:endParaRPr lang="en-US" sz="16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4046C50-90E3-911F-3032-D3C557AEA1F4}"/>
              </a:ext>
            </a:extLst>
          </p:cNvPr>
          <p:cNvGrpSpPr/>
          <p:nvPr/>
        </p:nvGrpSpPr>
        <p:grpSpPr>
          <a:xfrm>
            <a:off x="713232" y="1344167"/>
            <a:ext cx="10716768" cy="705817"/>
            <a:chOff x="713232" y="1344168"/>
            <a:chExt cx="10716768" cy="356616"/>
          </a:xfrm>
        </p:grpSpPr>
        <p:sp>
          <p:nvSpPr>
            <p:cNvPr id="10" name="Shape 8"/>
            <p:cNvSpPr/>
            <p:nvPr/>
          </p:nvSpPr>
          <p:spPr>
            <a:xfrm>
              <a:off x="713232" y="1344168"/>
              <a:ext cx="10716768" cy="35661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4000"/>
            </a:p>
          </p:txBody>
        </p:sp>
        <p:sp>
          <p:nvSpPr>
            <p:cNvPr id="11" name="Text 9"/>
            <p:cNvSpPr/>
            <p:nvPr/>
          </p:nvSpPr>
          <p:spPr>
            <a:xfrm>
              <a:off x="868680" y="1408176"/>
              <a:ext cx="103875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기존 연구는 영상 기반 자동평가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범용 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VLM, 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운동학 기반 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LLM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 가능성을 각각 보여줬지만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이를 하나의 범용 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에 결합했을 때의 추가효과는 검증되지 않음</a:t>
              </a:r>
              <a:endParaRPr lang="en-US" sz="14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822960" y="2168859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" name="Shape 11"/>
          <p:cNvSpPr/>
          <p:nvPr/>
        </p:nvSpPr>
        <p:spPr>
          <a:xfrm>
            <a:off x="822960" y="2168859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4" name="Text 12"/>
          <p:cNvSpPr/>
          <p:nvPr/>
        </p:nvSpPr>
        <p:spPr>
          <a:xfrm>
            <a:off x="877824" y="2219151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 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" y="2644347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ko-KR" altLang="ko-KR" sz="2000" b="1" dirty="0"/>
              <a:t>RGB 영상 → 전용 딥러닝</a:t>
            </a:r>
            <a:endParaRPr lang="ko-KR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dirty="0"/>
              <a:t>실제 </a:t>
            </a:r>
            <a:r>
              <a:rPr lang="ko-KR" altLang="ko-KR" sz="2000" dirty="0" err="1"/>
              <a:t>stroke</a:t>
            </a:r>
            <a:r>
              <a:rPr lang="ko-KR" altLang="ko-KR" sz="2000" dirty="0"/>
              <a:t> 영상 자동평가 가능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2000" b="1" dirty="0"/>
              <a:t>단, 과제별 학습데이터와 </a:t>
            </a:r>
            <a:r>
              <a:rPr lang="ko-KR" altLang="ko-KR" sz="2000" b="1" dirty="0" err="1"/>
              <a:t>재학습</a:t>
            </a:r>
            <a:r>
              <a:rPr lang="ko-KR" altLang="ko-KR" sz="2000" b="1" dirty="0"/>
              <a:t> 필요</a:t>
            </a:r>
            <a:endParaRPr lang="ko-KR" altLang="ko-KR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26280" y="2168859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7" name="Shape 15"/>
          <p:cNvSpPr/>
          <p:nvPr/>
        </p:nvSpPr>
        <p:spPr>
          <a:xfrm>
            <a:off x="4526280" y="2168859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8" name="Text 16"/>
          <p:cNvSpPr/>
          <p:nvPr/>
        </p:nvSpPr>
        <p:spPr>
          <a:xfrm>
            <a:off x="4581144" y="2219151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54296" y="2644347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ko-KR" altLang="ko-KR" sz="1900" b="1" dirty="0"/>
              <a:t>RGB 영상 → 범용 VLM</a:t>
            </a:r>
            <a:endParaRPr lang="ko-KR" altLang="ko-KR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1900" dirty="0"/>
              <a:t>고수준 동작 이해는 가능</a:t>
            </a:r>
            <a:endParaRPr lang="en-US" altLang="ko-KR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900" dirty="0"/>
              <a:t> </a:t>
            </a:r>
            <a:r>
              <a:rPr lang="ko-KR" altLang="ko-KR" sz="1900" b="1" dirty="0"/>
              <a:t>미세 손</a:t>
            </a:r>
            <a:r>
              <a:rPr lang="en-US" altLang="ko-KR" sz="1900" b="1" dirty="0"/>
              <a:t> </a:t>
            </a:r>
            <a:r>
              <a:rPr lang="ko-KR" altLang="en-US" sz="1900" b="1" dirty="0"/>
              <a:t>움직임</a:t>
            </a:r>
            <a:r>
              <a:rPr lang="en-US" altLang="ko-KR" sz="1900" b="1" dirty="0"/>
              <a:t> impairment </a:t>
            </a:r>
            <a:r>
              <a:rPr lang="ko-KR" altLang="en-US" sz="1900" b="1" dirty="0"/>
              <a:t>판단은 제한</a:t>
            </a:r>
            <a:endParaRPr lang="ko-KR" altLang="ko-KR" sz="1900" dirty="0"/>
          </a:p>
        </p:txBody>
      </p:sp>
      <p:sp>
        <p:nvSpPr>
          <p:cNvPr id="20" name="Shape 18"/>
          <p:cNvSpPr/>
          <p:nvPr/>
        </p:nvSpPr>
        <p:spPr>
          <a:xfrm>
            <a:off x="8229600" y="2168859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1" name="Shape 19"/>
          <p:cNvSpPr/>
          <p:nvPr/>
        </p:nvSpPr>
        <p:spPr>
          <a:xfrm>
            <a:off x="8229600" y="2168859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2" name="Text 20"/>
          <p:cNvSpPr/>
          <p:nvPr/>
        </p:nvSpPr>
        <p:spPr>
          <a:xfrm>
            <a:off x="8284464" y="2219151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 2025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57616" y="2644347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ko-KR" altLang="ko-KR" sz="2000" b="1" dirty="0"/>
              <a:t>운동학 수치 → LLM</a:t>
            </a:r>
            <a:endParaRPr lang="ko-KR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/>
              <a:t>계산된 운동학 </a:t>
            </a:r>
            <a:r>
              <a:rPr lang="ko-KR" altLang="ko-KR" sz="2000" dirty="0" err="1"/>
              <a:t>feature를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LLM이</a:t>
            </a:r>
            <a:r>
              <a:rPr lang="ko-KR" altLang="ko-KR" sz="2000" dirty="0"/>
              <a:t> 활용 가능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b="1" dirty="0"/>
              <a:t>단, 영상과 함께 사용하지 않음</a:t>
            </a:r>
            <a:endParaRPr lang="ko-KR" altLang="ko-KR" sz="20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5255A1F-70ED-1B57-CAC8-DF702FC5CE2F}"/>
              </a:ext>
            </a:extLst>
          </p:cNvPr>
          <p:cNvGrpSpPr/>
          <p:nvPr/>
        </p:nvGrpSpPr>
        <p:grpSpPr>
          <a:xfrm>
            <a:off x="1417320" y="4952808"/>
            <a:ext cx="9372600" cy="868680"/>
            <a:chOff x="1417320" y="4681728"/>
            <a:chExt cx="9372600" cy="868680"/>
          </a:xfrm>
        </p:grpSpPr>
        <p:sp>
          <p:nvSpPr>
            <p:cNvPr id="24" name="Shape 22"/>
            <p:cNvSpPr/>
            <p:nvPr/>
          </p:nvSpPr>
          <p:spPr>
            <a:xfrm>
              <a:off x="1417320" y="4681728"/>
              <a:ext cx="9372600" cy="868680"/>
            </a:xfrm>
            <a:prstGeom prst="rect">
              <a:avLst/>
            </a:prstGeom>
            <a:solidFill>
              <a:srgbClr val="FBF7E9"/>
            </a:solidFill>
            <a:ln w="12700">
              <a:solidFill>
                <a:srgbClr val="DFC984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5" name="Text 23"/>
            <p:cNvSpPr/>
            <p:nvPr/>
          </p:nvSpPr>
          <p:spPr>
            <a:xfrm>
              <a:off x="1535837" y="4754880"/>
              <a:ext cx="1344523" cy="5577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E5912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남은 질문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926080" y="4818888"/>
              <a:ext cx="7406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검증된 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3D 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 운동학 정보가 범용 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</a:t>
              </a:r>
              <a:r>
                <a:rPr lang="ko-KR" alt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의 미세 손 기능 판단에 실제 추가가치를 주는가</a:t>
              </a:r>
              <a:r>
                <a:rPr lang="en-US" altLang="ko-KR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?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연구 질문 및 비교 조건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altLang="ko-KR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r>
              <a:rPr lang="ko-KR" alt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역할과 모델 선정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전문가 참조평가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715000" y="4489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전체 연구 설계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372600" y="632766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9921240" y="201168"/>
            <a:ext cx="1783080" cy="38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2886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9038316" y="6175646"/>
            <a:ext cx="2574564" cy="517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49840" y="201168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질문 및 비교 조건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2768" y="804672"/>
            <a:ext cx="356616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385920" y="87782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연구 질문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환자의 같은 시행에서 어떤 입력이 전문가 참조평가에 가장 가까운가?</a:t>
            </a:r>
            <a:endParaRPr lang="en-US" sz="14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618FA3-26C5-234F-9726-922D8D02816A}"/>
              </a:ext>
            </a:extLst>
          </p:cNvPr>
          <p:cNvGrpSpPr/>
          <p:nvPr/>
        </p:nvGrpSpPr>
        <p:grpSpPr>
          <a:xfrm>
            <a:off x="1691640" y="4288534"/>
            <a:ext cx="3886200" cy="1313651"/>
            <a:chOff x="1691640" y="4288536"/>
            <a:chExt cx="3886200" cy="811807"/>
          </a:xfrm>
        </p:grpSpPr>
        <p:sp>
          <p:nvSpPr>
            <p:cNvPr id="27" name="Shape 25"/>
            <p:cNvSpPr/>
            <p:nvPr/>
          </p:nvSpPr>
          <p:spPr>
            <a:xfrm>
              <a:off x="1691640" y="4288536"/>
              <a:ext cx="3886200" cy="8118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8" name="Text 26"/>
            <p:cNvSpPr/>
            <p:nvPr/>
          </p:nvSpPr>
          <p:spPr>
            <a:xfrm>
              <a:off x="1901953" y="4404172"/>
              <a:ext cx="3474719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 비교   A3 − A1</a:t>
              </a:r>
              <a:endParaRPr lang="en-US" sz="2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901953" y="4698424"/>
              <a:ext cx="3474720" cy="401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7C8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운동학 + 건강인 참조의 전체 추가효과</a:t>
              </a:r>
              <a:endParaRPr lang="en-US" sz="16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1F83BFF-2B43-BEA0-8A92-ACCFE2492B13}"/>
              </a:ext>
            </a:extLst>
          </p:cNvPr>
          <p:cNvGrpSpPr/>
          <p:nvPr/>
        </p:nvGrpSpPr>
        <p:grpSpPr>
          <a:xfrm>
            <a:off x="6537960" y="4288536"/>
            <a:ext cx="3886200" cy="1313650"/>
            <a:chOff x="6537960" y="4288537"/>
            <a:chExt cx="3886200" cy="865278"/>
          </a:xfrm>
        </p:grpSpPr>
        <p:sp>
          <p:nvSpPr>
            <p:cNvPr id="30" name="Shape 28"/>
            <p:cNvSpPr/>
            <p:nvPr/>
          </p:nvSpPr>
          <p:spPr>
            <a:xfrm>
              <a:off x="6537960" y="4288537"/>
              <a:ext cx="3886200" cy="86527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31" name="Text 29"/>
            <p:cNvSpPr/>
            <p:nvPr/>
          </p:nvSpPr>
          <p:spPr>
            <a:xfrm>
              <a:off x="6631619" y="4413321"/>
              <a:ext cx="365843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보조 비교   A2/A4/A0</a:t>
              </a:r>
              <a:endParaRPr lang="en-US" sz="2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812280" y="4790538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6F7C8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수치 자체 · 영상 가치 · VLM 필요성 분해</a:t>
              </a:r>
              <a:endParaRPr lang="en-US" sz="16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1135380" y="5789305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endpoint</a:t>
            </a: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A3-A1</a:t>
            </a: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단순화하고</a:t>
            </a: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설명적 </a:t>
            </a: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</a:t>
            </a: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해석한다</a:t>
            </a: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dirty="0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9197CF0-E6E9-CB97-DF7B-A2685F537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928445"/>
              </p:ext>
            </p:extLst>
          </p:nvPr>
        </p:nvGraphicFramePr>
        <p:xfrm>
          <a:off x="719091" y="1756489"/>
          <a:ext cx="1071534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433">
                  <a:extLst>
                    <a:ext uri="{9D8B030D-6E8A-4147-A177-3AD203B41FA5}">
                      <a16:colId xmlns:a16="http://schemas.microsoft.com/office/drawing/2014/main" val="3136359382"/>
                    </a:ext>
                  </a:extLst>
                </a:gridCol>
                <a:gridCol w="1808086">
                  <a:extLst>
                    <a:ext uri="{9D8B030D-6E8A-4147-A177-3AD203B41FA5}">
                      <a16:colId xmlns:a16="http://schemas.microsoft.com/office/drawing/2014/main" val="3521726502"/>
                    </a:ext>
                  </a:extLst>
                </a:gridCol>
                <a:gridCol w="1808086">
                  <a:extLst>
                    <a:ext uri="{9D8B030D-6E8A-4147-A177-3AD203B41FA5}">
                      <a16:colId xmlns:a16="http://schemas.microsoft.com/office/drawing/2014/main" val="1739087872"/>
                    </a:ext>
                  </a:extLst>
                </a:gridCol>
                <a:gridCol w="1808086">
                  <a:extLst>
                    <a:ext uri="{9D8B030D-6E8A-4147-A177-3AD203B41FA5}">
                      <a16:colId xmlns:a16="http://schemas.microsoft.com/office/drawing/2014/main" val="194563009"/>
                    </a:ext>
                  </a:extLst>
                </a:gridCol>
                <a:gridCol w="3435658">
                  <a:extLst>
                    <a:ext uri="{9D8B030D-6E8A-4147-A177-3AD203B41FA5}">
                      <a16:colId xmlns:a16="http://schemas.microsoft.com/office/drawing/2014/main" val="3250967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운동학 수치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건강인 참조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용도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영상-</a:t>
                      </a:r>
                      <a:r>
                        <a:rPr lang="ko-KR" dirty="0" err="1"/>
                        <a:t>only</a:t>
                      </a:r>
                      <a:r>
                        <a:rPr lang="ko-KR" dirty="0"/>
                        <a:t>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069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수치 추가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4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전체 조합 / 주 분석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51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영상 없이도 가능한지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12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수치 기반 비교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9356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913181" y="6252099"/>
            <a:ext cx="269969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56054" y="201167"/>
            <a:ext cx="1548266" cy="420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19" y="502919"/>
            <a:ext cx="3403255" cy="521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altLang="ko-KR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r>
              <a:rPr lang="ko-KR" alt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역할과 모델 선정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4520" y="8778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VLM의 역할 ]</a:t>
            </a:r>
            <a:endParaRPr lang="en-US" sz="16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8B1FB8A-7024-C39F-7B2F-F84345F4C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5" y="1009039"/>
            <a:ext cx="11629073" cy="4971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9032577" y="6138334"/>
            <a:ext cx="2580303" cy="55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29421" y="201168"/>
            <a:ext cx="1574899" cy="42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전문가 참조평가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01288" y="804672"/>
            <a:ext cx="438912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3974440" y="8778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Expert Reference Standard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판정을 절대적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 Truth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두지 않고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판독과 일치도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절차를 거쳐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Standard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구성</a:t>
            </a:r>
            <a:endParaRPr lang="en-US" sz="14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A9B6EBB-4246-1021-4435-2D85D2EC0069}"/>
              </a:ext>
            </a:extLst>
          </p:cNvPr>
          <p:cNvGrpSpPr/>
          <p:nvPr/>
        </p:nvGrpSpPr>
        <p:grpSpPr>
          <a:xfrm>
            <a:off x="566928" y="1869948"/>
            <a:ext cx="2907792" cy="2103120"/>
            <a:chOff x="731520" y="1874520"/>
            <a:chExt cx="2971800" cy="2103120"/>
          </a:xfrm>
        </p:grpSpPr>
        <p:sp>
          <p:nvSpPr>
            <p:cNvPr id="12" name="Shape 10"/>
            <p:cNvSpPr/>
            <p:nvPr/>
          </p:nvSpPr>
          <p:spPr>
            <a:xfrm>
              <a:off x="731520" y="1874520"/>
              <a:ext cx="2971800" cy="2103120"/>
            </a:xfrm>
            <a:prstGeom prst="rect">
              <a:avLst/>
            </a:prstGeom>
            <a:solidFill>
              <a:srgbClr val="F3F8FB"/>
            </a:solidFill>
            <a:ln w="12700">
              <a:solidFill>
                <a:srgbClr val="BFCBD6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3" name="Shape 11"/>
            <p:cNvSpPr/>
            <p:nvPr/>
          </p:nvSpPr>
          <p:spPr>
            <a:xfrm>
              <a:off x="731520" y="1874520"/>
              <a:ext cx="2971800" cy="329184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4" name="Text 12"/>
            <p:cNvSpPr/>
            <p:nvPr/>
          </p:nvSpPr>
          <p:spPr>
            <a:xfrm>
              <a:off x="786384" y="1924812"/>
              <a:ext cx="2862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독립 판독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59536" y="2350008"/>
              <a:ext cx="2715768" cy="150876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7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전문가 </a:t>
              </a:r>
              <a:r>
                <a:rPr lang="en-US" altLang="ko-KR" sz="17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r>
                <a:rPr lang="ko-KR" altLang="en-US" sz="17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인이 동일 영상을 독립 평가</a:t>
              </a:r>
              <a:endParaRPr lang="en-US" sz="17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sz="1700" dirty="0"/>
                <a:t>VLM </a:t>
              </a:r>
              <a:r>
                <a:rPr lang="ko-KR" altLang="ko-KR" sz="1700" dirty="0" err="1"/>
                <a:t>결과·운동학·건강인</a:t>
              </a:r>
              <a:r>
                <a:rPr lang="ko-KR" altLang="ko-KR" sz="1700" dirty="0"/>
                <a:t> </a:t>
              </a:r>
              <a:r>
                <a:rPr lang="ko-KR" altLang="ko-KR" sz="1700" dirty="0" err="1"/>
                <a:t>참조·FMA에</a:t>
              </a:r>
              <a:r>
                <a:rPr lang="ko-KR" altLang="ko-KR" sz="1700" dirty="0"/>
                <a:t> </a:t>
              </a:r>
              <a:r>
                <a:rPr lang="ko-KR" altLang="ko-KR" sz="1700" b="1" dirty="0" err="1"/>
                <a:t>blind</a:t>
              </a:r>
              <a:endParaRPr lang="en-US" sz="17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C15F484-55DB-DC74-8754-B73030C44E9C}"/>
              </a:ext>
            </a:extLst>
          </p:cNvPr>
          <p:cNvGrpSpPr/>
          <p:nvPr/>
        </p:nvGrpSpPr>
        <p:grpSpPr>
          <a:xfrm>
            <a:off x="3826764" y="1874520"/>
            <a:ext cx="2807208" cy="2103120"/>
            <a:chOff x="3931920" y="1874520"/>
            <a:chExt cx="3063240" cy="2103120"/>
          </a:xfrm>
        </p:grpSpPr>
        <p:sp>
          <p:nvSpPr>
            <p:cNvPr id="16" name="Shape 14"/>
            <p:cNvSpPr/>
            <p:nvPr/>
          </p:nvSpPr>
          <p:spPr>
            <a:xfrm>
              <a:off x="3931920" y="1874520"/>
              <a:ext cx="3063240" cy="2103120"/>
            </a:xfrm>
            <a:prstGeom prst="rect">
              <a:avLst/>
            </a:prstGeom>
            <a:solidFill>
              <a:srgbClr val="F3F8FB"/>
            </a:solidFill>
            <a:ln w="12700">
              <a:solidFill>
                <a:srgbClr val="BFCBD6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7" name="Shape 15"/>
            <p:cNvSpPr/>
            <p:nvPr/>
          </p:nvSpPr>
          <p:spPr>
            <a:xfrm>
              <a:off x="3931920" y="1874520"/>
              <a:ext cx="3063240" cy="329184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8" name="Text 16"/>
            <p:cNvSpPr/>
            <p:nvPr/>
          </p:nvSpPr>
          <p:spPr>
            <a:xfrm>
              <a:off x="3986784" y="1924812"/>
              <a:ext cx="295351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동일 </a:t>
              </a: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Rubric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059936" y="2350008"/>
              <a:ext cx="2807208" cy="150876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sz="1700" dirty="0"/>
                <a:t>관찰 가능한 </a:t>
              </a:r>
              <a:r>
                <a:rPr lang="ko-KR" altLang="ko-KR" sz="1700" b="1" dirty="0" err="1"/>
                <a:t>Grasp</a:t>
              </a:r>
              <a:r>
                <a:rPr lang="ko-KR" altLang="ko-KR" sz="1700" b="1" dirty="0"/>
                <a:t> / </a:t>
              </a:r>
              <a:r>
                <a:rPr lang="ko-KR" altLang="ko-KR" sz="1700" b="1" dirty="0" err="1"/>
                <a:t>Hold</a:t>
              </a:r>
              <a:r>
                <a:rPr lang="ko-KR" altLang="ko-KR" sz="1700" b="1" dirty="0"/>
                <a:t> / </a:t>
              </a:r>
              <a:r>
                <a:rPr lang="ko-KR" altLang="ko-KR" sz="1700" b="1" dirty="0" err="1"/>
                <a:t>Release</a:t>
              </a:r>
              <a:r>
                <a:rPr lang="en-US" altLang="ko-KR" sz="1700" b="1" dirty="0"/>
                <a:t> / Open/ Close </a:t>
              </a:r>
              <a:r>
                <a:rPr lang="ko-KR" altLang="ko-KR" sz="1700" dirty="0"/>
                <a:t>만 판정</a:t>
              </a:r>
              <a:endParaRPr lang="en-US" altLang="ko-KR" sz="17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sz="1700" dirty="0" err="1"/>
                <a:t>Complete</a:t>
              </a:r>
              <a:r>
                <a:rPr lang="ko-KR" altLang="ko-KR" sz="1700" dirty="0"/>
                <a:t> / </a:t>
              </a:r>
              <a:r>
                <a:rPr lang="ko-KR" altLang="ko-KR" sz="1700" dirty="0" err="1"/>
                <a:t>Incomplete</a:t>
              </a:r>
              <a:r>
                <a:rPr lang="ko-KR" altLang="ko-KR" sz="1700" dirty="0"/>
                <a:t> / </a:t>
              </a:r>
              <a:r>
                <a:rPr lang="ko-KR" altLang="ko-KR" sz="1700" dirty="0" err="1"/>
                <a:t>Unreadable</a:t>
              </a:r>
              <a:r>
                <a:rPr lang="ko-KR" altLang="ko-KR" sz="1700" dirty="0"/>
                <a:t> / NA</a:t>
              </a:r>
              <a:endParaRPr lang="en-US" sz="17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445E11A-AF52-5CE4-2A96-E878BF7984AE}"/>
              </a:ext>
            </a:extLst>
          </p:cNvPr>
          <p:cNvGrpSpPr/>
          <p:nvPr/>
        </p:nvGrpSpPr>
        <p:grpSpPr>
          <a:xfrm>
            <a:off x="6853428" y="1874520"/>
            <a:ext cx="2244852" cy="2103120"/>
            <a:chOff x="7223760" y="1874520"/>
            <a:chExt cx="1874520" cy="2103120"/>
          </a:xfrm>
        </p:grpSpPr>
        <p:sp>
          <p:nvSpPr>
            <p:cNvPr id="20" name="Shape 18"/>
            <p:cNvSpPr/>
            <p:nvPr/>
          </p:nvSpPr>
          <p:spPr>
            <a:xfrm>
              <a:off x="7223760" y="1874520"/>
              <a:ext cx="1874520" cy="2103120"/>
            </a:xfrm>
            <a:prstGeom prst="rect">
              <a:avLst/>
            </a:prstGeom>
            <a:solidFill>
              <a:srgbClr val="F3F8FB"/>
            </a:solidFill>
            <a:ln w="12700">
              <a:solidFill>
                <a:srgbClr val="BFCBD6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1" name="Shape 19"/>
            <p:cNvSpPr/>
            <p:nvPr/>
          </p:nvSpPr>
          <p:spPr>
            <a:xfrm>
              <a:off x="7223760" y="1874520"/>
              <a:ext cx="1874520" cy="329184"/>
            </a:xfrm>
            <a:prstGeom prst="rect">
              <a:avLst/>
            </a:prstGeom>
            <a:solidFill>
              <a:srgbClr val="23467B"/>
            </a:solidFill>
            <a:ln w="1270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2" name="Text 20"/>
            <p:cNvSpPr/>
            <p:nvPr/>
          </p:nvSpPr>
          <p:spPr>
            <a:xfrm>
              <a:off x="7278624" y="1924812"/>
              <a:ext cx="176479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일치도 확인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351776" y="2350008"/>
              <a:ext cx="1618488" cy="150876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sz="1700" dirty="0"/>
                <a:t>두 전문가의 </a:t>
              </a:r>
              <a:r>
                <a:rPr lang="ko-KR" altLang="ko-KR" sz="1700" b="1" dirty="0" err="1"/>
                <a:t>component</a:t>
              </a:r>
              <a:r>
                <a:rPr lang="ko-KR" altLang="ko-KR" sz="1700" b="1" dirty="0"/>
                <a:t> </a:t>
              </a:r>
              <a:r>
                <a:rPr lang="ko-KR" altLang="ko-KR" sz="1700" b="1" dirty="0" err="1"/>
                <a:t>agreement</a:t>
              </a:r>
              <a:r>
                <a:rPr lang="ko-KR" altLang="ko-KR" sz="1700" dirty="0" err="1"/>
                <a:t>를</a:t>
              </a:r>
              <a:r>
                <a:rPr lang="ko-KR" altLang="ko-KR" sz="1700" dirty="0"/>
                <a:t> 먼저 보고</a:t>
              </a:r>
              <a:endParaRPr lang="en-US" altLang="ko-KR" sz="17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ko-KR" sz="1700" dirty="0"/>
                <a:t>전문가 자체의 주관성도 정량화</a:t>
              </a:r>
              <a:endParaRPr lang="en-US" sz="17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9326880" y="1874520"/>
            <a:ext cx="2103120" cy="2103120"/>
          </a:xfrm>
          <a:prstGeom prst="rect">
            <a:avLst/>
          </a:prstGeom>
          <a:solidFill>
            <a:srgbClr val="FBF7E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5" name="Shape 23"/>
          <p:cNvSpPr/>
          <p:nvPr/>
        </p:nvSpPr>
        <p:spPr>
          <a:xfrm>
            <a:off x="9326880" y="1874520"/>
            <a:ext cx="2103120" cy="329184"/>
          </a:xfrm>
          <a:prstGeom prst="rect">
            <a:avLst/>
          </a:prstGeom>
          <a:solidFill>
            <a:srgbClr val="E5912B"/>
          </a:solidFill>
          <a:ln w="12700">
            <a:solidFill>
              <a:srgbClr val="E5912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6" name="Text 24"/>
          <p:cNvSpPr/>
          <p:nvPr/>
        </p:nvSpPr>
        <p:spPr>
          <a:xfrm>
            <a:off x="9381744" y="1924812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54896" y="2350008"/>
            <a:ext cx="184708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불일치 시 합의 또는 제3판독 후 </a:t>
            </a:r>
            <a:r>
              <a:rPr lang="ko-KR" altLang="ko-KR" sz="1600" dirty="0" err="1"/>
              <a:t>reference</a:t>
            </a:r>
            <a:r>
              <a:rPr lang="ko-KR" altLang="ko-KR" sz="1600" dirty="0"/>
              <a:t> 확정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최종 0/1/2는 </a:t>
            </a:r>
            <a:r>
              <a:rPr lang="ko-KR" altLang="ko-KR" sz="1600" b="1" dirty="0"/>
              <a:t>전문가가 임의로 주지 않음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12095" y="2852928"/>
            <a:ext cx="210312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sp>
        <p:nvSpPr>
          <p:cNvPr id="29" name="Shape 27"/>
          <p:cNvSpPr/>
          <p:nvPr/>
        </p:nvSpPr>
        <p:spPr>
          <a:xfrm>
            <a:off x="6652260" y="2852928"/>
            <a:ext cx="20116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sp>
        <p:nvSpPr>
          <p:cNvPr id="30" name="Shape 28"/>
          <p:cNvSpPr/>
          <p:nvPr/>
        </p:nvSpPr>
        <p:spPr>
          <a:xfrm>
            <a:off x="9116568" y="2852928"/>
            <a:ext cx="192024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78D04B7-3C42-FB00-C184-302EFB5B9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29774"/>
              </p:ext>
            </p:extLst>
          </p:nvPr>
        </p:nvGraphicFramePr>
        <p:xfrm>
          <a:off x="566928" y="4059935"/>
          <a:ext cx="10863072" cy="195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>
                  <a:extLst>
                    <a:ext uri="{9D8B030D-6E8A-4147-A177-3AD203B41FA5}">
                      <a16:colId xmlns:a16="http://schemas.microsoft.com/office/drawing/2014/main" val="3539208863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600377366"/>
                    </a:ext>
                  </a:extLst>
                </a:gridCol>
              </a:tblGrid>
              <a:tr h="24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사전 정의된 산출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48518"/>
                  </a:ext>
                </a:extLst>
              </a:tr>
              <a:tr h="24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0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/>
                        <a:t>파지 미완료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35300"/>
                  </a:ext>
                </a:extLst>
              </a:tr>
              <a:tr h="79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1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파지는 완료했으나, 유지 또는 해제 중 하나 이상 미완료</a:t>
                      </a:r>
                      <a:endParaRPr lang="ko-K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330919"/>
                  </a:ext>
                </a:extLst>
              </a:tr>
              <a:tr h="42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/>
                        <a:t>2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 err="1"/>
                        <a:t>파지·유지·해제</a:t>
                      </a:r>
                      <a:r>
                        <a:rPr lang="ko-KR" b="1" dirty="0"/>
                        <a:t> 모두 완료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53917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8318DAD-44C7-8E84-C978-920D5418318A}"/>
              </a:ext>
            </a:extLst>
          </p:cNvPr>
          <p:cNvSpPr txBox="1"/>
          <p:nvPr/>
        </p:nvSpPr>
        <p:spPr>
          <a:xfrm>
            <a:off x="502920" y="5980176"/>
            <a:ext cx="1096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※ 0/1/2는 새로운 임상척도가 아</a:t>
            </a:r>
            <a:r>
              <a:rPr lang="ko-KR" altLang="en-US" dirty="0"/>
              <a:t>닌</a:t>
            </a:r>
            <a:r>
              <a:rPr lang="ko-KR" altLang="ko-KR" dirty="0"/>
              <a:t>, 전문가의 판정을 사전 정의된 규칙으로 요약한 연구용 수행점수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730452" y="6059459"/>
            <a:ext cx="2882428" cy="63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31767" y="201167"/>
            <a:ext cx="1672553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전체 연구 설계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58488" y="804672"/>
            <a:ext cx="347472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431640" y="8778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전체 연구 설계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신뢰성 확보 → 건강인 참조 구축 → 환자 본 실험 및 독립 평가</a:t>
            </a:r>
            <a:endParaRPr lang="en-US" sz="1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5017BD9-D45A-70B7-4EE7-40E8797BA841}"/>
              </a:ext>
            </a:extLst>
          </p:cNvPr>
          <p:cNvGrpSpPr/>
          <p:nvPr/>
        </p:nvGrpSpPr>
        <p:grpSpPr>
          <a:xfrm>
            <a:off x="2194560" y="1947672"/>
            <a:ext cx="2286000" cy="2423160"/>
            <a:chOff x="594360" y="1965960"/>
            <a:chExt cx="2286000" cy="2423160"/>
          </a:xfrm>
        </p:grpSpPr>
        <p:sp>
          <p:nvSpPr>
            <p:cNvPr id="12" name="Shape 10"/>
            <p:cNvSpPr/>
            <p:nvPr/>
          </p:nvSpPr>
          <p:spPr>
            <a:xfrm>
              <a:off x="594360" y="1965960"/>
              <a:ext cx="2286000" cy="2423160"/>
            </a:xfrm>
            <a:prstGeom prst="roundRect">
              <a:avLst>
                <a:gd name="adj" fmla="val 4800"/>
              </a:avLst>
            </a:prstGeom>
            <a:solidFill>
              <a:srgbClr val="EFF5F8"/>
            </a:solidFill>
            <a:ln w="1524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3" name="Text 11"/>
            <p:cNvSpPr/>
            <p:nvPr/>
          </p:nvSpPr>
          <p:spPr>
            <a:xfrm>
              <a:off x="704088" y="2267712"/>
              <a:ext cx="206654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측정 검증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04088" y="2761488"/>
              <a:ext cx="20665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개발 4명</a:t>
              </a: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95528" y="3218688"/>
              <a:ext cx="1883664" cy="1042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algn="ctr"/>
              <a:r>
                <a:rPr lang="ko-KR" altLang="ko-KR" sz="1400" dirty="0"/>
                <a:t>D455 거리·3D 손 위치 정확도 확인</a:t>
              </a:r>
              <a:br>
                <a:rPr lang="ko-KR" altLang="ko-KR" sz="1400" dirty="0"/>
              </a:br>
              <a:r>
                <a:rPr lang="ko-KR" altLang="ko-KR" sz="1400" dirty="0"/>
                <a:t>MGA·TMGA 반복 안정성 및 데이터 품질 확인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4498848" y="3108960"/>
            <a:ext cx="393192" cy="0"/>
          </a:xfrm>
          <a:prstGeom prst="line">
            <a:avLst/>
          </a:prstGeom>
          <a:noFill/>
          <a:ln w="3048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sp>
        <p:nvSpPr>
          <p:cNvPr id="17" name="Shape 15"/>
          <p:cNvSpPr/>
          <p:nvPr/>
        </p:nvSpPr>
        <p:spPr>
          <a:xfrm>
            <a:off x="4937760" y="1947672"/>
            <a:ext cx="2286000" cy="2423160"/>
          </a:xfrm>
          <a:prstGeom prst="roundRect">
            <a:avLst>
              <a:gd name="adj" fmla="val 4800"/>
            </a:avLst>
          </a:prstGeom>
          <a:solidFill>
            <a:srgbClr val="EFF5F8"/>
          </a:solidFill>
          <a:ln w="1524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0FCB670-F95F-3903-B140-22F6BE2089FC}"/>
              </a:ext>
            </a:extLst>
          </p:cNvPr>
          <p:cNvGrpSpPr/>
          <p:nvPr/>
        </p:nvGrpSpPr>
        <p:grpSpPr>
          <a:xfrm>
            <a:off x="4937760" y="2249424"/>
            <a:ext cx="2267712" cy="2011680"/>
            <a:chOff x="3337560" y="2267712"/>
            <a:chExt cx="2267712" cy="2011680"/>
          </a:xfrm>
        </p:grpSpPr>
        <p:sp>
          <p:nvSpPr>
            <p:cNvPr id="18" name="Text 16"/>
            <p:cNvSpPr/>
            <p:nvPr/>
          </p:nvSpPr>
          <p:spPr>
            <a:xfrm>
              <a:off x="3447288" y="2267712"/>
              <a:ext cx="206654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건강인 참조</a:t>
              </a: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447288" y="2761488"/>
              <a:ext cx="20665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건강인 15명</a:t>
              </a:r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337560" y="3218688"/>
              <a:ext cx="2267712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양손 </a:t>
              </a:r>
              <a:r>
                <a:rPr lang="en-US" altLang="ko-KR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4</a:t>
              </a:r>
              <a:r>
                <a:rPr lang="ko-KR" altLang="en-US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과제 </a:t>
              </a:r>
              <a:r>
                <a:rPr lang="en-US" altLang="ko-KR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</a:t>
              </a:r>
              <a:r>
                <a:rPr lang="ko-KR" altLang="en-US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과제당 </a:t>
              </a:r>
              <a:r>
                <a:rPr lang="en-US" altLang="ko-KR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8</a:t>
              </a:r>
              <a:r>
                <a:rPr lang="ko-KR" altLang="en-US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회 </a:t>
              </a:r>
              <a:r>
                <a:rPr lang="ko-KR" altLang="en-US" sz="1600" dirty="0" err="1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반복값을</a:t>
              </a:r>
              <a:r>
                <a:rPr lang="ko-KR" altLang="en-US" sz="1600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개인별 요약→ 과제별 건강인 참조분포 구축</a:t>
              </a:r>
              <a:endParaRPr lang="en-US" sz="100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7242048" y="3108960"/>
            <a:ext cx="393192" cy="0"/>
          </a:xfrm>
          <a:prstGeom prst="line">
            <a:avLst/>
          </a:prstGeom>
          <a:noFill/>
          <a:ln w="3048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811A0DB-C5AE-45BE-97E6-625C28243363}"/>
              </a:ext>
            </a:extLst>
          </p:cNvPr>
          <p:cNvGrpSpPr/>
          <p:nvPr/>
        </p:nvGrpSpPr>
        <p:grpSpPr>
          <a:xfrm>
            <a:off x="7662672" y="1947672"/>
            <a:ext cx="2286000" cy="2423160"/>
            <a:chOff x="8823960" y="1965960"/>
            <a:chExt cx="2286000" cy="2423160"/>
          </a:xfrm>
        </p:grpSpPr>
        <p:sp>
          <p:nvSpPr>
            <p:cNvPr id="27" name="Shape 25"/>
            <p:cNvSpPr/>
            <p:nvPr/>
          </p:nvSpPr>
          <p:spPr>
            <a:xfrm>
              <a:off x="8823960" y="1965960"/>
              <a:ext cx="2286000" cy="2423160"/>
            </a:xfrm>
            <a:prstGeom prst="roundRect">
              <a:avLst>
                <a:gd name="adj" fmla="val 4800"/>
              </a:avLst>
            </a:prstGeom>
            <a:solidFill>
              <a:srgbClr val="EFF5F8"/>
            </a:solidFill>
            <a:ln w="15240">
              <a:solidFill>
                <a:srgbClr val="23467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8" name="Text 26"/>
            <p:cNvSpPr/>
            <p:nvPr/>
          </p:nvSpPr>
          <p:spPr>
            <a:xfrm>
              <a:off x="8933688" y="2267712"/>
              <a:ext cx="206654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</a:t>
              </a:r>
              <a:r>
                <a:rPr lang="en-US" sz="2400" b="1" dirty="0" err="1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환자</a:t>
              </a:r>
              <a:r>
                <a:rPr 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본 실험</a:t>
              </a: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933688" y="2761488"/>
              <a:ext cx="20665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편마비 15명</a:t>
              </a: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025128" y="3218688"/>
              <a:ext cx="18836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4과제 × 8회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Expert reference + A1–A4 평가+</a:t>
              </a:r>
              <a:r>
                <a:rPr lang="en-US" altLang="ko-KR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A0 </a:t>
              </a:r>
              <a:r>
                <a:rPr lang="ko-KR" altLang="en-US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수치 </a:t>
              </a:r>
              <a:r>
                <a:rPr lang="en-US" altLang="ko-KR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baseline</a:t>
              </a:r>
              <a:r>
                <a:rPr lang="ko-KR" altLang="en-US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과 비교</a:t>
              </a:r>
              <a:endParaRPr lang="en-US" sz="14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1051560" y="4882896"/>
            <a:ext cx="10104120" cy="777240"/>
          </a:xfrm>
          <a:prstGeom prst="rect">
            <a:avLst/>
          </a:prstGeom>
          <a:solidFill>
            <a:srgbClr val="FBF7E9"/>
          </a:solidFill>
          <a:ln w="12700">
            <a:solidFill>
              <a:srgbClr val="E1CD89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2" name="Text 30"/>
          <p:cNvSpPr/>
          <p:nvPr/>
        </p:nvSpPr>
        <p:spPr>
          <a:xfrm>
            <a:off x="1051560" y="4882895"/>
            <a:ext cx="1008888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원칙 </a:t>
            </a:r>
            <a:r>
              <a: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sz="2000" b="1" dirty="0" err="1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개발군</a:t>
            </a: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명은 최종 성능분석에서 제외하며</a:t>
            </a:r>
            <a:r>
              <a: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</a:t>
            </a:r>
            <a:r>
              <a: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</a:t>
            </a: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독립 표본으로 취급하지 않고</a:t>
            </a:r>
            <a:r>
              <a:rPr lang="en-US" altLang="ko-KR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0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수준에서 집계하여 분석</a:t>
            </a:r>
            <a:endParaRPr lang="en-US" altLang="ko-KR" sz="2000" b="1" dirty="0">
              <a:solidFill>
                <a:srgbClr val="2832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20065B-0AC3-BCB6-AA7B-9ECD838AE8DE}"/>
              </a:ext>
            </a:extLst>
          </p:cNvPr>
          <p:cNvSpPr txBox="1"/>
          <p:nvPr/>
        </p:nvSpPr>
        <p:spPr>
          <a:xfrm>
            <a:off x="3072473" y="5803428"/>
            <a:ext cx="7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/>
              <a:t>건강인 참조와 환자 분석 모두 </a:t>
            </a:r>
            <a:r>
              <a:rPr lang="ko-KR" altLang="ko-KR" sz="1400" dirty="0" err="1"/>
              <a:t>participant-level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요약값을</a:t>
            </a:r>
            <a:r>
              <a:rPr lang="ko-KR" altLang="ko-KR" sz="1400" dirty="0"/>
              <a:t> 기준으로 해석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평가 과제 및 시행 흐름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RGB-D 측정 및 운동학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14-frame 입력 및 추론 절차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72600" y="619816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005134" y="201168"/>
            <a:ext cx="1699186" cy="446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922058" y="6107840"/>
            <a:ext cx="2690822" cy="58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14012" y="201167"/>
            <a:ext cx="1690308" cy="402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평가 과제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78528" y="804672"/>
            <a:ext cx="283464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751680" y="8778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평가 과제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손 개폐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파지 형태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과제당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reach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팔 이동의 영향을 최소화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67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기본적인 능동적 </a:t>
            </a:r>
            <a:endParaRPr lang="en-US" altLang="ko-KR" dirty="0">
              <a:solidFill>
                <a:srgbClr val="2832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개폐 능력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2900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2" name="Shape 20"/>
          <p:cNvSpPr/>
          <p:nvPr/>
        </p:nvSpPr>
        <p:spPr>
          <a:xfrm>
            <a:off x="4178808" y="2212848"/>
            <a:ext cx="822960" cy="228600"/>
          </a:xfrm>
          <a:prstGeom prst="ellipse">
            <a:avLst/>
          </a:prstGeom>
          <a:solidFill>
            <a:srgbClr val="E7EEF3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3" name="Shape 21"/>
          <p:cNvSpPr/>
          <p:nvPr/>
        </p:nvSpPr>
        <p:spPr>
          <a:xfrm>
            <a:off x="4178808" y="2331720"/>
            <a:ext cx="8229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4" name="Shape 22"/>
          <p:cNvSpPr/>
          <p:nvPr/>
        </p:nvSpPr>
        <p:spPr>
          <a:xfrm>
            <a:off x="4178808" y="3154680"/>
            <a:ext cx="822960" cy="228600"/>
          </a:xfrm>
          <a:prstGeom prst="ellipse">
            <a:avLst/>
          </a:prstGeom>
          <a:solidFill>
            <a:srgbClr val="DDE8EF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5" name="Text 23"/>
          <p:cNvSpPr/>
          <p:nvPr/>
        </p:nvSpPr>
        <p:spPr>
          <a:xfrm>
            <a:off x="361188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 파지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593592" y="416052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algn="ctr"/>
            <a:r>
              <a:rPr lang="ko-KR" altLang="ko-KR" sz="2000" dirty="0"/>
              <a:t>대표적인 손바닥 파지에서 손 벌림과 파지 형성 평가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9" name="Text 27"/>
          <p:cNvSpPr/>
          <p:nvPr/>
        </p:nvSpPr>
        <p:spPr>
          <a:xfrm>
            <a:off x="640080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 파지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82512" y="4119017"/>
            <a:ext cx="2011680" cy="8419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ko-KR" altLang="en-US" sz="2000" dirty="0"/>
              <a:t>물체 형상에 </a:t>
            </a:r>
            <a:r>
              <a:rPr lang="ko-KR" altLang="en-US" sz="2000"/>
              <a:t>따른 손 </a:t>
            </a:r>
            <a:r>
              <a:rPr lang="ko-KR" altLang="en-US" sz="2000" dirty="0"/>
              <a:t>전체의 벌림</a:t>
            </a:r>
            <a:r>
              <a:rPr lang="en-US" altLang="ko-KR" sz="2000" dirty="0"/>
              <a:t>·</a:t>
            </a:r>
            <a:r>
              <a:rPr lang="ko-KR" altLang="en-US" sz="2000" dirty="0"/>
              <a:t>감싸기 전략 평가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0684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5" name="Text 33"/>
          <p:cNvSpPr/>
          <p:nvPr/>
        </p:nvSpPr>
        <p:spPr>
          <a:xfrm>
            <a:off x="918972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측면집기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171432" y="4105189"/>
            <a:ext cx="2011680" cy="8557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ko-KR" dirty="0"/>
              <a:t>엄지 중심의 정밀 파지와 손가락 </a:t>
            </a:r>
            <a:r>
              <a:rPr lang="ko-KR" altLang="ko-KR" dirty="0" err="1"/>
              <a:t>협응</a:t>
            </a:r>
            <a:r>
              <a:rPr lang="ko-KR" altLang="ko-KR" dirty="0"/>
              <a:t> 평가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5486400"/>
            <a:ext cx="10012680" cy="62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참조 필요 이유 </a:t>
            </a:r>
            <a:r>
              <a:rPr lang="en-US" altLang="ko-KR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Grip type</a:t>
            </a:r>
            <a:r>
              <a:rPr lang="ko-KR" altLang="en-US" sz="20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물체 형상에 따라 정상 손 모양과 운동학 분포가 달라질 수 있음</a:t>
            </a:r>
            <a:endParaRPr lang="en-US" dirty="0"/>
          </a:p>
        </p:txBody>
      </p:sp>
      <p:pic>
        <p:nvPicPr>
          <p:cNvPr id="39" name="그래픽 38" descr="올린 손 윤곽선">
            <a:extLst>
              <a:ext uri="{FF2B5EF4-FFF2-40B4-BE49-F238E27FC236}">
                <a16:creationId xmlns:a16="http://schemas.microsoft.com/office/drawing/2014/main" id="{8A757F37-DA87-99EF-D96D-DDCB02DD5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103120"/>
            <a:ext cx="1417320" cy="1417320"/>
          </a:xfrm>
          <a:prstGeom prst="rect">
            <a:avLst/>
          </a:prstGeom>
        </p:spPr>
      </p:pic>
      <p:pic>
        <p:nvPicPr>
          <p:cNvPr id="41" name="그래픽 40" descr="하비 공 100% 윤곽선">
            <a:extLst>
              <a:ext uri="{FF2B5EF4-FFF2-40B4-BE49-F238E27FC236}">
                <a16:creationId xmlns:a16="http://schemas.microsoft.com/office/drawing/2014/main" id="{3476B910-6C89-5440-644C-2B15E845C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260" y="2053183"/>
            <a:ext cx="1463040" cy="1463040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D3184C15-3B2F-C0B6-9ADC-C8E0F40E7D6C}"/>
              </a:ext>
            </a:extLst>
          </p:cNvPr>
          <p:cNvGrpSpPr/>
          <p:nvPr/>
        </p:nvGrpSpPr>
        <p:grpSpPr>
          <a:xfrm>
            <a:off x="9389023" y="2249309"/>
            <a:ext cx="1756891" cy="1234440"/>
            <a:chOff x="9353069" y="2487168"/>
            <a:chExt cx="1308835" cy="914400"/>
          </a:xfrm>
        </p:grpSpPr>
        <p:sp>
          <p:nvSpPr>
            <p:cNvPr id="32" name="Shape 30"/>
            <p:cNvSpPr/>
            <p:nvPr/>
          </p:nvSpPr>
          <p:spPr>
            <a:xfrm rot="5400000">
              <a:off x="9948672" y="2176272"/>
              <a:ext cx="384048" cy="1042416"/>
            </a:xfrm>
            <a:prstGeom prst="roundRect">
              <a:avLst>
                <a:gd name="adj" fmla="val 9524"/>
              </a:avLst>
            </a:prstGeom>
            <a:solidFill>
              <a:srgbClr val="F7EEDF"/>
            </a:solidFill>
            <a:ln w="12700">
              <a:solidFill>
                <a:srgbClr val="E5912B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pic>
          <p:nvPicPr>
            <p:cNvPr id="43" name="그래픽 42" descr="오른쪽을 가리키는 검지  윤곽선">
              <a:extLst>
                <a:ext uri="{FF2B5EF4-FFF2-40B4-BE49-F238E27FC236}">
                  <a16:creationId xmlns:a16="http://schemas.microsoft.com/office/drawing/2014/main" id="{DA407A9B-9AA4-0393-C781-BED5BB78E5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53069" y="2487168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507" y="652886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9015341" y="6126110"/>
            <a:ext cx="2597539" cy="56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7379" y="201167"/>
            <a:ext cx="171694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평가 과제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21328" y="804672"/>
            <a:ext cx="374904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294480" y="87782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시행 흐름과 rubric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과제는 파지 형성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해제로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과제는 개방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재개방으로 서로 다른 수행단계를 평가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39" y="1828800"/>
            <a:ext cx="16994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과제</a:t>
            </a:r>
            <a:endParaRPr lang="en-US" sz="20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123FCCE-B5BA-44EB-F8DC-CA6726E2B622}"/>
              </a:ext>
            </a:extLst>
          </p:cNvPr>
          <p:cNvGrpSpPr/>
          <p:nvPr/>
        </p:nvGrpSpPr>
        <p:grpSpPr>
          <a:xfrm>
            <a:off x="713232" y="2194560"/>
            <a:ext cx="1563624" cy="960120"/>
            <a:chOff x="713232" y="2194560"/>
            <a:chExt cx="1901952" cy="960120"/>
          </a:xfrm>
        </p:grpSpPr>
        <p:sp>
          <p:nvSpPr>
            <p:cNvPr id="13" name="Shape 11"/>
            <p:cNvSpPr/>
            <p:nvPr/>
          </p:nvSpPr>
          <p:spPr>
            <a:xfrm>
              <a:off x="713232" y="2194560"/>
              <a:ext cx="1901952" cy="960120"/>
            </a:xfrm>
            <a:prstGeom prst="rect">
              <a:avLst/>
            </a:prstGeom>
            <a:solidFill>
              <a:srgbClr val="E8EEF3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4" name="Text 12"/>
            <p:cNvSpPr/>
            <p:nvPr/>
          </p:nvSpPr>
          <p:spPr>
            <a:xfrm>
              <a:off x="78638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시작자세</a:t>
              </a:r>
              <a:endParaRPr lang="en-US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3618795" y="4618089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72B9C0F-4AB5-29D6-4E59-50C1A858D826}"/>
              </a:ext>
            </a:extLst>
          </p:cNvPr>
          <p:cNvGrpSpPr/>
          <p:nvPr/>
        </p:nvGrpSpPr>
        <p:grpSpPr>
          <a:xfrm>
            <a:off x="2618947" y="2194560"/>
            <a:ext cx="1556099" cy="960120"/>
            <a:chOff x="2953512" y="2194560"/>
            <a:chExt cx="1901952" cy="960120"/>
          </a:xfrm>
        </p:grpSpPr>
        <p:sp>
          <p:nvSpPr>
            <p:cNvPr id="16" name="Shape 14"/>
            <p:cNvSpPr/>
            <p:nvPr/>
          </p:nvSpPr>
          <p:spPr>
            <a:xfrm>
              <a:off x="2953512" y="2194560"/>
              <a:ext cx="1901952" cy="960120"/>
            </a:xfrm>
            <a:prstGeom prst="rect">
              <a:avLst/>
            </a:prstGeom>
            <a:solidFill>
              <a:srgbClr val="EAF3F8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17" name="Text 15"/>
            <p:cNvSpPr/>
            <p:nvPr/>
          </p:nvSpPr>
          <p:spPr>
            <a:xfrm>
              <a:off x="302666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짧은 접근</a:t>
              </a:r>
              <a:endParaRPr lang="en-US" sz="16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4224131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D88A047-96DF-B4CC-479C-BE2DD46F3630}"/>
              </a:ext>
            </a:extLst>
          </p:cNvPr>
          <p:cNvGrpSpPr/>
          <p:nvPr/>
        </p:nvGrpSpPr>
        <p:grpSpPr>
          <a:xfrm>
            <a:off x="4499508" y="2194560"/>
            <a:ext cx="1556099" cy="960120"/>
            <a:chOff x="5193792" y="2194560"/>
            <a:chExt cx="1901952" cy="960120"/>
          </a:xfrm>
        </p:grpSpPr>
        <p:sp>
          <p:nvSpPr>
            <p:cNvPr id="19" name="Shape 17"/>
            <p:cNvSpPr/>
            <p:nvPr/>
          </p:nvSpPr>
          <p:spPr>
            <a:xfrm>
              <a:off x="5193792" y="2194560"/>
              <a:ext cx="1901952" cy="960120"/>
            </a:xfrm>
            <a:prstGeom prst="rect">
              <a:avLst/>
            </a:prstGeom>
            <a:solidFill>
              <a:srgbClr val="ECF8F5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0" name="Text 18"/>
            <p:cNvSpPr/>
            <p:nvPr/>
          </p:nvSpPr>
          <p:spPr>
            <a:xfrm>
              <a:off x="526694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1C9E9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파지형성</a:t>
              </a:r>
              <a:endParaRPr lang="en-US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6108192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3385779-96BF-35DC-1677-6EF9EFDB2084}"/>
              </a:ext>
            </a:extLst>
          </p:cNvPr>
          <p:cNvGrpSpPr/>
          <p:nvPr/>
        </p:nvGrpSpPr>
        <p:grpSpPr>
          <a:xfrm>
            <a:off x="6414269" y="2194560"/>
            <a:ext cx="1556099" cy="960120"/>
            <a:chOff x="7434072" y="2194560"/>
            <a:chExt cx="1901952" cy="960120"/>
          </a:xfrm>
        </p:grpSpPr>
        <p:sp>
          <p:nvSpPr>
            <p:cNvPr id="22" name="Shape 20"/>
            <p:cNvSpPr/>
            <p:nvPr/>
          </p:nvSpPr>
          <p:spPr>
            <a:xfrm>
              <a:off x="7434072" y="2194560"/>
              <a:ext cx="1901952" cy="960120"/>
            </a:xfrm>
            <a:prstGeom prst="rect">
              <a:avLst/>
            </a:prstGeom>
            <a:solidFill>
              <a:srgbClr val="F3EFF8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3" name="Text 21"/>
            <p:cNvSpPr/>
            <p:nvPr/>
          </p:nvSpPr>
          <p:spPr>
            <a:xfrm>
              <a:off x="750722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C58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r>
                <a:rPr lang="ko-KR" altLang="en-US" sz="2000" b="1" dirty="0">
                  <a:solidFill>
                    <a:srgbClr val="6C58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 유지</a:t>
              </a:r>
              <a:endParaRPr lang="en-US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8014716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C7619B9-9033-FDEF-9E6B-C4E9456892DF}"/>
              </a:ext>
            </a:extLst>
          </p:cNvPr>
          <p:cNvGrpSpPr/>
          <p:nvPr/>
        </p:nvGrpSpPr>
        <p:grpSpPr>
          <a:xfrm>
            <a:off x="8329030" y="2194560"/>
            <a:ext cx="1556099" cy="960120"/>
            <a:chOff x="9674352" y="2194560"/>
            <a:chExt cx="1901952" cy="960120"/>
          </a:xfrm>
        </p:grpSpPr>
        <p:sp>
          <p:nvSpPr>
            <p:cNvPr id="25" name="Shape 23"/>
            <p:cNvSpPr/>
            <p:nvPr/>
          </p:nvSpPr>
          <p:spPr>
            <a:xfrm>
              <a:off x="9674352" y="2194560"/>
              <a:ext cx="1901952" cy="960120"/>
            </a:xfrm>
            <a:prstGeom prst="rect">
              <a:avLst/>
            </a:prstGeom>
            <a:solidFill>
              <a:srgbClr val="FBF5E8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6" name="Text 24"/>
            <p:cNvSpPr/>
            <p:nvPr/>
          </p:nvSpPr>
          <p:spPr>
            <a:xfrm>
              <a:off x="974750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능동 해제</a:t>
              </a:r>
              <a:endParaRPr lang="en-US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777239" y="3675888"/>
            <a:ext cx="1423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과제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05840" y="5532119"/>
            <a:ext cx="10104120" cy="5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</a:t>
            </a:r>
            <a:r>
              <a:rPr lang="en-US" altLang="ko-KR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과제와 맨손 과제는 서로 다른 기능적 수행을 평가하므로 별도의 </a:t>
            </a:r>
            <a:r>
              <a:rPr lang="en-US" altLang="ko-KR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</a:t>
            </a: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rubric</a:t>
            </a: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적용</a:t>
            </a:r>
            <a:endParaRPr lang="en-US" sz="12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D9392D7D-B15E-BA5D-B7C1-13150689DADF}"/>
              </a:ext>
            </a:extLst>
          </p:cNvPr>
          <p:cNvSpPr/>
          <p:nvPr/>
        </p:nvSpPr>
        <p:spPr>
          <a:xfrm>
            <a:off x="9981511" y="2674620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CD7A563-CBDC-E82F-DD47-48CD6C39A0F3}"/>
              </a:ext>
            </a:extLst>
          </p:cNvPr>
          <p:cNvGrpSpPr/>
          <p:nvPr/>
        </p:nvGrpSpPr>
        <p:grpSpPr>
          <a:xfrm>
            <a:off x="10295825" y="2189988"/>
            <a:ext cx="1556099" cy="960120"/>
            <a:chOff x="9674352" y="2194560"/>
            <a:chExt cx="1901952" cy="960120"/>
          </a:xfrm>
        </p:grpSpPr>
        <p:sp>
          <p:nvSpPr>
            <p:cNvPr id="47" name="Shape 23">
              <a:extLst>
                <a:ext uri="{FF2B5EF4-FFF2-40B4-BE49-F238E27FC236}">
                  <a16:creationId xmlns:a16="http://schemas.microsoft.com/office/drawing/2014/main" id="{D8CF2725-77AD-8E8F-DC34-29915A8DA426}"/>
                </a:ext>
              </a:extLst>
            </p:cNvPr>
            <p:cNvSpPr/>
            <p:nvPr/>
          </p:nvSpPr>
          <p:spPr>
            <a:xfrm>
              <a:off x="9674352" y="2194560"/>
              <a:ext cx="1901952" cy="960120"/>
            </a:xfrm>
            <a:prstGeom prst="rect">
              <a:avLst/>
            </a:prstGeom>
            <a:solidFill>
              <a:srgbClr val="FBF5E8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E40EE0A4-42E4-EF71-36CC-53896746DE44}"/>
                </a:ext>
              </a:extLst>
            </p:cNvPr>
            <p:cNvSpPr/>
            <p:nvPr/>
          </p:nvSpPr>
          <p:spPr>
            <a:xfrm>
              <a:off x="974750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altLang="ko-KR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 관찰</a:t>
              </a:r>
              <a:endParaRPr lang="en-US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3D28121-36BA-3071-991C-66E383EDDAB3}"/>
              </a:ext>
            </a:extLst>
          </p:cNvPr>
          <p:cNvGrpSpPr/>
          <p:nvPr/>
        </p:nvGrpSpPr>
        <p:grpSpPr>
          <a:xfrm>
            <a:off x="1931727" y="4188321"/>
            <a:ext cx="1563624" cy="960120"/>
            <a:chOff x="713232" y="2194560"/>
            <a:chExt cx="1901952" cy="960120"/>
          </a:xfrm>
        </p:grpSpPr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072D2A46-3E10-3808-0DC1-16975FD9B92E}"/>
                </a:ext>
              </a:extLst>
            </p:cNvPr>
            <p:cNvSpPr/>
            <p:nvPr/>
          </p:nvSpPr>
          <p:spPr>
            <a:xfrm>
              <a:off x="713232" y="2194560"/>
              <a:ext cx="1901952" cy="960120"/>
            </a:xfrm>
            <a:prstGeom prst="rect">
              <a:avLst/>
            </a:prstGeom>
            <a:solidFill>
              <a:srgbClr val="E8EEF3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5BC4435A-209A-0062-21B6-A0EB5C733A8E}"/>
                </a:ext>
              </a:extLst>
            </p:cNvPr>
            <p:cNvSpPr/>
            <p:nvPr/>
          </p:nvSpPr>
          <p:spPr>
            <a:xfrm>
              <a:off x="78638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개방</a:t>
              </a:r>
              <a:endParaRPr lang="en-US" dirty="0"/>
            </a:p>
          </p:txBody>
        </p:sp>
      </p:grpSp>
      <p:sp>
        <p:nvSpPr>
          <p:cNvPr id="52" name="Shape 13">
            <a:extLst>
              <a:ext uri="{FF2B5EF4-FFF2-40B4-BE49-F238E27FC236}">
                <a16:creationId xmlns:a16="http://schemas.microsoft.com/office/drawing/2014/main" id="{14506C32-F045-38B5-5855-D7C7F906C19B}"/>
              </a:ext>
            </a:extLst>
          </p:cNvPr>
          <p:cNvSpPr/>
          <p:nvPr/>
        </p:nvSpPr>
        <p:spPr>
          <a:xfrm>
            <a:off x="5676195" y="4618089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9E8CB3A-586D-38F4-EAAD-FA0286286BAE}"/>
              </a:ext>
            </a:extLst>
          </p:cNvPr>
          <p:cNvGrpSpPr/>
          <p:nvPr/>
        </p:nvGrpSpPr>
        <p:grpSpPr>
          <a:xfrm>
            <a:off x="3989127" y="4188321"/>
            <a:ext cx="1563624" cy="960120"/>
            <a:chOff x="713232" y="2194560"/>
            <a:chExt cx="1901952" cy="960120"/>
          </a:xfrm>
        </p:grpSpPr>
        <p:sp>
          <p:nvSpPr>
            <p:cNvPr id="54" name="Shape 11">
              <a:extLst>
                <a:ext uri="{FF2B5EF4-FFF2-40B4-BE49-F238E27FC236}">
                  <a16:creationId xmlns:a16="http://schemas.microsoft.com/office/drawing/2014/main" id="{25DB9FA0-A070-00E7-B2DD-63944E94D932}"/>
                </a:ext>
              </a:extLst>
            </p:cNvPr>
            <p:cNvSpPr/>
            <p:nvPr/>
          </p:nvSpPr>
          <p:spPr>
            <a:xfrm>
              <a:off x="713232" y="2194560"/>
              <a:ext cx="1901952" cy="960120"/>
            </a:xfrm>
            <a:prstGeom prst="rect">
              <a:avLst/>
            </a:prstGeom>
            <a:solidFill>
              <a:srgbClr val="E8EEF3"/>
            </a:solidFill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55" name="Text 12">
              <a:extLst>
                <a:ext uri="{FF2B5EF4-FFF2-40B4-BE49-F238E27FC236}">
                  <a16:creationId xmlns:a16="http://schemas.microsoft.com/office/drawing/2014/main" id="{9C12BD34-E81D-8BB7-88CD-C9AE88B93151}"/>
                </a:ext>
              </a:extLst>
            </p:cNvPr>
            <p:cNvSpPr/>
            <p:nvPr/>
          </p:nvSpPr>
          <p:spPr>
            <a:xfrm>
              <a:off x="786384" y="2496312"/>
              <a:ext cx="1755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폐쇄</a:t>
              </a:r>
              <a:endParaRPr lang="en-US" dirty="0"/>
            </a:p>
          </p:txBody>
        </p:sp>
      </p:grpSp>
      <p:sp>
        <p:nvSpPr>
          <p:cNvPr id="56" name="Shape 13">
            <a:extLst>
              <a:ext uri="{FF2B5EF4-FFF2-40B4-BE49-F238E27FC236}">
                <a16:creationId xmlns:a16="http://schemas.microsoft.com/office/drawing/2014/main" id="{6864A46E-2A94-C77C-F990-22FD0F746A26}"/>
              </a:ext>
            </a:extLst>
          </p:cNvPr>
          <p:cNvSpPr/>
          <p:nvPr/>
        </p:nvSpPr>
        <p:spPr>
          <a:xfrm>
            <a:off x="7733595" y="4626864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lstStyle/>
          <a:p>
            <a:endParaRPr sz="280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7EE19AA-14E9-A395-C64A-45C3E2C112CD}"/>
              </a:ext>
            </a:extLst>
          </p:cNvPr>
          <p:cNvGrpSpPr/>
          <p:nvPr/>
        </p:nvGrpSpPr>
        <p:grpSpPr>
          <a:xfrm>
            <a:off x="6046527" y="4197096"/>
            <a:ext cx="1563624" cy="960120"/>
            <a:chOff x="713232" y="2194560"/>
            <a:chExt cx="1901952" cy="9601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8" name="Shape 11">
              <a:extLst>
                <a:ext uri="{FF2B5EF4-FFF2-40B4-BE49-F238E27FC236}">
                  <a16:creationId xmlns:a16="http://schemas.microsoft.com/office/drawing/2014/main" id="{BB32B6A5-AE0D-8C77-0C87-41DA224F0A08}"/>
                </a:ext>
              </a:extLst>
            </p:cNvPr>
            <p:cNvSpPr/>
            <p:nvPr/>
          </p:nvSpPr>
          <p:spPr>
            <a:xfrm>
              <a:off x="713232" y="2194560"/>
              <a:ext cx="1901952" cy="960120"/>
            </a:xfrm>
            <a:prstGeom prst="rect">
              <a:avLst/>
            </a:prstGeom>
            <a:grpFill/>
            <a:ln w="12700">
              <a:solidFill>
                <a:srgbClr val="B9C6D1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B5C1EB43-5BFF-2B55-6F27-CFFADB2C9BD7}"/>
                </a:ext>
              </a:extLst>
            </p:cNvPr>
            <p:cNvSpPr/>
            <p:nvPr/>
          </p:nvSpPr>
          <p:spPr>
            <a:xfrm>
              <a:off x="786384" y="2496312"/>
              <a:ext cx="1755648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altLang="ko-KR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r>
                <a:rPr lang="ko-KR" altLang="en-US" sz="20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 유지</a:t>
              </a:r>
              <a:endParaRPr lang="en-US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D951C70-B422-D615-B0DA-F93CC552E35A}"/>
              </a:ext>
            </a:extLst>
          </p:cNvPr>
          <p:cNvGrpSpPr/>
          <p:nvPr/>
        </p:nvGrpSpPr>
        <p:grpSpPr>
          <a:xfrm>
            <a:off x="8103927" y="4188321"/>
            <a:ext cx="1563624" cy="960120"/>
            <a:chOff x="713232" y="2194560"/>
            <a:chExt cx="1901952" cy="96012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2" name="Shape 11">
              <a:extLst>
                <a:ext uri="{FF2B5EF4-FFF2-40B4-BE49-F238E27FC236}">
                  <a16:creationId xmlns:a16="http://schemas.microsoft.com/office/drawing/2014/main" id="{44B6E72C-07BC-806F-FE2C-6287A6B1C94E}"/>
                </a:ext>
              </a:extLst>
            </p:cNvPr>
            <p:cNvSpPr/>
            <p:nvPr/>
          </p:nvSpPr>
          <p:spPr>
            <a:xfrm>
              <a:off x="713232" y="2194560"/>
              <a:ext cx="1901952" cy="960120"/>
            </a:xfrm>
            <a:prstGeom prst="rect">
              <a:avLst/>
            </a:prstGeom>
            <a:grpFill/>
            <a:ln w="127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63" name="Text 12">
              <a:extLst>
                <a:ext uri="{FF2B5EF4-FFF2-40B4-BE49-F238E27FC236}">
                  <a16:creationId xmlns:a16="http://schemas.microsoft.com/office/drawing/2014/main" id="{9020539A-B69C-C4DD-3673-DB1C42731233}"/>
                </a:ext>
              </a:extLst>
            </p:cNvPr>
            <p:cNvSpPr/>
            <p:nvPr/>
          </p:nvSpPr>
          <p:spPr>
            <a:xfrm>
              <a:off x="786384" y="2496312"/>
              <a:ext cx="1755648" cy="256032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ko-KR" altLang="en-US" sz="2000" b="1" dirty="0" err="1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재개방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9024531" y="6010228"/>
            <a:ext cx="2588349" cy="68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80847" y="201167"/>
            <a:ext cx="1823473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 및 운동학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95648" y="804672"/>
            <a:ext cx="32004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568800" y="87782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및 정량지표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 손 궤적을 복원하고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핵심 운동학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구간별 보조지표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측정품질을 구분하여 계산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3017520" cy="361188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 dirty="0"/>
          </a:p>
        </p:txBody>
      </p:sp>
      <p:sp>
        <p:nvSpPr>
          <p:cNvPr id="13" name="Shape 11"/>
          <p:cNvSpPr/>
          <p:nvPr/>
        </p:nvSpPr>
        <p:spPr>
          <a:xfrm>
            <a:off x="868680" y="1828800"/>
            <a:ext cx="301752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4" name="Text 12"/>
          <p:cNvSpPr/>
          <p:nvPr/>
        </p:nvSpPr>
        <p:spPr>
          <a:xfrm>
            <a:off x="923544" y="1879092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측정 개념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6696" y="2304288"/>
            <a:ext cx="2761488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2000" b="1" dirty="0"/>
              <a:t>D455</a:t>
            </a:r>
            <a:r>
              <a:rPr lang="ko-KR" altLang="en-US" sz="2000" b="1" dirty="0"/>
              <a:t>로 </a:t>
            </a:r>
            <a:r>
              <a:rPr lang="en-US" altLang="ko-KR" sz="2000" b="1" dirty="0" err="1"/>
              <a:t>RGB·Depth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촬영 → </a:t>
            </a:r>
            <a:r>
              <a:rPr lang="en-US" altLang="ko-KR" sz="2000" b="1" dirty="0" err="1"/>
              <a:t>MediaPipe</a:t>
            </a:r>
            <a:r>
              <a:rPr lang="ko-KR" altLang="en-US" sz="2000" b="1" dirty="0"/>
              <a:t>로 손 </a:t>
            </a:r>
            <a:r>
              <a:rPr lang="en-US" altLang="ko-KR" sz="2000" b="1" dirty="0"/>
              <a:t>21</a:t>
            </a:r>
            <a:r>
              <a:rPr lang="ko-KR" altLang="en-US" sz="2000" b="1" dirty="0"/>
              <a:t>개 지점 추적</a:t>
            </a:r>
            <a:br>
              <a:rPr lang="en-US" altLang="ko-KR" sz="2000" b="1" dirty="0"/>
            </a:br>
            <a:r>
              <a:rPr lang="ko-KR" altLang="en-US" sz="2000" b="1" dirty="0"/>
              <a:t>→ 각 지점의 </a:t>
            </a:r>
            <a:r>
              <a:rPr lang="en-US" altLang="ko-KR" sz="2000" b="1" dirty="0"/>
              <a:t>Depth</a:t>
            </a:r>
            <a:r>
              <a:rPr lang="ko-KR" altLang="en-US" sz="2000" b="1" dirty="0"/>
              <a:t>를 이용해 </a:t>
            </a:r>
            <a:r>
              <a:rPr lang="en-US" altLang="ko-KR" sz="2000" b="1" dirty="0"/>
              <a:t>3D </a:t>
            </a:r>
            <a:r>
              <a:rPr lang="ko-KR" altLang="en-US" sz="2000" b="1" dirty="0"/>
              <a:t>위치 복원 </a:t>
            </a:r>
            <a:endParaRPr lang="en-US" altLang="ko-KR" sz="2000" b="1" dirty="0"/>
          </a:p>
          <a:p>
            <a:r>
              <a:rPr lang="ko-KR" altLang="en-US" sz="2000" b="1" dirty="0"/>
              <a:t>→ 엄지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검지 거리 변화 계산</a:t>
            </a:r>
            <a:endParaRPr lang="en-US" sz="2000" b="1" dirty="0"/>
          </a:p>
        </p:txBody>
      </p:sp>
      <p:sp>
        <p:nvSpPr>
          <p:cNvPr id="27" name="Shape 25"/>
          <p:cNvSpPr/>
          <p:nvPr/>
        </p:nvSpPr>
        <p:spPr>
          <a:xfrm>
            <a:off x="4114800" y="1828800"/>
            <a:ext cx="3383280" cy="361188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8" name="Shape 26"/>
          <p:cNvSpPr/>
          <p:nvPr/>
        </p:nvSpPr>
        <p:spPr>
          <a:xfrm>
            <a:off x="4114800" y="1828800"/>
            <a:ext cx="33832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9" name="Text 27"/>
          <p:cNvSpPr/>
          <p:nvPr/>
        </p:nvSpPr>
        <p:spPr>
          <a:xfrm>
            <a:off x="4169664" y="1879092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운동학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8"/>
              <p:cNvSpPr/>
              <p:nvPr/>
            </p:nvSpPr>
            <p:spPr>
              <a:xfrm>
                <a:off x="4242816" y="2304288"/>
                <a:ext cx="3127248" cy="301752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>
                <a:normAutofit fontScale="925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b="1" dirty="0"/>
                  <a:t>MGA</a:t>
                </a:r>
                <a:r>
                  <a:rPr lang="en-US" altLang="ko-KR" sz="2000" b="1" dirty="0"/>
                  <a:t>,</a:t>
                </a:r>
              </a:p>
              <a:p>
                <a:r>
                  <a:rPr lang="ko-KR" altLang="ko-KR" sz="2000" dirty="0"/>
                  <a:t>접촉 전 최대 엄지–검지 3D 거리</a:t>
                </a:r>
                <a:r>
                  <a:rPr lang="en-US" altLang="ko-KR" sz="2000" dirty="0"/>
                  <a:t>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ko-KR" sz="2000" b="1" dirty="0"/>
                  <a:t>TMGA</a:t>
                </a:r>
                <a:r>
                  <a:rPr lang="en-US" altLang="ko-KR" sz="2000" b="1" dirty="0"/>
                  <a:t>,</a:t>
                </a:r>
              </a:p>
              <a:p>
                <a:r>
                  <a:rPr lang="ko-KR" altLang="ko-KR" sz="2000" dirty="0"/>
                  <a:t>파지 형성구간에서 </a:t>
                </a:r>
                <a:r>
                  <a:rPr lang="ko-KR" altLang="ko-KR" sz="2000" dirty="0" err="1"/>
                  <a:t>MGA가</a:t>
                </a:r>
                <a:r>
                  <a:rPr lang="ko-KR" altLang="ko-KR" sz="2000" dirty="0"/>
                  <a:t> 발생한 상대시점</a:t>
                </a:r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𝑇𝑀𝐺𝐴</m:t>
                      </m:r>
                      <m:r>
                        <a:rPr lang="en-US" altLang="ko-KR" sz="20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𝑀𝐺𝐴</m:t>
                              </m:r>
                            </m:sub>
                          </m:sSub>
                          <m:r>
                            <a:rPr lang="en-US" altLang="ko-KR" sz="20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𝑐𝑜𝑛𝑡𝑎𝑐𝑡</m:t>
                              </m:r>
                            </m:sub>
                          </m:sSub>
                          <m:r>
                            <a:rPr lang="en-US" altLang="ko-KR" sz="20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000" i="1" dirty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816" y="2304288"/>
                <a:ext cx="3127248" cy="3017520"/>
              </a:xfrm>
              <a:prstGeom prst="rect">
                <a:avLst/>
              </a:prstGeom>
              <a:blipFill>
                <a:blip r:embed="rId3"/>
                <a:stretch>
                  <a:fillRect l="-4678" t="-2424" r="-155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>
            <a:extLst>
              <a:ext uri="{FF2B5EF4-FFF2-40B4-BE49-F238E27FC236}">
                <a16:creationId xmlns:a16="http://schemas.microsoft.com/office/drawing/2014/main" id="{91A0E5F2-5C1A-8003-6EE4-0D5CD34E1D02}"/>
              </a:ext>
            </a:extLst>
          </p:cNvPr>
          <p:cNvGrpSpPr/>
          <p:nvPr/>
        </p:nvGrpSpPr>
        <p:grpSpPr>
          <a:xfrm>
            <a:off x="7726680" y="1828801"/>
            <a:ext cx="3383280" cy="1755279"/>
            <a:chOff x="7726680" y="1828801"/>
            <a:chExt cx="3383280" cy="175527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5D8DB0B-88AE-5F83-0E81-3761191E5F33}"/>
                </a:ext>
              </a:extLst>
            </p:cNvPr>
            <p:cNvGrpSpPr/>
            <p:nvPr/>
          </p:nvGrpSpPr>
          <p:grpSpPr>
            <a:xfrm>
              <a:off x="7726680" y="1828801"/>
              <a:ext cx="3383280" cy="1755279"/>
              <a:chOff x="7726680" y="1828800"/>
              <a:chExt cx="3383280" cy="1864593"/>
            </a:xfrm>
          </p:grpSpPr>
          <p:sp>
            <p:nvSpPr>
              <p:cNvPr id="41" name="Shape 25">
                <a:extLst>
                  <a:ext uri="{FF2B5EF4-FFF2-40B4-BE49-F238E27FC236}">
                    <a16:creationId xmlns:a16="http://schemas.microsoft.com/office/drawing/2014/main" id="{D771ADCC-6E95-084D-6BD3-E6C7FB81DA23}"/>
                  </a:ext>
                </a:extLst>
              </p:cNvPr>
              <p:cNvSpPr/>
              <p:nvPr/>
            </p:nvSpPr>
            <p:spPr>
              <a:xfrm>
                <a:off x="7726680" y="1828800"/>
                <a:ext cx="3383280" cy="1864593"/>
              </a:xfrm>
              <a:prstGeom prst="rect">
                <a:avLst/>
              </a:prstGeom>
              <a:solidFill>
                <a:srgbClr val="F5F8FA"/>
              </a:solidFill>
              <a:ln w="12700">
                <a:solidFill>
                  <a:srgbClr val="BFCBD6"/>
                </a:solidFill>
                <a:prstDash val="solid"/>
              </a:ln>
            </p:spPr>
            <p:txBody>
              <a:bodyPr/>
              <a:lstStyle/>
              <a:p>
                <a:endParaRPr sz="2800"/>
              </a:p>
            </p:txBody>
          </p:sp>
          <p:sp>
            <p:nvSpPr>
              <p:cNvPr id="43" name="Shape 26">
                <a:extLst>
                  <a:ext uri="{FF2B5EF4-FFF2-40B4-BE49-F238E27FC236}">
                    <a16:creationId xmlns:a16="http://schemas.microsoft.com/office/drawing/2014/main" id="{A62708ED-B2D6-5C4F-1949-548F271402FE}"/>
                  </a:ext>
                </a:extLst>
              </p:cNvPr>
              <p:cNvSpPr/>
              <p:nvPr/>
            </p:nvSpPr>
            <p:spPr>
              <a:xfrm>
                <a:off x="7726680" y="1828800"/>
                <a:ext cx="3383280" cy="329184"/>
              </a:xfrm>
              <a:prstGeom prst="rect">
                <a:avLst/>
              </a:prstGeom>
              <a:solidFill>
                <a:srgbClr val="23467B"/>
              </a:solidFill>
              <a:ln w="12700">
                <a:solidFill>
                  <a:srgbClr val="23467B"/>
                </a:solidFill>
                <a:prstDash val="solid"/>
              </a:ln>
            </p:spPr>
            <p:txBody>
              <a:bodyPr/>
              <a:lstStyle/>
              <a:p>
                <a:endParaRPr sz="2800"/>
              </a:p>
            </p:txBody>
          </p:sp>
          <p:sp>
            <p:nvSpPr>
              <p:cNvPr id="45" name="Text 27">
                <a:extLst>
                  <a:ext uri="{FF2B5EF4-FFF2-40B4-BE49-F238E27FC236}">
                    <a16:creationId xmlns:a16="http://schemas.microsoft.com/office/drawing/2014/main" id="{E2562B4D-C1C6-4849-A3B8-13E38B91C33A}"/>
                  </a:ext>
                </a:extLst>
              </p:cNvPr>
              <p:cNvSpPr/>
              <p:nvPr/>
            </p:nvSpPr>
            <p:spPr>
              <a:xfrm>
                <a:off x="7781544" y="1879092"/>
                <a:ext cx="3273552" cy="2103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ko-KR" altLang="en-US" sz="16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구간별 보조지표</a:t>
                </a:r>
                <a:endParaRPr lang="en-US" sz="1400" dirty="0"/>
              </a:p>
            </p:txBody>
          </p:sp>
        </p:grpSp>
        <p:sp>
          <p:nvSpPr>
            <p:cNvPr id="47" name="Text 28">
              <a:extLst>
                <a:ext uri="{FF2B5EF4-FFF2-40B4-BE49-F238E27FC236}">
                  <a16:creationId xmlns:a16="http://schemas.microsoft.com/office/drawing/2014/main" id="{47D0CC2C-6603-E0F0-2539-8531BC4E80DF}"/>
                </a:ext>
              </a:extLst>
            </p:cNvPr>
            <p:cNvSpPr/>
            <p:nvPr/>
          </p:nvSpPr>
          <p:spPr>
            <a:xfrm>
              <a:off x="7854696" y="2304288"/>
              <a:ext cx="3127248" cy="12797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000" b="1" dirty="0"/>
                <a:t>유지구간 벌림 변동성</a:t>
              </a:r>
              <a:endParaRPr lang="en-US" altLang="ko-KR" sz="20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000" b="1" dirty="0"/>
                <a:t>해제구간 벌림 변화량/궤적</a:t>
              </a:r>
              <a:endParaRPr lang="en-US" altLang="ko-KR" sz="20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ko-KR" sz="2000" b="1" dirty="0"/>
                <a:t>준비/파지 형성 시간</a:t>
              </a:r>
              <a:endParaRPr lang="en-US" sz="2000" b="1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CDF9658-497E-B664-9283-F3F8513302F1}"/>
              </a:ext>
            </a:extLst>
          </p:cNvPr>
          <p:cNvGrpSpPr/>
          <p:nvPr/>
        </p:nvGrpSpPr>
        <p:grpSpPr>
          <a:xfrm>
            <a:off x="7726680" y="3679343"/>
            <a:ext cx="3383280" cy="1755279"/>
            <a:chOff x="7726680" y="1828801"/>
            <a:chExt cx="3383280" cy="1755279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6EFED4F-6AD9-9AEF-7A1A-E637BF542102}"/>
                </a:ext>
              </a:extLst>
            </p:cNvPr>
            <p:cNvGrpSpPr/>
            <p:nvPr/>
          </p:nvGrpSpPr>
          <p:grpSpPr>
            <a:xfrm>
              <a:off x="7726680" y="1828801"/>
              <a:ext cx="3383280" cy="1755279"/>
              <a:chOff x="7726680" y="1828800"/>
              <a:chExt cx="3383280" cy="1864593"/>
            </a:xfrm>
          </p:grpSpPr>
          <p:sp>
            <p:nvSpPr>
              <p:cNvPr id="35" name="Shape 25">
                <a:extLst>
                  <a:ext uri="{FF2B5EF4-FFF2-40B4-BE49-F238E27FC236}">
                    <a16:creationId xmlns:a16="http://schemas.microsoft.com/office/drawing/2014/main" id="{4AEA90C7-42DA-E474-6AAC-10D42842961A}"/>
                  </a:ext>
                </a:extLst>
              </p:cNvPr>
              <p:cNvSpPr/>
              <p:nvPr/>
            </p:nvSpPr>
            <p:spPr>
              <a:xfrm>
                <a:off x="7726680" y="1828800"/>
                <a:ext cx="3383280" cy="1864593"/>
              </a:xfrm>
              <a:prstGeom prst="rect">
                <a:avLst/>
              </a:prstGeom>
              <a:solidFill>
                <a:srgbClr val="F5F8FA"/>
              </a:solidFill>
              <a:ln w="12700">
                <a:solidFill>
                  <a:srgbClr val="BFCBD6"/>
                </a:solidFill>
                <a:prstDash val="solid"/>
              </a:ln>
            </p:spPr>
            <p:txBody>
              <a:bodyPr/>
              <a:lstStyle/>
              <a:p>
                <a:endParaRPr sz="2800"/>
              </a:p>
            </p:txBody>
          </p:sp>
          <p:sp>
            <p:nvSpPr>
              <p:cNvPr id="36" name="Shape 26">
                <a:extLst>
                  <a:ext uri="{FF2B5EF4-FFF2-40B4-BE49-F238E27FC236}">
                    <a16:creationId xmlns:a16="http://schemas.microsoft.com/office/drawing/2014/main" id="{18994DF9-5B23-F06D-BE5D-67E4595F1009}"/>
                  </a:ext>
                </a:extLst>
              </p:cNvPr>
              <p:cNvSpPr/>
              <p:nvPr/>
            </p:nvSpPr>
            <p:spPr>
              <a:xfrm>
                <a:off x="7726680" y="1828800"/>
                <a:ext cx="3383280" cy="329184"/>
              </a:xfrm>
              <a:prstGeom prst="rect">
                <a:avLst/>
              </a:prstGeom>
              <a:solidFill>
                <a:srgbClr val="23467B"/>
              </a:solidFill>
              <a:ln w="12700">
                <a:solidFill>
                  <a:srgbClr val="23467B"/>
                </a:solidFill>
                <a:prstDash val="solid"/>
              </a:ln>
            </p:spPr>
            <p:txBody>
              <a:bodyPr/>
              <a:lstStyle/>
              <a:p>
                <a:endParaRPr sz="2800"/>
              </a:p>
            </p:txBody>
          </p:sp>
          <p:sp>
            <p:nvSpPr>
              <p:cNvPr id="37" name="Text 27">
                <a:extLst>
                  <a:ext uri="{FF2B5EF4-FFF2-40B4-BE49-F238E27FC236}">
                    <a16:creationId xmlns:a16="http://schemas.microsoft.com/office/drawing/2014/main" id="{E4084BC1-0894-EF15-2F2F-E191DD9F2AAA}"/>
                  </a:ext>
                </a:extLst>
              </p:cNvPr>
              <p:cNvSpPr/>
              <p:nvPr/>
            </p:nvSpPr>
            <p:spPr>
              <a:xfrm>
                <a:off x="7781544" y="1879092"/>
                <a:ext cx="3273552" cy="2103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ko-KR" altLang="en-US" sz="16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측정품질</a:t>
                </a:r>
                <a:endParaRPr lang="en-US" sz="1400" dirty="0"/>
              </a:p>
            </p:txBody>
          </p:sp>
        </p:grp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A8DCC672-E9B0-2A11-25E7-913C9651BA07}"/>
                </a:ext>
              </a:extLst>
            </p:cNvPr>
            <p:cNvSpPr/>
            <p:nvPr/>
          </p:nvSpPr>
          <p:spPr>
            <a:xfrm>
              <a:off x="7854696" y="2304288"/>
              <a:ext cx="3127248" cy="12797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b="1" dirty="0"/>
                <a:t>유효 프레임 비율</a:t>
              </a:r>
              <a:endParaRPr lang="en-US" altLang="ko-KR" sz="20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b="1" dirty="0"/>
                <a:t>최대 </a:t>
              </a:r>
              <a:r>
                <a:rPr lang="ko-KR" altLang="en-US" sz="2000" b="1" dirty="0" err="1"/>
                <a:t>연속결측구간</a:t>
              </a:r>
              <a:endParaRPr lang="en-US" altLang="ko-KR" sz="20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b="1" dirty="0"/>
                <a:t>분석구간 유효성</a:t>
              </a:r>
              <a:endParaRPr lang="en-US" sz="2000" b="1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951011" y="6069962"/>
            <a:ext cx="2661869" cy="62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68128" y="20116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14-frame 입력 및 추론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75608" y="804672"/>
            <a:ext cx="384048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248760" y="877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입력과 출력</a:t>
            </a: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비교조건은 같은 시행을 사용하고, A1–A3는 동일한 14개 이미지를 공유하여 “추가 정보”만 다르게 만든다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777240" y="3913632"/>
            <a:ext cx="297180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28" name="Shape 126"/>
          <p:cNvSpPr/>
          <p:nvPr/>
        </p:nvSpPr>
        <p:spPr>
          <a:xfrm>
            <a:off x="777240" y="3913632"/>
            <a:ext cx="297180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29" name="Text 127"/>
          <p:cNvSpPr/>
          <p:nvPr/>
        </p:nvSpPr>
        <p:spPr>
          <a:xfrm>
            <a:off x="832104" y="3963924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조건</a:t>
            </a:r>
            <a:endParaRPr lang="en-US" sz="1400" dirty="0"/>
          </a:p>
        </p:txBody>
      </p:sp>
      <p:sp>
        <p:nvSpPr>
          <p:cNvPr id="130" name="Text 128"/>
          <p:cNvSpPr/>
          <p:nvPr/>
        </p:nvSpPr>
        <p:spPr>
          <a:xfrm>
            <a:off x="905256" y="4389120"/>
            <a:ext cx="271576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A1</a:t>
            </a:r>
            <a:r>
              <a:rPr lang="en-US" altLang="ko-KR" sz="1600" dirty="0"/>
              <a:t>:</a:t>
            </a:r>
            <a:r>
              <a:rPr lang="ko-KR" altLang="ko-KR" sz="1600" dirty="0"/>
              <a:t> 영상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A2</a:t>
            </a:r>
            <a:r>
              <a:rPr lang="en-US" altLang="ko-KR" sz="1600" dirty="0"/>
              <a:t>:</a:t>
            </a:r>
            <a:r>
              <a:rPr lang="ko-KR" altLang="ko-KR" sz="1600" dirty="0"/>
              <a:t> </a:t>
            </a:r>
            <a:r>
              <a:rPr lang="ko-KR" altLang="ko-KR" sz="1600" dirty="0" err="1"/>
              <a:t>영상+운동학</a:t>
            </a:r>
            <a:r>
              <a:rPr lang="ko-KR" altLang="ko-KR" sz="1600" dirty="0"/>
              <a:t>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A3</a:t>
            </a:r>
            <a:r>
              <a:rPr lang="en-US" altLang="ko-KR" sz="1600" dirty="0"/>
              <a:t>:</a:t>
            </a:r>
            <a:r>
              <a:rPr lang="ko-KR" altLang="ko-KR" sz="1600" dirty="0"/>
              <a:t> </a:t>
            </a:r>
            <a:r>
              <a:rPr lang="ko-KR" altLang="ko-KR" sz="1600" dirty="0" err="1"/>
              <a:t>영상+운동학+참조</a:t>
            </a:r>
            <a:r>
              <a:rPr lang="ko-KR" altLang="ko-KR" sz="1600" dirty="0"/>
              <a:t>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A4</a:t>
            </a:r>
            <a:r>
              <a:rPr lang="en-US" altLang="ko-KR" sz="1600" dirty="0"/>
              <a:t>:</a:t>
            </a:r>
            <a:r>
              <a:rPr lang="ko-KR" altLang="ko-KR" sz="1600" dirty="0"/>
              <a:t> </a:t>
            </a:r>
            <a:r>
              <a:rPr lang="ko-KR" altLang="ko-KR" sz="1600" dirty="0" err="1"/>
              <a:t>운동학+참조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069080" y="3913632"/>
            <a:ext cx="333756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2" name="Shape 130"/>
          <p:cNvSpPr/>
          <p:nvPr/>
        </p:nvSpPr>
        <p:spPr>
          <a:xfrm>
            <a:off x="4069080" y="3913632"/>
            <a:ext cx="333756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3" name="Text 131"/>
          <p:cNvSpPr/>
          <p:nvPr/>
        </p:nvSpPr>
        <p:spPr>
          <a:xfrm>
            <a:off x="4123944" y="3963924"/>
            <a:ext cx="3227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</a:t>
            </a:r>
            <a:endParaRPr lang="en-US" sz="1400" dirty="0"/>
          </a:p>
        </p:txBody>
      </p:sp>
      <p:sp>
        <p:nvSpPr>
          <p:cNvPr id="134" name="Text 132"/>
          <p:cNvSpPr/>
          <p:nvPr/>
        </p:nvSpPr>
        <p:spPr>
          <a:xfrm>
            <a:off x="4197096" y="4389120"/>
            <a:ext cx="30815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과제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판정 </a:t>
            </a:r>
            <a:endParaRPr lang="en-US" altLang="ko-KR" sz="1600" dirty="0">
              <a:solidFill>
                <a:srgbClr val="2832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1600" dirty="0">
              <a:solidFill>
                <a:srgbClr val="2832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재개방판정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7726680" y="3913632"/>
            <a:ext cx="361188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6" name="Shape 134"/>
          <p:cNvSpPr/>
          <p:nvPr/>
        </p:nvSpPr>
        <p:spPr>
          <a:xfrm>
            <a:off x="7726680" y="3913632"/>
            <a:ext cx="36118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7" name="Text 135"/>
          <p:cNvSpPr/>
          <p:nvPr/>
        </p:nvSpPr>
        <p:spPr>
          <a:xfrm>
            <a:off x="7781544" y="3963924"/>
            <a:ext cx="3502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원칙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7854696" y="4389120"/>
            <a:ext cx="33558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동일 </a:t>
            </a:r>
            <a:r>
              <a:rPr lang="ko-KR" altLang="ko-KR" sz="1600" dirty="0" err="1"/>
              <a:t>시행·동일</a:t>
            </a:r>
            <a:r>
              <a:rPr lang="ko-KR" altLang="ko-KR" sz="1600" dirty="0"/>
              <a:t> 이미지 사용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추가 정보만 변경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dirty="0"/>
              <a:t>동일 출력 형식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1051560" y="58795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 </a:t>
            </a:r>
            <a:r>
              <a:rPr lang="en-US" altLang="ko-KR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영상정보를 유지한 채 운동학</a:t>
            </a:r>
            <a:r>
              <a:rPr lang="en-US" altLang="ko-KR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참조정보의 추가효과만 비교</a:t>
            </a:r>
            <a:endParaRPr lang="en-US" sz="1100" dirty="0"/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F9D1BAD2-F6B7-E8C5-800A-7898E289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66" y="1790243"/>
            <a:ext cx="10585398" cy="20150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주 분석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보조 분석 및 해석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예상 해석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033721" y="6114358"/>
            <a:ext cx="2579159" cy="35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104120" y="201167"/>
            <a:ext cx="1600200" cy="35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937226" y="6138334"/>
            <a:ext cx="2675654" cy="55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201167"/>
            <a:ext cx="1645920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 및 보조 분석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95648" y="804672"/>
            <a:ext cx="32004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9" name="Text 7"/>
          <p:cNvSpPr/>
          <p:nvPr/>
        </p:nvSpPr>
        <p:spPr>
          <a:xfrm>
            <a:off x="4568800" y="788423"/>
            <a:ext cx="3054096" cy="37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분석 방법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분석은 환자 단위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paired comparison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A3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r>
              <a:rPr lang="ko-KR" alt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전문가 참조평가 일치도를 비교한다</a:t>
            </a:r>
            <a:endParaRPr lang="en-US" sz="14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B382E51-BE9A-29B0-D9EA-B8B767762460}"/>
              </a:ext>
            </a:extLst>
          </p:cNvPr>
          <p:cNvGrpSpPr/>
          <p:nvPr/>
        </p:nvGrpSpPr>
        <p:grpSpPr>
          <a:xfrm>
            <a:off x="713232" y="4939598"/>
            <a:ext cx="5321808" cy="924740"/>
            <a:chOff x="822960" y="4514562"/>
            <a:chExt cx="5212080" cy="1234440"/>
          </a:xfrm>
        </p:grpSpPr>
        <p:sp>
          <p:nvSpPr>
            <p:cNvPr id="27" name="Shape 25"/>
            <p:cNvSpPr/>
            <p:nvPr/>
          </p:nvSpPr>
          <p:spPr>
            <a:xfrm>
              <a:off x="822960" y="4514562"/>
              <a:ext cx="5212080" cy="1234440"/>
            </a:xfrm>
            <a:prstGeom prst="rect">
              <a:avLst/>
            </a:prstGeom>
            <a:solidFill>
              <a:srgbClr val="F5F8FA"/>
            </a:solidFill>
            <a:ln w="12700">
              <a:solidFill>
                <a:srgbClr val="C8D3DC"/>
              </a:solidFill>
              <a:prstDash val="solid"/>
            </a:ln>
          </p:spPr>
          <p:txBody>
            <a:bodyPr/>
            <a:lstStyle/>
            <a:p>
              <a:endParaRPr sz="2800"/>
            </a:p>
          </p:txBody>
        </p:sp>
        <p:sp>
          <p:nvSpPr>
            <p:cNvPr id="28" name="Text 26"/>
            <p:cNvSpPr/>
            <p:nvPr/>
          </p:nvSpPr>
          <p:spPr>
            <a:xfrm>
              <a:off x="1097280" y="4640289"/>
              <a:ext cx="1173765" cy="688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23467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Primary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057400" y="4697443"/>
              <a:ext cx="3703320" cy="8169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A3−A1 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rgbClr val="28323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paired bootstrap 95% CI</a:t>
              </a:r>
            </a:p>
          </p:txBody>
        </p:sp>
      </p:grpSp>
      <p:sp>
        <p:nvSpPr>
          <p:cNvPr id="30" name="Shape 28"/>
          <p:cNvSpPr/>
          <p:nvPr/>
        </p:nvSpPr>
        <p:spPr>
          <a:xfrm>
            <a:off x="6156962" y="4918026"/>
            <a:ext cx="5181598" cy="946312"/>
          </a:xfrm>
          <a:prstGeom prst="rect">
            <a:avLst/>
          </a:prstGeom>
          <a:solidFill>
            <a:srgbClr val="F5F8FA"/>
          </a:solidFill>
          <a:ln w="12700">
            <a:solidFill>
              <a:srgbClr val="C8D3DC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1" name="Text 29"/>
          <p:cNvSpPr/>
          <p:nvPr/>
        </p:nvSpPr>
        <p:spPr>
          <a:xfrm>
            <a:off x="6350945" y="4951684"/>
            <a:ext cx="1598362" cy="650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836994" y="4988123"/>
            <a:ext cx="3407718" cy="85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agreement / κ / gradable rate / component accuracy / consistency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A2−A1, A3−A2, A3−A4, A3−A0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1508760" y="6014178"/>
                <a:ext cx="90982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altLang="ko-KR" sz="1600" b="1" i="1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𝑴𝑨𝑬</m:t>
                    </m:r>
                    <m:r>
                      <a:rPr lang="en-US" altLang="ko-KR" sz="1600" b="1" i="0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𝑴𝑨𝑬</m:t>
                    </m:r>
                    <m:d>
                      <m:dPr>
                        <m:ctrlPr>
                          <a:rPr lang="en-US" altLang="ko-KR" sz="1600" b="1" i="1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ko-KR" sz="1600" b="1" i="0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ko-KR" sz="1600" b="1" i="0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dirty="0" smtClean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𝑴𝑨𝑬</m:t>
                    </m:r>
                    <m:d>
                      <m:dPr>
                        <m:ctrlPr>
                          <a:rPr lang="en-US" altLang="ko-KR" sz="1600" b="1" i="1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ko-KR" sz="1600" b="1" i="0" dirty="0" smtClean="0">
                            <a:solidFill>
                              <a:srgbClr val="E1473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ko-KR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 dirty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altLang="ko-KR" sz="1600" b="1" i="1" dirty="0">
                        <a:solidFill>
                          <a:srgbClr val="E1473F"/>
                        </a:solidFill>
                        <a:latin typeface="Cambria Math" panose="02040503050406030204" pitchFamily="18" charset="0"/>
                      </a:rPr>
                      <m:t>𝑴𝑨𝑬</m:t>
                    </m:r>
                  </m:oMath>
                </a14:m>
                <a:r>
                  <a:rPr lang="en-US" altLang="ko-KR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&lt; 0 </a:t>
                </a:r>
                <a:r>
                  <a:rPr lang="ko-KR" altLang="en-US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이면 </a:t>
                </a:r>
                <a:r>
                  <a:rPr lang="en-US" altLang="ko-KR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A3</a:t>
                </a:r>
                <a:r>
                  <a:rPr lang="ko-KR" altLang="en-US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가 전문가 </a:t>
                </a:r>
                <a:r>
                  <a:rPr lang="en-US" altLang="ko-KR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reference</a:t>
                </a:r>
                <a:r>
                  <a:rPr lang="ko-KR" altLang="en-US" sz="1600" b="1" dirty="0">
                    <a:solidFill>
                      <a:srgbClr val="E1473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에 더 가까움</a:t>
                </a:r>
                <a:endParaRPr lang="en-US" sz="1400" b="1" dirty="0"/>
              </a:p>
            </p:txBody>
          </p:sp>
        </mc:Choice>
        <mc:Fallback xmlns=""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0" y="6014178"/>
                <a:ext cx="9098280" cy="256032"/>
              </a:xfrm>
              <a:prstGeom prst="rect">
                <a:avLst/>
              </a:prstGeom>
              <a:blipFill>
                <a:blip r:embed="rId3"/>
                <a:stretch>
                  <a:fillRect t="-23810" b="-45238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표 33">
                <a:extLst>
                  <a:ext uri="{FF2B5EF4-FFF2-40B4-BE49-F238E27FC236}">
                    <a16:creationId xmlns:a16="http://schemas.microsoft.com/office/drawing/2014/main" id="{CD127F3E-7DE7-9083-EE2C-B457D3AA7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1403771"/>
                  </p:ext>
                </p:extLst>
              </p:nvPr>
            </p:nvGraphicFramePr>
            <p:xfrm>
              <a:off x="713231" y="1717033"/>
              <a:ext cx="10716768" cy="3134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58384">
                      <a:extLst>
                        <a:ext uri="{9D8B030D-6E8A-4147-A177-3AD203B41FA5}">
                          <a16:colId xmlns:a16="http://schemas.microsoft.com/office/drawing/2014/main" val="260737002"/>
                        </a:ext>
                      </a:extLst>
                    </a:gridCol>
                    <a:gridCol w="5358384">
                      <a:extLst>
                        <a:ext uri="{9D8B030D-6E8A-4147-A177-3AD203B41FA5}">
                          <a16:colId xmlns:a16="http://schemas.microsoft.com/office/drawing/2014/main" val="3024908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dirty="0"/>
                            <a:t>항목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0337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분석 단위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dirty="0"/>
                            <a:t>환자 15명 (</a:t>
                          </a:r>
                          <a:r>
                            <a:rPr lang="ko-KR" dirty="0" err="1"/>
                            <a:t>trial</a:t>
                          </a:r>
                          <a:r>
                            <a:rPr lang="ko-KR" dirty="0"/>
                            <a:t> 반복은 </a:t>
                          </a:r>
                          <a:r>
                            <a:rPr lang="ko-KR" dirty="0" err="1"/>
                            <a:t>환자별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요약값으로</a:t>
                          </a:r>
                          <a:r>
                            <a:rPr lang="ko-KR" dirty="0"/>
                            <a:t> 정리)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36730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비교 조건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A3 vs A1</a:t>
                          </a:r>
                          <a:endParaRPr lang="ko-K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5149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참조 기준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전문가 reference score (0/1/2)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9633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오차 계산</a:t>
                          </a:r>
                          <a:endParaRPr 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각 환자에서 조건별 예측과 전문가 점수의 </a:t>
                          </a:r>
                          <a:r>
                            <a:rPr lang="ko-KR" b="1"/>
                            <a:t>MAE</a:t>
                          </a:r>
                          <a:r>
                            <a:rPr lang="ko-KR"/>
                            <a:t> 계산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9353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1차 지표</a:t>
                          </a:r>
                          <a:endParaRPr 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ko-KR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𝑀𝐴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𝑀𝐴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lang="ko-KR" alt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𝑀𝐴</m:t>
                                </m:r>
                                <m:sSub>
                                  <m:sSub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8640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해석</a:t>
                          </a:r>
                          <a:endParaRPr 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ΔMAE &lt; 0 이면 A3가 A1보다 전문가 평가에 더 가까움</a:t>
                          </a:r>
                          <a:endParaRPr lang="ko-K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377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표 33">
                <a:extLst>
                  <a:ext uri="{FF2B5EF4-FFF2-40B4-BE49-F238E27FC236}">
                    <a16:creationId xmlns:a16="http://schemas.microsoft.com/office/drawing/2014/main" id="{CD127F3E-7DE7-9083-EE2C-B457D3AA7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1403771"/>
                  </p:ext>
                </p:extLst>
              </p:nvPr>
            </p:nvGraphicFramePr>
            <p:xfrm>
              <a:off x="713231" y="1717033"/>
              <a:ext cx="10716768" cy="3134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58384">
                      <a:extLst>
                        <a:ext uri="{9D8B030D-6E8A-4147-A177-3AD203B41FA5}">
                          <a16:colId xmlns:a16="http://schemas.microsoft.com/office/drawing/2014/main" val="260737002"/>
                        </a:ext>
                      </a:extLst>
                    </a:gridCol>
                    <a:gridCol w="5358384">
                      <a:extLst>
                        <a:ext uri="{9D8B030D-6E8A-4147-A177-3AD203B41FA5}">
                          <a16:colId xmlns:a16="http://schemas.microsoft.com/office/drawing/2014/main" val="3024908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dirty="0"/>
                            <a:t>항목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내용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0337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분석 단위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환자 15명 (trial 반복은 환자별 요약값으로 정리)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36730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비교 조건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A3 vs A1</a:t>
                          </a:r>
                          <a:endParaRPr lang="ko-K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5149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참조 기준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전문가 reference score (0/1/2)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9633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오차 계산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/>
                            <a:t>각 환자에서 조건별 예측과 전문가 점수의 </a:t>
                          </a:r>
                          <a:r>
                            <a:rPr lang="ko-KR" b="1"/>
                            <a:t>MAE</a:t>
                          </a:r>
                          <a:r>
                            <a:rPr lang="ko-KR"/>
                            <a:t> 계산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9353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/>
                            <a:t>1차 지표</a:t>
                          </a:r>
                          <a:endParaRPr lang="ko-K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28" t="-580328" r="-569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864028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해석</a:t>
                          </a:r>
                          <a:endParaRPr 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ko-KR" b="1" dirty="0"/>
                            <a:t>ΔMAE &lt; 0 이면 A3가 A1보다 전문가 평가에 더 가까움</a:t>
                          </a:r>
                          <a:endParaRPr lang="ko-K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37773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836137" y="5950492"/>
            <a:ext cx="2776743" cy="74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95560" y="201167"/>
            <a:ext cx="1508760" cy="301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결과 해석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75608" y="804672"/>
            <a:ext cx="384048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248760" y="877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예상 결과 해석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결과만 찾는 것이 아니라, VLM이 실제로 필요했는지까지 검증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10561320" cy="749808"/>
          </a:xfrm>
          <a:prstGeom prst="rect">
            <a:avLst/>
          </a:prstGeom>
          <a:solidFill>
            <a:srgbClr val="EFF8F3"/>
          </a:solidFill>
          <a:ln w="12700">
            <a:solidFill>
              <a:srgbClr val="D3DBE2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" name="Shape 11"/>
          <p:cNvSpPr/>
          <p:nvPr/>
        </p:nvSpPr>
        <p:spPr>
          <a:xfrm>
            <a:off x="1051560" y="2011680"/>
            <a:ext cx="1325880" cy="384048"/>
          </a:xfrm>
          <a:prstGeom prst="rect">
            <a:avLst/>
          </a:prstGeom>
          <a:solidFill>
            <a:srgbClr val="2C8A5E"/>
          </a:solidFill>
          <a:ln w="12700">
            <a:solidFill>
              <a:srgbClr val="2C8A5E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4" name="Text 12"/>
          <p:cNvSpPr/>
          <p:nvPr/>
        </p:nvSpPr>
        <p:spPr>
          <a:xfrm>
            <a:off x="1115568" y="211226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A1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97480" y="20299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운동학·참조 context가 도움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3520" y="200253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영상-only VLM보다 전문가 판단에 가까워짐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2960" y="2788920"/>
            <a:ext cx="10561320" cy="749808"/>
          </a:xfrm>
          <a:prstGeom prst="rect">
            <a:avLst/>
          </a:prstGeom>
          <a:solidFill>
            <a:srgbClr val="F5F7F9"/>
          </a:solidFill>
          <a:ln w="12700">
            <a:solidFill>
              <a:srgbClr val="D3DBE2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8" name="Shape 16"/>
          <p:cNvSpPr/>
          <p:nvPr/>
        </p:nvSpPr>
        <p:spPr>
          <a:xfrm>
            <a:off x="1051560" y="2971800"/>
            <a:ext cx="1325880" cy="384048"/>
          </a:xfrm>
          <a:prstGeom prst="rect">
            <a:avLst/>
          </a:prstGeom>
          <a:solidFill>
            <a:srgbClr val="5F6771"/>
          </a:solidFill>
          <a:ln w="12700">
            <a:solidFill>
              <a:srgbClr val="5F6771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9" name="Text 17"/>
          <p:cNvSpPr/>
          <p:nvPr/>
        </p:nvSpPr>
        <p:spPr>
          <a:xfrm>
            <a:off x="1115568" y="307238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A1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7480" y="29900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추가정보의 실질적 이득이 제한적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03520" y="296265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더 주는 것 자체가 성능을 보장하지 않음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10561320" cy="749808"/>
          </a:xfrm>
          <a:prstGeom prst="rect">
            <a:avLst/>
          </a:prstGeom>
          <a:solidFill>
            <a:srgbClr val="FBF7E9"/>
          </a:solidFill>
          <a:ln w="12700">
            <a:solidFill>
              <a:srgbClr val="D3DBE2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3" name="Shape 21"/>
          <p:cNvSpPr/>
          <p:nvPr/>
        </p:nvSpPr>
        <p:spPr>
          <a:xfrm>
            <a:off x="1051560" y="3931920"/>
            <a:ext cx="1325880" cy="384048"/>
          </a:xfrm>
          <a:prstGeom prst="rect">
            <a:avLst/>
          </a:prstGeom>
          <a:solidFill>
            <a:srgbClr val="E5912B"/>
          </a:solidFill>
          <a:ln w="12700">
            <a:solidFill>
              <a:srgbClr val="E5912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4" name="Text 22"/>
          <p:cNvSpPr/>
          <p:nvPr/>
        </p:nvSpPr>
        <p:spPr>
          <a:xfrm>
            <a:off x="1115568" y="403250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97480" y="3950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9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scoring 추가가치 제한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0" y="392277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수치 모델만으로 비슷한 성능 가능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10561320" cy="749808"/>
          </a:xfrm>
          <a:prstGeom prst="rect">
            <a:avLst/>
          </a:prstGeom>
          <a:solidFill>
            <a:srgbClr val="FBF0EF"/>
          </a:solidFill>
          <a:ln w="12700">
            <a:solidFill>
              <a:srgbClr val="D3DBE2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8" name="Shape 26"/>
          <p:cNvSpPr/>
          <p:nvPr/>
        </p:nvSpPr>
        <p:spPr>
          <a:xfrm>
            <a:off x="1051560" y="4892040"/>
            <a:ext cx="1325880" cy="384048"/>
          </a:xfrm>
          <a:prstGeom prst="rect">
            <a:avLst/>
          </a:prstGeom>
          <a:solidFill>
            <a:srgbClr val="E1473F"/>
          </a:solidFill>
          <a:ln w="12700">
            <a:solidFill>
              <a:srgbClr val="E1473F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9" name="Text 27"/>
          <p:cNvSpPr/>
          <p:nvPr/>
        </p:nvSpPr>
        <p:spPr>
          <a:xfrm>
            <a:off x="1115568" y="499262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&gt; A1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97480" y="4910327"/>
            <a:ext cx="260604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추가가 오히려 방해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03520" y="48828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threshold를 임의 생성하거나 수치를 잘못 해석했을 가능성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513832"/>
            <a:ext cx="10607040" cy="5655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기여: “</a:t>
            </a:r>
            <a:r>
              <a:rPr lang="ko-KR" alt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</a:t>
            </a:r>
            <a:r>
              <a:rPr lang="en-US" altLang="ko-KR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</a:t>
            </a:r>
            <a:r>
              <a:rPr lang="en-US" altLang="ko-KR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참조정보</a:t>
            </a:r>
            <a:r>
              <a:rPr 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”의 적절성 자체를 동일 시행의 ablation으로 검증한다.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" name="Text 1"/>
          <p:cNvSpPr/>
          <p:nvPr/>
        </p:nvSpPr>
        <p:spPr>
          <a:xfrm>
            <a:off x="8969391" y="5968872"/>
            <a:ext cx="2643489" cy="72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27076" y="201168"/>
            <a:ext cx="14772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연구 설계 요약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최종 연구 정의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63040"/>
            <a:ext cx="10652760" cy="70974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10195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보는 범용 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검증된 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운동학 정보를 추가했을 때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참조평가와의 일치도가 향상되는지를 검증한다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4" name="Text 12"/>
          <p:cNvSpPr/>
          <p:nvPr/>
        </p:nvSpPr>
        <p:spPr>
          <a:xfrm>
            <a:off x="713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평가대상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79" y="3175128"/>
            <a:ext cx="2011679" cy="158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손 </a:t>
            </a:r>
            <a:r>
              <a:rPr lang="en-US" sz="1600" b="1" dirty="0" err="1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수행</a:t>
            </a:r>
            <a:endParaRPr lang="en-US" sz="1400" dirty="0"/>
          </a:p>
          <a:p>
            <a:pPr algn="ctr"/>
            <a:r>
              <a:rPr lang="ko-KR" altLang="en-US" sz="1600" dirty="0"/>
              <a:t>└</a:t>
            </a:r>
            <a:r>
              <a:rPr lang="ko-KR" altLang="ko-KR" sz="1600" dirty="0"/>
              <a:t>맨손 개폐 + 물체 파지 3과제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788920"/>
            <a:ext cx="2011680" cy="2011680"/>
          </a:xfrm>
          <a:prstGeom prst="rect">
            <a:avLst/>
          </a:prstGeom>
          <a:solidFill>
            <a:srgbClr val="EFF7F7"/>
          </a:solidFill>
          <a:ln w="12700">
            <a:solidFill>
              <a:srgbClr val="C4D1D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7" name="Shape 15"/>
          <p:cNvSpPr/>
          <p:nvPr/>
        </p:nvSpPr>
        <p:spPr>
          <a:xfrm>
            <a:off x="2926080" y="2788920"/>
            <a:ext cx="2011680" cy="347472"/>
          </a:xfrm>
          <a:prstGeom prst="rect">
            <a:avLst/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18" name="Text 16"/>
          <p:cNvSpPr/>
          <p:nvPr/>
        </p:nvSpPr>
        <p:spPr>
          <a:xfrm>
            <a:off x="2999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구성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54096" y="3118104"/>
            <a:ext cx="17556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ko-KR" b="1" dirty="0"/>
              <a:t>물체:</a:t>
            </a:r>
            <a:r>
              <a:rPr lang="ko-KR" altLang="ko-KR" dirty="0"/>
              <a:t> 파지 → 유지 → 해제</a:t>
            </a:r>
            <a:br>
              <a:rPr lang="ko-KR" altLang="ko-KR" dirty="0"/>
            </a:br>
            <a:r>
              <a:rPr lang="ko-KR" altLang="ko-KR" b="1" dirty="0"/>
              <a:t>맨손:</a:t>
            </a:r>
            <a:r>
              <a:rPr lang="ko-KR" altLang="ko-KR" dirty="0"/>
              <a:t> 개방 → 폐쇄 → 유지 → </a:t>
            </a:r>
            <a:r>
              <a:rPr lang="ko-KR" altLang="ko-KR" dirty="0" err="1"/>
              <a:t>재개방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1" name="Shape 19"/>
          <p:cNvSpPr/>
          <p:nvPr/>
        </p:nvSpPr>
        <p:spPr>
          <a:xfrm>
            <a:off x="5212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2" name="Text 20"/>
          <p:cNvSpPr/>
          <p:nvPr/>
        </p:nvSpPr>
        <p:spPr>
          <a:xfrm>
            <a:off x="5285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정보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2080" y="3136392"/>
            <a:ext cx="2011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ko-KR" sz="1600" b="1" dirty="0"/>
              <a:t>RGB 영상 + 3D 손 운동학</a:t>
            </a:r>
            <a:br>
              <a:rPr lang="ko-KR" altLang="ko-KR" sz="1600" dirty="0"/>
            </a:br>
            <a:r>
              <a:rPr lang="ko-KR" altLang="ko-KR" sz="1600" dirty="0"/>
              <a:t>MGA · TMGA · 구간별 보조지표</a:t>
            </a:r>
            <a:br>
              <a:rPr lang="ko-KR" altLang="ko-KR" sz="1600" dirty="0"/>
            </a:br>
            <a:r>
              <a:rPr lang="ko-KR" altLang="ko-KR" sz="1600" dirty="0"/>
              <a:t>+ 과제별 건강인 참조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2788920"/>
            <a:ext cx="2011680" cy="2011680"/>
          </a:xfrm>
          <a:prstGeom prst="rect">
            <a:avLst/>
          </a:prstGeom>
          <a:solidFill>
            <a:srgbClr val="EFF7F7"/>
          </a:solidFill>
          <a:ln w="12700">
            <a:solidFill>
              <a:srgbClr val="C4D1D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5" name="Shape 23"/>
          <p:cNvSpPr/>
          <p:nvPr/>
        </p:nvSpPr>
        <p:spPr>
          <a:xfrm>
            <a:off x="7498080" y="2788920"/>
            <a:ext cx="2011680" cy="347472"/>
          </a:xfrm>
          <a:prstGeom prst="rect">
            <a:avLst/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6" name="Text 24"/>
          <p:cNvSpPr/>
          <p:nvPr/>
        </p:nvSpPr>
        <p:spPr>
          <a:xfrm>
            <a:off x="7571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평가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16368" y="3118104"/>
            <a:ext cx="19933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ko-KR" sz="1400" b="1" dirty="0"/>
              <a:t>전문가 2인 </a:t>
            </a:r>
            <a:r>
              <a:rPr lang="ko-KR" altLang="ko-KR" sz="1400" b="1" dirty="0" err="1"/>
              <a:t>독립·블라인드</a:t>
            </a:r>
            <a:r>
              <a:rPr lang="ko-KR" altLang="ko-KR" sz="1400" b="1" dirty="0"/>
              <a:t> 판독</a:t>
            </a:r>
            <a:br>
              <a:rPr lang="ko-KR" altLang="ko-KR" sz="1400" dirty="0"/>
            </a:br>
            <a:r>
              <a:rPr lang="ko-KR" altLang="ko-KR" sz="1400" dirty="0"/>
              <a:t>합의 절차를 거쳐 </a:t>
            </a:r>
            <a:r>
              <a:rPr lang="ko-KR" altLang="ko-KR" sz="1400" dirty="0" err="1"/>
              <a:t>Reference</a:t>
            </a:r>
            <a:r>
              <a:rPr lang="ko-KR" altLang="ko-KR" sz="1400" dirty="0"/>
              <a:t> Standard 구성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29" name="Shape 27"/>
          <p:cNvSpPr/>
          <p:nvPr/>
        </p:nvSpPr>
        <p:spPr>
          <a:xfrm>
            <a:off x="9784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 sz="2800"/>
          </a:p>
        </p:txBody>
      </p:sp>
      <p:sp>
        <p:nvSpPr>
          <p:cNvPr id="30" name="Text 28"/>
          <p:cNvSpPr/>
          <p:nvPr/>
        </p:nvSpPr>
        <p:spPr>
          <a:xfrm>
            <a:off x="9857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비교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912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ko-KR" altLang="ko-KR" b="1" dirty="0"/>
              <a:t>A3 </a:t>
            </a:r>
            <a:r>
              <a:rPr lang="ko-KR" altLang="ko-KR" b="1" dirty="0" err="1"/>
              <a:t>vs</a:t>
            </a:r>
            <a:r>
              <a:rPr lang="ko-KR" altLang="ko-KR" b="1" dirty="0"/>
              <a:t> A1</a:t>
            </a:r>
            <a:br>
              <a:rPr lang="ko-KR" altLang="ko-KR" dirty="0"/>
            </a:br>
            <a:r>
              <a:rPr lang="ko-KR" altLang="ko-KR" dirty="0"/>
              <a:t>환자 단위 ΔMAE</a:t>
            </a:r>
            <a:br>
              <a:rPr lang="ko-KR" altLang="ko-KR" dirty="0"/>
            </a:br>
            <a:r>
              <a:rPr lang="ko-KR" altLang="ko-KR" b="1" dirty="0"/>
              <a:t>음수일수록 A3 우수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845327" y="6138886"/>
            <a:ext cx="2767553" cy="33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200443" y="201167"/>
            <a:ext cx="1503877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핵심 참고문헌 (1/2)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참고문헌 ]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Li et al. (2026). Vision-language models for human motion understanding: Lessons from stroke rehabilitation. PLOS Digital Health. https://doi.org/10.1371/journal.pdig.0001506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Amprimo et al. (2024). Hand tracking for clinical applications: Validation of the Google MediaPipe Hand (GMH) and depth-enhanced GMH-D frameworks. Biomedical Signal Processing and Control, 96, 106508. https://doi.org/10.1016/j.bspc.2024.106508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Qiu et al. (2022). Evaluation of Changes in Kinematic Measures of Three Dimensional Reach to Grasp Movements in the Early Subacute Period of Recovery from Stroke. IEEE EMBC. https://doi.org/10.1109/EMBC48229.2022.9871891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77240" y="3758184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Collins et al. (2018). Getting a kinematic handle on reach-to-grasp: A meta-analysis. Physiotherapy, 104(2), 153–166. https://doi.org/10.1016/j.physio.2017.10.002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Lang et al. (2005). Deficits in grasp versus reach during acute hemiparesis. Experimental Brain Research, 166(1), 126–136. https://doi.org/10.1007/s00221-005-2350-6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Schaefer et al. (2012). Grip type and task goal modify reach-to-grasp performance in post-stroke hemiparesis. Motor Control, 16(2), 245–264. https://doi.org/10.1123/mcj.16.2.245</a:t>
            </a:r>
            <a:endParaRPr lang="en-US" sz="10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098050" y="6240781"/>
            <a:ext cx="2514830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244831" y="201167"/>
            <a:ext cx="1459489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핵심 참고문헌 (2/2)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참고문헌 ]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Seo et al. (2009). Delays in Grip Initiation and Termination in Persons With Stroke: Effects of Arm Support and Active Muscle Stretch Exercise. Journal of Neurophysiology, 101(6), 3108–3115. https://doi.org/10.1152/jn.91108.2008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Lang, DeJong, &amp; Beebe (2009). Recovery of Thumb and Finger Extension and Its Relation to Grasp Performance After Stroke. Journal of Neurophysiology, 102(1), 451–459. https://doi.org/10.1152/jn.91310.2008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Zhu et al. (2018). Characterization of the Stroke-Induced Changes in the Variability and Complexity of Handgrip Force. Entropy, 20(5), 377. https://doi.org/10.3390/e20050377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77240" y="3758184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Tang et al. (2025). Rehabilitation Exercise Quality Assessment and Feedback Generation Using Large Language Models with Prompt Engineering. ARIAL 2025 / IJCAI 2025 Workshop. https://doi.org/10.1007/978-981-95-0568-5_5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Kim et al. (2024). Automatic Assessment of Upper Extremity Function and Mobile Application for Self-Administered Stroke Rehabilitation. IEEE TNSRE, 32, 652–661. https://doi.org/10.1109/TNSRE.2024.3358497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Patterson et al. (2011). Reliability of Upper Extremity Kinematics While Performing Different Tasks in Individuals With Stroke. Journal of Motor Behavior, 43(2), 121–130. https://doi.org/10.1080/00222895.2010.548422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2306</Words>
  <Application>Microsoft Office PowerPoint</Application>
  <PresentationFormat>와이드스크린</PresentationFormat>
  <Paragraphs>361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Malgun Gothic</vt:lpstr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 운동학 정보를 활용한 VLM 기반 손 기능 평가</dc:title>
  <dc:subject>RGB-D + VLM stroke hand function research proposal</dc:subject>
  <dc:creator>OpenAI</dc:creator>
  <cp:lastModifiedBy>jeayong lee</cp:lastModifiedBy>
  <cp:revision>23</cp:revision>
  <dcterms:created xsi:type="dcterms:W3CDTF">2026-09-09T12:34:17Z</dcterms:created>
  <dcterms:modified xsi:type="dcterms:W3CDTF">2026-09-10T07:39:42Z</dcterms:modified>
</cp:coreProperties>
</file>