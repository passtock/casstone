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3F6"/>
    <a:srgbClr val="29457A"/>
    <a:srgbClr val="E8F1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D8BDE7-B6A8-4374-A73A-2C2414776EEB}" v="67" dt="2026-09-09T03:47:46.773"/>
    <p1510:client id="{73FEE515-B0AE-4B5F-9C3B-C38FBEA1F1EB}" v="3" dt="2026-09-09T04:42:09.5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4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yong lee" userId="0e8205fbd6162578" providerId="LiveId" clId="{AE34F6A3-7111-4D1D-9D41-1048805A1372}"/>
    <pc:docChg chg="undo redo custSel delSld modSld">
      <pc:chgData name="jeayong lee" userId="0e8205fbd6162578" providerId="LiveId" clId="{AE34F6A3-7111-4D1D-9D41-1048805A1372}" dt="2026-09-09T04:42:56.719" v="1335" actId="20577"/>
      <pc:docMkLst>
        <pc:docMk/>
      </pc:docMkLst>
      <pc:sldChg chg="delSp modSp mod">
        <pc:chgData name="jeayong lee" userId="0e8205fbd6162578" providerId="LiveId" clId="{AE34F6A3-7111-4D1D-9D41-1048805A1372}" dt="2026-09-09T02:15:52.978" v="565" actId="207"/>
        <pc:sldMkLst>
          <pc:docMk/>
          <pc:sldMk cId="0" sldId="258"/>
        </pc:sldMkLst>
        <pc:spChg chg="mod">
          <ac:chgData name="jeayong lee" userId="0e8205fbd6162578" providerId="LiveId" clId="{AE34F6A3-7111-4D1D-9D41-1048805A1372}" dt="2026-09-09T01:46:58.295" v="30" actId="14100"/>
          <ac:spMkLst>
            <pc:docMk/>
            <pc:sldMk cId="0" sldId="258"/>
            <ac:spMk id="17" creationId="{00000000-0000-0000-0000-000000000000}"/>
          </ac:spMkLst>
        </pc:spChg>
        <pc:spChg chg="del mod">
          <ac:chgData name="jeayong lee" userId="0e8205fbd6162578" providerId="LiveId" clId="{AE34F6A3-7111-4D1D-9D41-1048805A1372}" dt="2026-09-09T01:44:45.935" v="13" actId="478"/>
          <ac:spMkLst>
            <pc:docMk/>
            <pc:sldMk cId="0" sldId="258"/>
            <ac:spMk id="18" creationId="{00000000-0000-0000-0000-000000000000}"/>
          </ac:spMkLst>
        </pc:spChg>
        <pc:spChg chg="del mod">
          <ac:chgData name="jeayong lee" userId="0e8205fbd6162578" providerId="LiveId" clId="{AE34F6A3-7111-4D1D-9D41-1048805A1372}" dt="2026-09-09T01:44:44.127" v="11" actId="478"/>
          <ac:spMkLst>
            <pc:docMk/>
            <pc:sldMk cId="0" sldId="258"/>
            <ac:spMk id="19" creationId="{00000000-0000-0000-0000-000000000000}"/>
          </ac:spMkLst>
        </pc:spChg>
        <pc:spChg chg="mod">
          <ac:chgData name="jeayong lee" userId="0e8205fbd6162578" providerId="LiveId" clId="{AE34F6A3-7111-4D1D-9D41-1048805A1372}" dt="2026-09-09T01:44:21.094" v="3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jeayong lee" userId="0e8205fbd6162578" providerId="LiveId" clId="{AE34F6A3-7111-4D1D-9D41-1048805A1372}" dt="2026-09-09T01:44:30.775" v="4" actId="107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15:52.978" v="565" actId="207"/>
          <ac:spMkLst>
            <pc:docMk/>
            <pc:sldMk cId="0" sldId="258"/>
            <ac:spMk id="29" creationId="{00000000-0000-0000-0000-000000000000}"/>
          </ac:spMkLst>
        </pc:spChg>
        <pc:spChg chg="del mod">
          <ac:chgData name="jeayong lee" userId="0e8205fbd6162578" providerId="LiveId" clId="{AE34F6A3-7111-4D1D-9D41-1048805A1372}" dt="2026-09-09T01:45:56.793" v="16" actId="478"/>
          <ac:spMkLst>
            <pc:docMk/>
            <pc:sldMk cId="0" sldId="258"/>
            <ac:spMk id="30" creationId="{00000000-0000-0000-0000-000000000000}"/>
          </ac:spMkLst>
        </pc:spChg>
        <pc:spChg chg="del mod">
          <ac:chgData name="jeayong lee" userId="0e8205fbd6162578" providerId="LiveId" clId="{AE34F6A3-7111-4D1D-9D41-1048805A1372}" dt="2026-09-09T01:46:03.185" v="22" actId="478"/>
          <ac:spMkLst>
            <pc:docMk/>
            <pc:sldMk cId="0" sldId="258"/>
            <ac:spMk id="31" creationId="{00000000-0000-0000-0000-000000000000}"/>
          </ac:spMkLst>
        </pc:spChg>
      </pc:sldChg>
      <pc:sldChg chg="modSp mod">
        <pc:chgData name="jeayong lee" userId="0e8205fbd6162578" providerId="LiveId" clId="{AE34F6A3-7111-4D1D-9D41-1048805A1372}" dt="2026-09-09T01:49:21.837" v="52" actId="20577"/>
        <pc:sldMkLst>
          <pc:docMk/>
          <pc:sldMk cId="0" sldId="259"/>
        </pc:sldMkLst>
        <pc:spChg chg="mod">
          <ac:chgData name="jeayong lee" userId="0e8205fbd6162578" providerId="LiveId" clId="{AE34F6A3-7111-4D1D-9D41-1048805A1372}" dt="2026-09-09T01:48:15.858" v="39" actId="20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jeayong lee" userId="0e8205fbd6162578" providerId="LiveId" clId="{AE34F6A3-7111-4D1D-9D41-1048805A1372}" dt="2026-09-09T01:47:34.215" v="34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jeayong lee" userId="0e8205fbd6162578" providerId="LiveId" clId="{AE34F6A3-7111-4D1D-9D41-1048805A1372}" dt="2026-09-09T01:48:43.495" v="46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jeayong lee" userId="0e8205fbd6162578" providerId="LiveId" clId="{AE34F6A3-7111-4D1D-9D41-1048805A1372}" dt="2026-09-09T01:48:18.199" v="40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jeayong lee" userId="0e8205fbd6162578" providerId="LiveId" clId="{AE34F6A3-7111-4D1D-9D41-1048805A1372}" dt="2026-09-09T01:49:21.837" v="52" actId="20577"/>
          <ac:spMkLst>
            <pc:docMk/>
            <pc:sldMk cId="0" sldId="259"/>
            <ac:spMk id="18" creationId="{00000000-0000-0000-0000-000000000000}"/>
          </ac:spMkLst>
        </pc:spChg>
      </pc:sldChg>
      <pc:sldChg chg="delSp modSp mod">
        <pc:chgData name="jeayong lee" userId="0e8205fbd6162578" providerId="LiveId" clId="{AE34F6A3-7111-4D1D-9D41-1048805A1372}" dt="2026-09-09T03:52:22.165" v="1312" actId="20577"/>
        <pc:sldMkLst>
          <pc:docMk/>
          <pc:sldMk cId="0" sldId="260"/>
        </pc:sldMkLst>
        <pc:spChg chg="mod">
          <ac:chgData name="jeayong lee" userId="0e8205fbd6162578" providerId="LiveId" clId="{AE34F6A3-7111-4D1D-9D41-1048805A1372}" dt="2026-09-09T03:52:22.165" v="1312" actId="20577"/>
          <ac:spMkLst>
            <pc:docMk/>
            <pc:sldMk cId="0" sldId="260"/>
            <ac:spMk id="5" creationId="{00000000-0000-0000-0000-000000000000}"/>
          </ac:spMkLst>
        </pc:spChg>
        <pc:spChg chg="del mod">
          <ac:chgData name="jeayong lee" userId="0e8205fbd6162578" providerId="LiveId" clId="{AE34F6A3-7111-4D1D-9D41-1048805A1372}" dt="2026-09-09T03:52:20.331" v="1310"/>
          <ac:spMkLst>
            <pc:docMk/>
            <pc:sldMk cId="0" sldId="260"/>
            <ac:spMk id="26" creationId="{00000000-0000-0000-0000-000000000000}"/>
          </ac:spMkLst>
        </pc:spChg>
      </pc:sldChg>
      <pc:sldChg chg="modSp mod">
        <pc:chgData name="jeayong lee" userId="0e8205fbd6162578" providerId="LiveId" clId="{AE34F6A3-7111-4D1D-9D41-1048805A1372}" dt="2026-09-09T04:34:37.809" v="1321" actId="113"/>
        <pc:sldMkLst>
          <pc:docMk/>
          <pc:sldMk cId="0" sldId="261"/>
        </pc:sldMkLst>
        <pc:spChg chg="mod">
          <ac:chgData name="jeayong lee" userId="0e8205fbd6162578" providerId="LiveId" clId="{AE34F6A3-7111-4D1D-9D41-1048805A1372}" dt="2026-09-09T02:14:33.440" v="560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jeayong lee" userId="0e8205fbd6162578" providerId="LiveId" clId="{AE34F6A3-7111-4D1D-9D41-1048805A1372}" dt="2026-09-09T01:56:38.740" v="180" actId="113"/>
          <ac:spMkLst>
            <pc:docMk/>
            <pc:sldMk cId="0" sldId="261"/>
            <ac:spMk id="10" creationId="{00000000-0000-0000-0000-000000000000}"/>
          </ac:spMkLst>
        </pc:spChg>
        <pc:spChg chg="mod">
          <ac:chgData name="jeayong lee" userId="0e8205fbd6162578" providerId="LiveId" clId="{AE34F6A3-7111-4D1D-9D41-1048805A1372}" dt="2026-09-09T01:57:19.845" v="213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jeayong lee" userId="0e8205fbd6162578" providerId="LiveId" clId="{AE34F6A3-7111-4D1D-9D41-1048805A1372}" dt="2026-09-09T01:54:45.225" v="83" actId="20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jeayong lee" userId="0e8205fbd6162578" providerId="LiveId" clId="{AE34F6A3-7111-4D1D-9D41-1048805A1372}" dt="2026-09-09T01:54:49.408" v="84" actId="20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jeayong lee" userId="0e8205fbd6162578" providerId="LiveId" clId="{AE34F6A3-7111-4D1D-9D41-1048805A1372}" dt="2026-09-09T01:57:32.265" v="216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jeayong lee" userId="0e8205fbd6162578" providerId="LiveId" clId="{AE34F6A3-7111-4D1D-9D41-1048805A1372}" dt="2026-09-09T01:55:51.449" v="121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jeayong lee" userId="0e8205fbd6162578" providerId="LiveId" clId="{AE34F6A3-7111-4D1D-9D41-1048805A1372}" dt="2026-09-09T01:56:42.606" v="183" actId="113"/>
          <ac:spMkLst>
            <pc:docMk/>
            <pc:sldMk cId="0" sldId="261"/>
            <ac:spMk id="19" creationId="{00000000-0000-0000-0000-000000000000}"/>
          </ac:spMkLst>
        </pc:spChg>
        <pc:spChg chg="mod">
          <ac:chgData name="jeayong lee" userId="0e8205fbd6162578" providerId="LiveId" clId="{AE34F6A3-7111-4D1D-9D41-1048805A1372}" dt="2026-09-09T01:55:21.878" v="94" actId="207"/>
          <ac:spMkLst>
            <pc:docMk/>
            <pc:sldMk cId="0" sldId="261"/>
            <ac:spMk id="20" creationId="{00000000-0000-0000-0000-000000000000}"/>
          </ac:spMkLst>
        </pc:spChg>
        <pc:spChg chg="mod">
          <ac:chgData name="jeayong lee" userId="0e8205fbd6162578" providerId="LiveId" clId="{AE34F6A3-7111-4D1D-9D41-1048805A1372}" dt="2026-09-09T01:55:18.525" v="93" actId="207"/>
          <ac:spMkLst>
            <pc:docMk/>
            <pc:sldMk cId="0" sldId="261"/>
            <ac:spMk id="21" creationId="{00000000-0000-0000-0000-000000000000}"/>
          </ac:spMkLst>
        </pc:spChg>
        <pc:spChg chg="mod">
          <ac:chgData name="jeayong lee" userId="0e8205fbd6162578" providerId="LiveId" clId="{AE34F6A3-7111-4D1D-9D41-1048805A1372}" dt="2026-09-09T04:34:37.809" v="1321" actId="113"/>
          <ac:spMkLst>
            <pc:docMk/>
            <pc:sldMk cId="0" sldId="261"/>
            <ac:spMk id="22" creationId="{00000000-0000-0000-0000-000000000000}"/>
          </ac:spMkLst>
        </pc:spChg>
        <pc:spChg chg="mod">
          <ac:chgData name="jeayong lee" userId="0e8205fbd6162578" providerId="LiveId" clId="{AE34F6A3-7111-4D1D-9D41-1048805A1372}" dt="2026-09-09T01:57:15.005" v="211" actId="20577"/>
          <ac:spMkLst>
            <pc:docMk/>
            <pc:sldMk cId="0" sldId="261"/>
            <ac:spMk id="25" creationId="{00000000-0000-0000-0000-000000000000}"/>
          </ac:spMkLst>
        </pc:spChg>
      </pc:sldChg>
      <pc:sldChg chg="addSp delSp modSp mod">
        <pc:chgData name="jeayong lee" userId="0e8205fbd6162578" providerId="LiveId" clId="{AE34F6A3-7111-4D1D-9D41-1048805A1372}" dt="2026-09-09T04:42:56.719" v="1335" actId="20577"/>
        <pc:sldMkLst>
          <pc:docMk/>
          <pc:sldMk cId="0" sldId="262"/>
        </pc:sldMkLst>
        <pc:spChg chg="mod">
          <ac:chgData name="jeayong lee" userId="0e8205fbd6162578" providerId="LiveId" clId="{AE34F6A3-7111-4D1D-9D41-1048805A1372}" dt="2026-09-09T04:42:56.719" v="1335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02:27.730" v="433" actId="164"/>
          <ac:spMkLst>
            <pc:docMk/>
            <pc:sldMk cId="0" sldId="262"/>
            <ac:spMk id="8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02:27.730" v="433" actId="164"/>
          <ac:spMkLst>
            <pc:docMk/>
            <pc:sldMk cId="0" sldId="262"/>
            <ac:spMk id="9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02:27.730" v="433" actId="164"/>
          <ac:spMkLst>
            <pc:docMk/>
            <pc:sldMk cId="0" sldId="262"/>
            <ac:spMk id="10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27:36.301" v="662"/>
          <ac:spMkLst>
            <pc:docMk/>
            <pc:sldMk cId="0" sldId="262"/>
            <ac:spMk id="11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32:02.791" v="727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28:18.891" v="672" actId="164"/>
          <ac:spMkLst>
            <pc:docMk/>
            <pc:sldMk cId="0" sldId="262"/>
            <ac:spMk id="13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28:18.891" v="672" actId="164"/>
          <ac:spMkLst>
            <pc:docMk/>
            <pc:sldMk cId="0" sldId="262"/>
            <ac:spMk id="14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28:18.891" v="672" actId="164"/>
          <ac:spMkLst>
            <pc:docMk/>
            <pc:sldMk cId="0" sldId="262"/>
            <ac:spMk id="15" creationId="{00000000-0000-0000-0000-000000000000}"/>
          </ac:spMkLst>
        </pc:spChg>
        <pc:spChg chg="mod">
          <ac:chgData name="jeayong lee" userId="0e8205fbd6162578" providerId="LiveId" clId="{AE34F6A3-7111-4D1D-9D41-1048805A1372}" dt="2026-09-09T04:41:51.319" v="1324" actId="20577"/>
          <ac:spMkLst>
            <pc:docMk/>
            <pc:sldMk cId="0" sldId="262"/>
            <ac:spMk id="16" creationId="{00000000-0000-0000-0000-000000000000}"/>
          </ac:spMkLst>
        </pc:spChg>
        <pc:spChg chg="del">
          <ac:chgData name="jeayong lee" userId="0e8205fbd6162578" providerId="LiveId" clId="{AE34F6A3-7111-4D1D-9D41-1048805A1372}" dt="2026-09-09T02:02:36.812" v="437" actId="21"/>
          <ac:spMkLst>
            <pc:docMk/>
            <pc:sldMk cId="0" sldId="262"/>
            <ac:spMk id="17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28:28.791" v="674" actId="164"/>
          <ac:spMkLst>
            <pc:docMk/>
            <pc:sldMk cId="0" sldId="262"/>
            <ac:spMk id="18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28:28.791" v="674" actId="164"/>
          <ac:spMkLst>
            <pc:docMk/>
            <pc:sldMk cId="0" sldId="262"/>
            <ac:spMk id="19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28:28.791" v="674" actId="164"/>
          <ac:spMkLst>
            <pc:docMk/>
            <pc:sldMk cId="0" sldId="262"/>
            <ac:spMk id="20" creationId="{00000000-0000-0000-0000-000000000000}"/>
          </ac:spMkLst>
        </pc:spChg>
        <pc:spChg chg="mod">
          <ac:chgData name="jeayong lee" userId="0e8205fbd6162578" providerId="LiveId" clId="{AE34F6A3-7111-4D1D-9D41-1048805A1372}" dt="2026-09-09T04:33:58.429" v="1318" actId="20577"/>
          <ac:spMkLst>
            <pc:docMk/>
            <pc:sldMk cId="0" sldId="262"/>
            <ac:spMk id="21" creationId="{00000000-0000-0000-0000-000000000000}"/>
          </ac:spMkLst>
        </pc:spChg>
        <pc:spChg chg="del mod topLvl">
          <ac:chgData name="jeayong lee" userId="0e8205fbd6162578" providerId="LiveId" clId="{AE34F6A3-7111-4D1D-9D41-1048805A1372}" dt="2026-09-09T02:30:12.199" v="699" actId="478"/>
          <ac:spMkLst>
            <pc:docMk/>
            <pc:sldMk cId="0" sldId="262"/>
            <ac:spMk id="22" creationId="{00000000-0000-0000-0000-000000000000}"/>
          </ac:spMkLst>
        </pc:spChg>
        <pc:spChg chg="del mod">
          <ac:chgData name="jeayong lee" userId="0e8205fbd6162578" providerId="LiveId" clId="{AE34F6A3-7111-4D1D-9D41-1048805A1372}" dt="2026-09-09T02:29:38.125" v="688" actId="478"/>
          <ac:spMkLst>
            <pc:docMk/>
            <pc:sldMk cId="0" sldId="262"/>
            <ac:spMk id="23" creationId="{00000000-0000-0000-0000-000000000000}"/>
          </ac:spMkLst>
        </pc:spChg>
        <pc:spChg chg="del mod topLvl">
          <ac:chgData name="jeayong lee" userId="0e8205fbd6162578" providerId="LiveId" clId="{AE34F6A3-7111-4D1D-9D41-1048805A1372}" dt="2026-09-09T02:29:46.121" v="691" actId="478"/>
          <ac:spMkLst>
            <pc:docMk/>
            <pc:sldMk cId="0" sldId="262"/>
            <ac:spMk id="24" creationId="{00000000-0000-0000-0000-000000000000}"/>
          </ac:spMkLst>
        </pc:spChg>
        <pc:spChg chg="add mod">
          <ac:chgData name="jeayong lee" userId="0e8205fbd6162578" providerId="LiveId" clId="{AE34F6A3-7111-4D1D-9D41-1048805A1372}" dt="2026-09-09T02:32:02.791" v="727" actId="1076"/>
          <ac:spMkLst>
            <pc:docMk/>
            <pc:sldMk cId="0" sldId="262"/>
            <ac:spMk id="29" creationId="{8F27102C-5C66-5136-32D8-4C64FEA3E9C2}"/>
          </ac:spMkLst>
        </pc:spChg>
        <pc:spChg chg="add mod">
          <ac:chgData name="jeayong lee" userId="0e8205fbd6162578" providerId="LiveId" clId="{AE34F6A3-7111-4D1D-9D41-1048805A1372}" dt="2026-09-09T03:15:35.072" v="763" actId="1076"/>
          <ac:spMkLst>
            <pc:docMk/>
            <pc:sldMk cId="0" sldId="262"/>
            <ac:spMk id="32" creationId="{5867C7EB-2CE6-4FCB-C0F8-35EB502B9C85}"/>
          </ac:spMkLst>
        </pc:spChg>
        <pc:spChg chg="add mod">
          <ac:chgData name="jeayong lee" userId="0e8205fbd6162578" providerId="LiveId" clId="{AE34F6A3-7111-4D1D-9D41-1048805A1372}" dt="2026-09-09T03:15:24.421" v="760" actId="1076"/>
          <ac:spMkLst>
            <pc:docMk/>
            <pc:sldMk cId="0" sldId="262"/>
            <ac:spMk id="34" creationId="{150BFD45-6CCD-84A1-9C87-8D7C1A843DC7}"/>
          </ac:spMkLst>
        </pc:spChg>
        <pc:spChg chg="add mod">
          <ac:chgData name="jeayong lee" userId="0e8205fbd6162578" providerId="LiveId" clId="{AE34F6A3-7111-4D1D-9D41-1048805A1372}" dt="2026-09-09T03:15:19.356" v="759" actId="1076"/>
          <ac:spMkLst>
            <pc:docMk/>
            <pc:sldMk cId="0" sldId="262"/>
            <ac:spMk id="36" creationId="{0E4F1C93-4721-0A05-5A90-CF987419D375}"/>
          </ac:spMkLst>
        </pc:spChg>
        <pc:grpChg chg="add del mod">
          <ac:chgData name="jeayong lee" userId="0e8205fbd6162578" providerId="LiveId" clId="{AE34F6A3-7111-4D1D-9D41-1048805A1372}" dt="2026-09-09T02:29:46.121" v="691" actId="478"/>
          <ac:grpSpMkLst>
            <pc:docMk/>
            <pc:sldMk cId="0" sldId="262"/>
            <ac:grpSpMk id="17" creationId="{F8570926-CB42-65CD-D505-B27CA5F012C4}"/>
          </ac:grpSpMkLst>
        </pc:grpChg>
        <pc:grpChg chg="add mod">
          <ac:chgData name="jeayong lee" userId="0e8205fbd6162578" providerId="LiveId" clId="{AE34F6A3-7111-4D1D-9D41-1048805A1372}" dt="2026-09-09T02:32:02.791" v="727" actId="1076"/>
          <ac:grpSpMkLst>
            <pc:docMk/>
            <pc:sldMk cId="0" sldId="262"/>
            <ac:grpSpMk id="25" creationId="{8E8A7980-50F9-7B1B-E7E4-D56DD1EF71E8}"/>
          </ac:grpSpMkLst>
        </pc:grpChg>
        <pc:grpChg chg="add mod">
          <ac:chgData name="jeayong lee" userId="0e8205fbd6162578" providerId="LiveId" clId="{AE34F6A3-7111-4D1D-9D41-1048805A1372}" dt="2026-09-09T02:32:02.791" v="727" actId="1076"/>
          <ac:grpSpMkLst>
            <pc:docMk/>
            <pc:sldMk cId="0" sldId="262"/>
            <ac:grpSpMk id="28" creationId="{4DF0E2C0-CB7E-DD1F-8CF4-76BBF01840D2}"/>
          </ac:grpSpMkLst>
        </pc:grpChg>
        <pc:grpChg chg="add mod">
          <ac:chgData name="jeayong lee" userId="0e8205fbd6162578" providerId="LiveId" clId="{AE34F6A3-7111-4D1D-9D41-1048805A1372}" dt="2026-09-09T02:32:02.791" v="727" actId="1076"/>
          <ac:grpSpMkLst>
            <pc:docMk/>
            <pc:sldMk cId="0" sldId="262"/>
            <ac:grpSpMk id="30" creationId="{D3CED56F-E83B-FB31-E269-5E1D8A72AB6C}"/>
          </ac:grpSpMkLst>
        </pc:grpChg>
      </pc:sldChg>
      <pc:sldChg chg="modSp mod">
        <pc:chgData name="jeayong lee" userId="0e8205fbd6162578" providerId="LiveId" clId="{AE34F6A3-7111-4D1D-9D41-1048805A1372}" dt="2026-09-09T01:51:59.715" v="61" actId="1076"/>
        <pc:sldMkLst>
          <pc:docMk/>
          <pc:sldMk cId="0" sldId="263"/>
        </pc:sldMkLst>
        <pc:spChg chg="mod">
          <ac:chgData name="jeayong lee" userId="0e8205fbd6162578" providerId="LiveId" clId="{AE34F6A3-7111-4D1D-9D41-1048805A1372}" dt="2026-09-09T01:51:41.085" v="58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jeayong lee" userId="0e8205fbd6162578" providerId="LiveId" clId="{AE34F6A3-7111-4D1D-9D41-1048805A1372}" dt="2026-09-09T01:51:51.265" v="60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jeayong lee" userId="0e8205fbd6162578" providerId="LiveId" clId="{AE34F6A3-7111-4D1D-9D41-1048805A1372}" dt="2026-09-09T01:51:59.715" v="61" actId="1076"/>
          <ac:spMkLst>
            <pc:docMk/>
            <pc:sldMk cId="0" sldId="263"/>
            <ac:spMk id="5" creationId="{00000000-0000-0000-0000-000000000000}"/>
          </ac:spMkLst>
        </pc:spChg>
      </pc:sldChg>
      <pc:sldChg chg="addSp delSp modSp mod">
        <pc:chgData name="jeayong lee" userId="0e8205fbd6162578" providerId="LiveId" clId="{AE34F6A3-7111-4D1D-9D41-1048805A1372}" dt="2026-09-09T04:42:09.509" v="1333"/>
        <pc:sldMkLst>
          <pc:docMk/>
          <pc:sldMk cId="0" sldId="264"/>
        </pc:sldMkLst>
        <pc:spChg chg="mod">
          <ac:chgData name="jeayong lee" userId="0e8205fbd6162578" providerId="LiveId" clId="{AE34F6A3-7111-4D1D-9D41-1048805A1372}" dt="2026-09-09T02:06:12.911" v="507" actId="207"/>
          <ac:spMkLst>
            <pc:docMk/>
            <pc:sldMk cId="0" sldId="264"/>
            <ac:spMk id="8" creationId="{00000000-0000-0000-0000-000000000000}"/>
          </ac:spMkLst>
        </pc:spChg>
        <pc:spChg chg="del">
          <ac:chgData name="jeayong lee" userId="0e8205fbd6162578" providerId="LiveId" clId="{AE34F6A3-7111-4D1D-9D41-1048805A1372}" dt="2026-09-09T02:05:11.082" v="482" actId="478"/>
          <ac:spMkLst>
            <pc:docMk/>
            <pc:sldMk cId="0" sldId="264"/>
            <ac:spMk id="9" creationId="{00000000-0000-0000-0000-000000000000}"/>
          </ac:spMkLst>
        </pc:spChg>
        <pc:spChg chg="del">
          <ac:chgData name="jeayong lee" userId="0e8205fbd6162578" providerId="LiveId" clId="{AE34F6A3-7111-4D1D-9D41-1048805A1372}" dt="2026-09-09T02:05:38.017" v="494" actId="478"/>
          <ac:spMkLst>
            <pc:docMk/>
            <pc:sldMk cId="0" sldId="264"/>
            <ac:spMk id="10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04:24.269" v="470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05:40.805" v="495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06:20.279" v="508" actId="207"/>
          <ac:spMkLst>
            <pc:docMk/>
            <pc:sldMk cId="0" sldId="264"/>
            <ac:spMk id="13" creationId="{00000000-0000-0000-0000-000000000000}"/>
          </ac:spMkLst>
        </pc:spChg>
        <pc:spChg chg="del">
          <ac:chgData name="jeayong lee" userId="0e8205fbd6162578" providerId="LiveId" clId="{AE34F6A3-7111-4D1D-9D41-1048805A1372}" dt="2026-09-09T02:05:12.794" v="483" actId="478"/>
          <ac:spMkLst>
            <pc:docMk/>
            <pc:sldMk cId="0" sldId="264"/>
            <ac:spMk id="14" creationId="{00000000-0000-0000-0000-000000000000}"/>
          </ac:spMkLst>
        </pc:spChg>
        <pc:spChg chg="del">
          <ac:chgData name="jeayong lee" userId="0e8205fbd6162578" providerId="LiveId" clId="{AE34F6A3-7111-4D1D-9D41-1048805A1372}" dt="2026-09-09T02:05:35.668" v="493" actId="478"/>
          <ac:spMkLst>
            <pc:docMk/>
            <pc:sldMk cId="0" sldId="264"/>
            <ac:spMk id="15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04:29.016" v="471" actId="1076"/>
          <ac:spMkLst>
            <pc:docMk/>
            <pc:sldMk cId="0" sldId="264"/>
            <ac:spMk id="16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05:44.080" v="496" actId="107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06:26.557" v="510" actId="207"/>
          <ac:spMkLst>
            <pc:docMk/>
            <pc:sldMk cId="0" sldId="264"/>
            <ac:spMk id="18" creationId="{00000000-0000-0000-0000-000000000000}"/>
          </ac:spMkLst>
        </pc:spChg>
        <pc:spChg chg="del">
          <ac:chgData name="jeayong lee" userId="0e8205fbd6162578" providerId="LiveId" clId="{AE34F6A3-7111-4D1D-9D41-1048805A1372}" dt="2026-09-09T02:05:14.869" v="484" actId="478"/>
          <ac:spMkLst>
            <pc:docMk/>
            <pc:sldMk cId="0" sldId="264"/>
            <ac:spMk id="19" creationId="{00000000-0000-0000-0000-000000000000}"/>
          </ac:spMkLst>
        </pc:spChg>
        <pc:spChg chg="del">
          <ac:chgData name="jeayong lee" userId="0e8205fbd6162578" providerId="LiveId" clId="{AE34F6A3-7111-4D1D-9D41-1048805A1372}" dt="2026-09-09T02:05:32.924" v="492" actId="478"/>
          <ac:spMkLst>
            <pc:docMk/>
            <pc:sldMk cId="0" sldId="264"/>
            <ac:spMk id="20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04:33.626" v="472" actId="107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05:46.595" v="497" actId="1076"/>
          <ac:spMkLst>
            <pc:docMk/>
            <pc:sldMk cId="0" sldId="264"/>
            <ac:spMk id="22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06:33.195" v="511" actId="207"/>
          <ac:spMkLst>
            <pc:docMk/>
            <pc:sldMk cId="0" sldId="264"/>
            <ac:spMk id="23" creationId="{00000000-0000-0000-0000-000000000000}"/>
          </ac:spMkLst>
        </pc:spChg>
        <pc:spChg chg="del">
          <ac:chgData name="jeayong lee" userId="0e8205fbd6162578" providerId="LiveId" clId="{AE34F6A3-7111-4D1D-9D41-1048805A1372}" dt="2026-09-09T02:05:17.385" v="485" actId="478"/>
          <ac:spMkLst>
            <pc:docMk/>
            <pc:sldMk cId="0" sldId="264"/>
            <ac:spMk id="24" creationId="{00000000-0000-0000-0000-000000000000}"/>
          </ac:spMkLst>
        </pc:spChg>
        <pc:spChg chg="del">
          <ac:chgData name="jeayong lee" userId="0e8205fbd6162578" providerId="LiveId" clId="{AE34F6A3-7111-4D1D-9D41-1048805A1372}" dt="2026-09-09T02:05:27.783" v="491" actId="478"/>
          <ac:spMkLst>
            <pc:docMk/>
            <pc:sldMk cId="0" sldId="264"/>
            <ac:spMk id="25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04:38.669" v="473" actId="107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05:50.087" v="498" actId="1076"/>
          <ac:spMkLst>
            <pc:docMk/>
            <pc:sldMk cId="0" sldId="264"/>
            <ac:spMk id="27" creationId="{00000000-0000-0000-0000-000000000000}"/>
          </ac:spMkLst>
        </pc:spChg>
        <pc:spChg chg="add del mod">
          <ac:chgData name="jeayong lee" userId="0e8205fbd6162578" providerId="LiveId" clId="{AE34F6A3-7111-4D1D-9D41-1048805A1372}" dt="2026-09-09T02:06:47.197" v="513" actId="207"/>
          <ac:spMkLst>
            <pc:docMk/>
            <pc:sldMk cId="0" sldId="264"/>
            <ac:spMk id="28" creationId="{00000000-0000-0000-0000-000000000000}"/>
          </ac:spMkLst>
        </pc:spChg>
        <pc:spChg chg="del">
          <ac:chgData name="jeayong lee" userId="0e8205fbd6162578" providerId="LiveId" clId="{AE34F6A3-7111-4D1D-9D41-1048805A1372}" dt="2026-09-09T02:05:24.005" v="489" actId="478"/>
          <ac:spMkLst>
            <pc:docMk/>
            <pc:sldMk cId="0" sldId="264"/>
            <ac:spMk id="29" creationId="{00000000-0000-0000-0000-000000000000}"/>
          </ac:spMkLst>
        </pc:spChg>
        <pc:spChg chg="del">
          <ac:chgData name="jeayong lee" userId="0e8205fbd6162578" providerId="LiveId" clId="{AE34F6A3-7111-4D1D-9D41-1048805A1372}" dt="2026-09-09T02:05:26.013" v="490" actId="478"/>
          <ac:spMkLst>
            <pc:docMk/>
            <pc:sldMk cId="0" sldId="264"/>
            <ac:spMk id="30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04:43.423" v="474" actId="1076"/>
          <ac:spMkLst>
            <pc:docMk/>
            <pc:sldMk cId="0" sldId="264"/>
            <ac:spMk id="31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49:39.809" v="1305" actId="1076"/>
          <ac:spMkLst>
            <pc:docMk/>
            <pc:sldMk cId="0" sldId="264"/>
            <ac:spMk id="32" creationId="{00000000-0000-0000-0000-000000000000}"/>
          </ac:spMkLst>
        </pc:spChg>
        <pc:spChg chg="mod">
          <ac:chgData name="jeayong lee" userId="0e8205fbd6162578" providerId="LiveId" clId="{AE34F6A3-7111-4D1D-9D41-1048805A1372}" dt="2026-09-09T04:42:09.509" v="1333"/>
          <ac:spMkLst>
            <pc:docMk/>
            <pc:sldMk cId="0" sldId="264"/>
            <ac:spMk id="33" creationId="{00000000-0000-0000-0000-000000000000}"/>
          </ac:spMkLst>
        </pc:spChg>
        <pc:spChg chg="del mod">
          <ac:chgData name="jeayong lee" userId="0e8205fbd6162578" providerId="LiveId" clId="{AE34F6A3-7111-4D1D-9D41-1048805A1372}" dt="2026-09-09T02:04:02.179" v="463" actId="478"/>
          <ac:spMkLst>
            <pc:docMk/>
            <pc:sldMk cId="0" sldId="264"/>
            <ac:spMk id="36" creationId="{00000000-0000-0000-0000-000000000000}"/>
          </ac:spMkLst>
        </pc:spChg>
        <pc:grpChg chg="add mod">
          <ac:chgData name="jeayong lee" userId="0e8205fbd6162578" providerId="LiveId" clId="{AE34F6A3-7111-4D1D-9D41-1048805A1372}" dt="2026-09-09T02:04:15.557" v="467" actId="1076"/>
          <ac:grpSpMkLst>
            <pc:docMk/>
            <pc:sldMk cId="0" sldId="264"/>
            <ac:grpSpMk id="37" creationId="{E6CFAE9E-D3BE-AF6F-E1ED-4300CB9B63B0}"/>
          </ac:grpSpMkLst>
        </pc:grpChg>
      </pc:sldChg>
      <pc:sldChg chg="addSp delSp modSp mod">
        <pc:chgData name="jeayong lee" userId="0e8205fbd6162578" providerId="LiveId" clId="{AE34F6A3-7111-4D1D-9D41-1048805A1372}" dt="2026-09-09T03:32:05.546" v="973" actId="14100"/>
        <pc:sldMkLst>
          <pc:docMk/>
          <pc:sldMk cId="0" sldId="265"/>
        </pc:sldMkLst>
        <pc:spChg chg="mod">
          <ac:chgData name="jeayong lee" userId="0e8205fbd6162578" providerId="LiveId" clId="{AE34F6A3-7111-4D1D-9D41-1048805A1372}" dt="2026-09-09T03:22:48.911" v="811" actId="20577"/>
          <ac:spMkLst>
            <pc:docMk/>
            <pc:sldMk cId="0" sldId="265"/>
            <ac:spMk id="5" creationId="{00000000-0000-0000-0000-000000000000}"/>
          </ac:spMkLst>
        </pc:spChg>
        <pc:spChg chg="add del mod topLvl">
          <ac:chgData name="jeayong lee" userId="0e8205fbd6162578" providerId="LiveId" clId="{AE34F6A3-7111-4D1D-9D41-1048805A1372}" dt="2026-09-09T03:32:05.546" v="973" actId="14100"/>
          <ac:spMkLst>
            <pc:docMk/>
            <pc:sldMk cId="0" sldId="265"/>
            <ac:spMk id="8" creationId="{00000000-0000-0000-0000-000000000000}"/>
          </ac:spMkLst>
        </pc:spChg>
        <pc:spChg chg="add del mod topLvl">
          <ac:chgData name="jeayong lee" userId="0e8205fbd6162578" providerId="LiveId" clId="{AE34F6A3-7111-4D1D-9D41-1048805A1372}" dt="2026-09-09T03:27:32.451" v="913" actId="478"/>
          <ac:spMkLst>
            <pc:docMk/>
            <pc:sldMk cId="0" sldId="265"/>
            <ac:spMk id="9" creationId="{00000000-0000-0000-0000-000000000000}"/>
          </ac:spMkLst>
        </pc:spChg>
        <pc:spChg chg="del mod topLvl">
          <ac:chgData name="jeayong lee" userId="0e8205fbd6162578" providerId="LiveId" clId="{AE34F6A3-7111-4D1D-9D41-1048805A1372}" dt="2026-09-09T03:27:30.208" v="912" actId="478"/>
          <ac:spMkLst>
            <pc:docMk/>
            <pc:sldMk cId="0" sldId="265"/>
            <ac:spMk id="10" creationId="{00000000-0000-0000-0000-000000000000}"/>
          </ac:spMkLst>
        </pc:spChg>
        <pc:spChg chg="del mod">
          <ac:chgData name="jeayong lee" userId="0e8205fbd6162578" providerId="LiveId" clId="{AE34F6A3-7111-4D1D-9D41-1048805A1372}" dt="2026-09-09T03:26:56.481" v="901" actId="478"/>
          <ac:spMkLst>
            <pc:docMk/>
            <pc:sldMk cId="0" sldId="265"/>
            <ac:spMk id="11" creationId="{00000000-0000-0000-0000-000000000000}"/>
          </ac:spMkLst>
        </pc:spChg>
        <pc:spChg chg="del mod">
          <ac:chgData name="jeayong lee" userId="0e8205fbd6162578" providerId="LiveId" clId="{AE34F6A3-7111-4D1D-9D41-1048805A1372}" dt="2026-09-09T03:27:01.269" v="904" actId="478"/>
          <ac:spMkLst>
            <pc:docMk/>
            <pc:sldMk cId="0" sldId="265"/>
            <ac:spMk id="12" creationId="{00000000-0000-0000-0000-000000000000}"/>
          </ac:spMkLst>
        </pc:spChg>
        <pc:spChg chg="del mod">
          <ac:chgData name="jeayong lee" userId="0e8205fbd6162578" providerId="LiveId" clId="{AE34F6A3-7111-4D1D-9D41-1048805A1372}" dt="2026-09-09T03:27:03.312" v="905" actId="478"/>
          <ac:spMkLst>
            <pc:docMk/>
            <pc:sldMk cId="0" sldId="265"/>
            <ac:spMk id="13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25:19.381" v="855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1:30.133" v="967" actId="164"/>
          <ac:spMkLst>
            <pc:docMk/>
            <pc:sldMk cId="0" sldId="265"/>
            <ac:spMk id="15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1:30.133" v="967" actId="164"/>
          <ac:spMkLst>
            <pc:docMk/>
            <pc:sldMk cId="0" sldId="265"/>
            <ac:spMk id="16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1:30.133" v="967" actId="164"/>
          <ac:spMkLst>
            <pc:docMk/>
            <pc:sldMk cId="0" sldId="265"/>
            <ac:spMk id="17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26:27.986" v="879" actId="107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26:27.986" v="879" actId="107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1:30.133" v="967" actId="164"/>
          <ac:spMkLst>
            <pc:docMk/>
            <pc:sldMk cId="0" sldId="265"/>
            <ac:spMk id="20" creationId="{00000000-0000-0000-0000-000000000000}"/>
          </ac:spMkLst>
        </pc:spChg>
        <pc:spChg chg="del">
          <ac:chgData name="jeayong lee" userId="0e8205fbd6162578" providerId="LiveId" clId="{AE34F6A3-7111-4D1D-9D41-1048805A1372}" dt="2026-09-09T03:24:00.527" v="826" actId="478"/>
          <ac:spMkLst>
            <pc:docMk/>
            <pc:sldMk cId="0" sldId="265"/>
            <ac:spMk id="21" creationId="{00000000-0000-0000-0000-000000000000}"/>
          </ac:spMkLst>
        </pc:spChg>
        <pc:spChg chg="del">
          <ac:chgData name="jeayong lee" userId="0e8205fbd6162578" providerId="LiveId" clId="{AE34F6A3-7111-4D1D-9D41-1048805A1372}" dt="2026-09-09T03:24:00.527" v="826" actId="478"/>
          <ac:spMkLst>
            <pc:docMk/>
            <pc:sldMk cId="0" sldId="265"/>
            <ac:spMk id="22" creationId="{00000000-0000-0000-0000-000000000000}"/>
          </ac:spMkLst>
        </pc:spChg>
        <pc:spChg chg="del mod">
          <ac:chgData name="jeayong lee" userId="0e8205fbd6162578" providerId="LiveId" clId="{AE34F6A3-7111-4D1D-9D41-1048805A1372}" dt="2026-09-09T03:24:00.527" v="826" actId="478"/>
          <ac:spMkLst>
            <pc:docMk/>
            <pc:sldMk cId="0" sldId="265"/>
            <ac:spMk id="23" creationId="{00000000-0000-0000-0000-000000000000}"/>
          </ac:spMkLst>
        </pc:spChg>
        <pc:spChg chg="del">
          <ac:chgData name="jeayong lee" userId="0e8205fbd6162578" providerId="LiveId" clId="{AE34F6A3-7111-4D1D-9D41-1048805A1372}" dt="2026-09-09T03:24:00.527" v="826" actId="478"/>
          <ac:spMkLst>
            <pc:docMk/>
            <pc:sldMk cId="0" sldId="265"/>
            <ac:spMk id="24" creationId="{00000000-0000-0000-0000-000000000000}"/>
          </ac:spMkLst>
        </pc:spChg>
        <pc:spChg chg="del">
          <ac:chgData name="jeayong lee" userId="0e8205fbd6162578" providerId="LiveId" clId="{AE34F6A3-7111-4D1D-9D41-1048805A1372}" dt="2026-09-09T03:24:00.527" v="826" actId="478"/>
          <ac:spMkLst>
            <pc:docMk/>
            <pc:sldMk cId="0" sldId="265"/>
            <ac:spMk id="25" creationId="{00000000-0000-0000-0000-000000000000}"/>
          </ac:spMkLst>
        </pc:spChg>
        <pc:spChg chg="del">
          <ac:chgData name="jeayong lee" userId="0e8205fbd6162578" providerId="LiveId" clId="{AE34F6A3-7111-4D1D-9D41-1048805A1372}" dt="2026-09-09T03:24:00.527" v="826" actId="478"/>
          <ac:spMkLst>
            <pc:docMk/>
            <pc:sldMk cId="0" sldId="265"/>
            <ac:spMk id="26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1:30.133" v="967" actId="164"/>
          <ac:spMkLst>
            <pc:docMk/>
            <pc:sldMk cId="0" sldId="265"/>
            <ac:spMk id="27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1:30.133" v="967" actId="164"/>
          <ac:spMkLst>
            <pc:docMk/>
            <pc:sldMk cId="0" sldId="265"/>
            <ac:spMk id="28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1:30.133" v="967" actId="164"/>
          <ac:spMkLst>
            <pc:docMk/>
            <pc:sldMk cId="0" sldId="265"/>
            <ac:spMk id="29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1:30.133" v="967" actId="164"/>
          <ac:spMkLst>
            <pc:docMk/>
            <pc:sldMk cId="0" sldId="265"/>
            <ac:spMk id="30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1:30.133" v="967" actId="164"/>
          <ac:spMkLst>
            <pc:docMk/>
            <pc:sldMk cId="0" sldId="265"/>
            <ac:spMk id="31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1:30.133" v="967" actId="164"/>
          <ac:spMkLst>
            <pc:docMk/>
            <pc:sldMk cId="0" sldId="265"/>
            <ac:spMk id="32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26:23.673" v="878" actId="1076"/>
          <ac:spMkLst>
            <pc:docMk/>
            <pc:sldMk cId="0" sldId="265"/>
            <ac:spMk id="33" creationId="{00000000-0000-0000-0000-000000000000}"/>
          </ac:spMkLst>
        </pc:spChg>
        <pc:spChg chg="add del mod">
          <ac:chgData name="jeayong lee" userId="0e8205fbd6162578" providerId="LiveId" clId="{AE34F6A3-7111-4D1D-9D41-1048805A1372}" dt="2026-09-09T03:25:21.803" v="858"/>
          <ac:spMkLst>
            <pc:docMk/>
            <pc:sldMk cId="0" sldId="265"/>
            <ac:spMk id="34" creationId="{D7E34B94-1A85-3766-4A4C-900AC2F14CF3}"/>
          </ac:spMkLst>
        </pc:spChg>
        <pc:spChg chg="del">
          <ac:chgData name="jeayong lee" userId="0e8205fbd6162578" providerId="LiveId" clId="{AE34F6A3-7111-4D1D-9D41-1048805A1372}" dt="2026-09-09T03:24:00.527" v="826" actId="478"/>
          <ac:spMkLst>
            <pc:docMk/>
            <pc:sldMk cId="0" sldId="265"/>
            <ac:spMk id="37" creationId="{00000000-0000-0000-0000-000000000000}"/>
          </ac:spMkLst>
        </pc:spChg>
        <pc:spChg chg="del">
          <ac:chgData name="jeayong lee" userId="0e8205fbd6162578" providerId="LiveId" clId="{AE34F6A3-7111-4D1D-9D41-1048805A1372}" dt="2026-09-09T03:24:00.527" v="826" actId="478"/>
          <ac:spMkLst>
            <pc:docMk/>
            <pc:sldMk cId="0" sldId="265"/>
            <ac:spMk id="38" creationId="{00000000-0000-0000-0000-000000000000}"/>
          </ac:spMkLst>
        </pc:spChg>
        <pc:grpChg chg="add del mod">
          <ac:chgData name="jeayong lee" userId="0e8205fbd6162578" providerId="LiveId" clId="{AE34F6A3-7111-4D1D-9D41-1048805A1372}" dt="2026-09-09T03:27:22.811" v="907" actId="165"/>
          <ac:grpSpMkLst>
            <pc:docMk/>
            <pc:sldMk cId="0" sldId="265"/>
            <ac:grpSpMk id="39" creationId="{DCFA8466-99B7-109D-9FC0-73B4E594008D}"/>
          </ac:grpSpMkLst>
        </pc:grpChg>
        <pc:grpChg chg="mod">
          <ac:chgData name="jeayong lee" userId="0e8205fbd6162578" providerId="LiveId" clId="{AE34F6A3-7111-4D1D-9D41-1048805A1372}" dt="2026-09-09T03:31:41.869" v="969" actId="1076"/>
          <ac:grpSpMkLst>
            <pc:docMk/>
            <pc:sldMk cId="0" sldId="265"/>
            <ac:grpSpMk id="40" creationId="{8FE44B7A-761B-2238-0A2C-7E81592E9CD3}"/>
          </ac:grpSpMkLst>
        </pc:grpChg>
      </pc:sldChg>
      <pc:sldChg chg="addSp delSp modSp mod">
        <pc:chgData name="jeayong lee" userId="0e8205fbd6162578" providerId="LiveId" clId="{AE34F6A3-7111-4D1D-9D41-1048805A1372}" dt="2026-09-09T03:35:27.953" v="991" actId="14100"/>
        <pc:sldMkLst>
          <pc:docMk/>
          <pc:sldMk cId="0" sldId="266"/>
        </pc:sldMkLst>
        <pc:spChg chg="add del mod">
          <ac:chgData name="jeayong lee" userId="0e8205fbd6162578" providerId="LiveId" clId="{AE34F6A3-7111-4D1D-9D41-1048805A1372}" dt="2026-09-09T03:29:25.105" v="946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jeayong lee" userId="0e8205fbd6162578" providerId="LiveId" clId="{AE34F6A3-7111-4D1D-9D41-1048805A1372}" dt="2026-09-09T03:29:19.046" v="942" actId="478"/>
          <ac:spMkLst>
            <pc:docMk/>
            <pc:sldMk cId="0" sldId="266"/>
            <ac:spMk id="11" creationId="{00000000-0000-0000-0000-000000000000}"/>
          </ac:spMkLst>
        </pc:spChg>
        <pc:spChg chg="del">
          <ac:chgData name="jeayong lee" userId="0e8205fbd6162578" providerId="LiveId" clId="{AE34F6A3-7111-4D1D-9D41-1048805A1372}" dt="2026-09-09T03:29:33.716" v="949" actId="478"/>
          <ac:spMkLst>
            <pc:docMk/>
            <pc:sldMk cId="0" sldId="266"/>
            <ac:spMk id="12" creationId="{00000000-0000-0000-0000-000000000000}"/>
          </ac:spMkLst>
        </pc:spChg>
        <pc:spChg chg="del">
          <ac:chgData name="jeayong lee" userId="0e8205fbd6162578" providerId="LiveId" clId="{AE34F6A3-7111-4D1D-9D41-1048805A1372}" dt="2026-09-09T03:29:21.013" v="943" actId="478"/>
          <ac:spMkLst>
            <pc:docMk/>
            <pc:sldMk cId="0" sldId="266"/>
            <ac:spMk id="13" creationId="{00000000-0000-0000-0000-000000000000}"/>
          </ac:spMkLst>
        </pc:spChg>
        <pc:spChg chg="del">
          <ac:chgData name="jeayong lee" userId="0e8205fbd6162578" providerId="LiveId" clId="{AE34F6A3-7111-4D1D-9D41-1048805A1372}" dt="2026-09-09T03:29:30.925" v="948" actId="478"/>
          <ac:spMkLst>
            <pc:docMk/>
            <pc:sldMk cId="0" sldId="266"/>
            <ac:spMk id="14" creationId="{00000000-0000-0000-0000-000000000000}"/>
          </ac:spMkLst>
        </pc:spChg>
        <pc:spChg chg="del">
          <ac:chgData name="jeayong lee" userId="0e8205fbd6162578" providerId="LiveId" clId="{AE34F6A3-7111-4D1D-9D41-1048805A1372}" dt="2026-09-09T03:29:22.501" v="944" actId="478"/>
          <ac:spMkLst>
            <pc:docMk/>
            <pc:sldMk cId="0" sldId="266"/>
            <ac:spMk id="15" creationId="{00000000-0000-0000-0000-000000000000}"/>
          </ac:spMkLst>
        </pc:spChg>
        <pc:spChg chg="del">
          <ac:chgData name="jeayong lee" userId="0e8205fbd6162578" providerId="LiveId" clId="{AE34F6A3-7111-4D1D-9D41-1048805A1372}" dt="2026-09-09T03:29:28.506" v="947" actId="478"/>
          <ac:spMkLst>
            <pc:docMk/>
            <pc:sldMk cId="0" sldId="266"/>
            <ac:spMk id="16" creationId="{00000000-0000-0000-0000-000000000000}"/>
          </ac:spMkLst>
        </pc:spChg>
        <pc:spChg chg="add del mod">
          <ac:chgData name="jeayong lee" userId="0e8205fbd6162578" providerId="LiveId" clId="{AE34F6A3-7111-4D1D-9D41-1048805A1372}" dt="2026-09-09T03:28:35.671" v="928" actId="478"/>
          <ac:spMkLst>
            <pc:docMk/>
            <pc:sldMk cId="0" sldId="266"/>
            <ac:spMk id="17" creationId="{00000000-0000-0000-0000-000000000000}"/>
          </ac:spMkLst>
        </pc:spChg>
        <pc:spChg chg="del mod">
          <ac:chgData name="jeayong lee" userId="0e8205fbd6162578" providerId="LiveId" clId="{AE34F6A3-7111-4D1D-9D41-1048805A1372}" dt="2026-09-09T03:28:12.621" v="918" actId="478"/>
          <ac:spMkLst>
            <pc:docMk/>
            <pc:sldMk cId="0" sldId="266"/>
            <ac:spMk id="18" creationId="{00000000-0000-0000-0000-000000000000}"/>
          </ac:spMkLst>
        </pc:spChg>
        <pc:spChg chg="mod topLvl">
          <ac:chgData name="jeayong lee" userId="0e8205fbd6162578" providerId="LiveId" clId="{AE34F6A3-7111-4D1D-9D41-1048805A1372}" dt="2026-09-09T03:35:27.953" v="991" actId="14100"/>
          <ac:spMkLst>
            <pc:docMk/>
            <pc:sldMk cId="0" sldId="266"/>
            <ac:spMk id="19" creationId="{00000000-0000-0000-0000-000000000000}"/>
          </ac:spMkLst>
        </pc:spChg>
        <pc:spChg chg="del mod topLvl">
          <ac:chgData name="jeayong lee" userId="0e8205fbd6162578" providerId="LiveId" clId="{AE34F6A3-7111-4D1D-9D41-1048805A1372}" dt="2026-09-09T03:33:09.376" v="977" actId="478"/>
          <ac:spMkLst>
            <pc:docMk/>
            <pc:sldMk cId="0" sldId="266"/>
            <ac:spMk id="20" creationId="{00000000-0000-0000-0000-000000000000}"/>
          </ac:spMkLst>
        </pc:spChg>
        <pc:spChg chg="del mod topLvl">
          <ac:chgData name="jeayong lee" userId="0e8205fbd6162578" providerId="LiveId" clId="{AE34F6A3-7111-4D1D-9D41-1048805A1372}" dt="2026-09-09T03:33:11.596" v="978" actId="478"/>
          <ac:spMkLst>
            <pc:docMk/>
            <pc:sldMk cId="0" sldId="266"/>
            <ac:spMk id="21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4:55.531" v="987" actId="20577"/>
          <ac:spMkLst>
            <pc:docMk/>
            <pc:sldMk cId="0" sldId="266"/>
            <ac:spMk id="40" creationId="{00000000-0000-0000-0000-000000000000}"/>
          </ac:spMkLst>
        </pc:spChg>
        <pc:spChg chg="add mod">
          <ac:chgData name="jeayong lee" userId="0e8205fbd6162578" providerId="LiveId" clId="{AE34F6A3-7111-4D1D-9D41-1048805A1372}" dt="2026-09-09T03:29:55.339" v="958"/>
          <ac:spMkLst>
            <pc:docMk/>
            <pc:sldMk cId="0" sldId="266"/>
            <ac:spMk id="44" creationId="{59BCC54B-5301-F906-D73C-1759A66C55F2}"/>
          </ac:spMkLst>
        </pc:spChg>
        <pc:spChg chg="add mod">
          <ac:chgData name="jeayong lee" userId="0e8205fbd6162578" providerId="LiveId" clId="{AE34F6A3-7111-4D1D-9D41-1048805A1372}" dt="2026-09-09T03:30:16.974" v="962" actId="1076"/>
          <ac:spMkLst>
            <pc:docMk/>
            <pc:sldMk cId="0" sldId="266"/>
            <ac:spMk id="46" creationId="{251CA67A-A6E4-2FE1-8A81-D557D25964EA}"/>
          </ac:spMkLst>
        </pc:spChg>
        <pc:spChg chg="add mod">
          <ac:chgData name="jeayong lee" userId="0e8205fbd6162578" providerId="LiveId" clId="{AE34F6A3-7111-4D1D-9D41-1048805A1372}" dt="2026-09-09T03:30:36.736" v="966" actId="1076"/>
          <ac:spMkLst>
            <pc:docMk/>
            <pc:sldMk cId="0" sldId="266"/>
            <ac:spMk id="48" creationId="{DF3FF1D1-B1EA-FCE3-54BD-F78D995F7ECC}"/>
          </ac:spMkLst>
        </pc:spChg>
        <pc:grpChg chg="add mod">
          <ac:chgData name="jeayong lee" userId="0e8205fbd6162578" providerId="LiveId" clId="{AE34F6A3-7111-4D1D-9D41-1048805A1372}" dt="2026-09-09T03:28:31.441" v="924" actId="164"/>
          <ac:grpSpMkLst>
            <pc:docMk/>
            <pc:sldMk cId="0" sldId="266"/>
            <ac:grpSpMk id="41" creationId="{FFF40FCD-8C47-060E-E661-6BEF1199CC28}"/>
          </ac:grpSpMkLst>
        </pc:grpChg>
        <pc:grpChg chg="add del mod">
          <ac:chgData name="jeayong lee" userId="0e8205fbd6162578" providerId="LiveId" clId="{AE34F6A3-7111-4D1D-9D41-1048805A1372}" dt="2026-09-09T03:33:07.011" v="976" actId="165"/>
          <ac:grpSpMkLst>
            <pc:docMk/>
            <pc:sldMk cId="0" sldId="266"/>
            <ac:grpSpMk id="42" creationId="{F8F4B946-54AD-1C06-80D0-E8584DCBFE61}"/>
          </ac:grpSpMkLst>
        </pc:grpChg>
      </pc:sldChg>
      <pc:sldChg chg="modSp mod">
        <pc:chgData name="jeayong lee" userId="0e8205fbd6162578" providerId="LiveId" clId="{AE34F6A3-7111-4D1D-9D41-1048805A1372}" dt="2026-09-09T01:53:06.526" v="66" actId="1076"/>
        <pc:sldMkLst>
          <pc:docMk/>
          <pc:sldMk cId="0" sldId="267"/>
        </pc:sldMkLst>
        <pc:spChg chg="mod">
          <ac:chgData name="jeayong lee" userId="0e8205fbd6162578" providerId="LiveId" clId="{AE34F6A3-7111-4D1D-9D41-1048805A1372}" dt="2026-09-09T01:52:59.789" v="64" actId="1076"/>
          <ac:spMkLst>
            <pc:docMk/>
            <pc:sldMk cId="0" sldId="267"/>
            <ac:spMk id="3" creationId="{00000000-0000-0000-0000-000000000000}"/>
          </ac:spMkLst>
        </pc:spChg>
        <pc:spChg chg="mod">
          <ac:chgData name="jeayong lee" userId="0e8205fbd6162578" providerId="LiveId" clId="{AE34F6A3-7111-4D1D-9D41-1048805A1372}" dt="2026-09-09T01:52:55.563" v="63" actId="1076"/>
          <ac:spMkLst>
            <pc:docMk/>
            <pc:sldMk cId="0" sldId="267"/>
            <ac:spMk id="4" creationId="{00000000-0000-0000-0000-000000000000}"/>
          </ac:spMkLst>
        </pc:spChg>
        <pc:spChg chg="mod">
          <ac:chgData name="jeayong lee" userId="0e8205fbd6162578" providerId="LiveId" clId="{AE34F6A3-7111-4D1D-9D41-1048805A1372}" dt="2026-09-09T01:53:06.526" v="66" actId="1076"/>
          <ac:spMkLst>
            <pc:docMk/>
            <pc:sldMk cId="0" sldId="267"/>
            <ac:spMk id="5" creationId="{00000000-0000-0000-0000-000000000000}"/>
          </ac:spMkLst>
        </pc:spChg>
      </pc:sldChg>
      <pc:sldChg chg="addSp delSp modSp mod">
        <pc:chgData name="jeayong lee" userId="0e8205fbd6162578" providerId="LiveId" clId="{AE34F6A3-7111-4D1D-9D41-1048805A1372}" dt="2026-09-09T03:40:32.351" v="1231" actId="1076"/>
        <pc:sldMkLst>
          <pc:docMk/>
          <pc:sldMk cId="0" sldId="268"/>
        </pc:sldMkLst>
        <pc:spChg chg="mod">
          <ac:chgData name="jeayong lee" userId="0e8205fbd6162578" providerId="LiveId" clId="{AE34F6A3-7111-4D1D-9D41-1048805A1372}" dt="2026-09-09T03:35:59.286" v="998" actId="404"/>
          <ac:spMkLst>
            <pc:docMk/>
            <pc:sldMk cId="0" sldId="268"/>
            <ac:spMk id="2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5:59.286" v="998" actId="404"/>
          <ac:spMkLst>
            <pc:docMk/>
            <pc:sldMk cId="0" sldId="268"/>
            <ac:spMk id="5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5:59.286" v="998" actId="404"/>
          <ac:spMkLst>
            <pc:docMk/>
            <pc:sldMk cId="0" sldId="268"/>
            <ac:spMk id="7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8:59.866" v="1133" actId="207"/>
          <ac:spMkLst>
            <pc:docMk/>
            <pc:sldMk cId="0" sldId="268"/>
            <ac:spMk id="8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7:22.452" v="1004"/>
          <ac:spMkLst>
            <pc:docMk/>
            <pc:sldMk cId="0" sldId="268"/>
            <ac:spMk id="9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7:44.201" v="1011" actId="107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5:59.286" v="998" actId="404"/>
          <ac:spMkLst>
            <pc:docMk/>
            <pc:sldMk cId="0" sldId="268"/>
            <ac:spMk id="11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9:03.314" v="1158" actId="207"/>
          <ac:spMkLst>
            <pc:docMk/>
            <pc:sldMk cId="0" sldId="268"/>
            <ac:spMk id="12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7:52.863" v="1013"/>
          <ac:spMkLst>
            <pc:docMk/>
            <pc:sldMk cId="0" sldId="268"/>
            <ac:spMk id="13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8:00.912" v="1017"/>
          <ac:spMkLst>
            <pc:docMk/>
            <pc:sldMk cId="0" sldId="268"/>
            <ac:spMk id="14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9:08.598" v="1200" actId="207"/>
          <ac:spMkLst>
            <pc:docMk/>
            <pc:sldMk cId="0" sldId="268"/>
            <ac:spMk id="16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5:59.286" v="998" actId="404"/>
          <ac:spMkLst>
            <pc:docMk/>
            <pc:sldMk cId="0" sldId="268"/>
            <ac:spMk id="17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8:13.842" v="1022" actId="20577"/>
          <ac:spMkLst>
            <pc:docMk/>
            <pc:sldMk cId="0" sldId="268"/>
            <ac:spMk id="18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8:45.186" v="1028" actId="1076"/>
          <ac:spMkLst>
            <pc:docMk/>
            <pc:sldMk cId="0" sldId="268"/>
            <ac:spMk id="19" creationId="{00000000-0000-0000-0000-000000000000}"/>
          </ac:spMkLst>
        </pc:spChg>
        <pc:spChg chg="del">
          <ac:chgData name="jeayong lee" userId="0e8205fbd6162578" providerId="LiveId" clId="{AE34F6A3-7111-4D1D-9D41-1048805A1372}" dt="2026-09-09T03:38:21.861" v="1023" actId="478"/>
          <ac:spMkLst>
            <pc:docMk/>
            <pc:sldMk cId="0" sldId="268"/>
            <ac:spMk id="20" creationId="{00000000-0000-0000-0000-000000000000}"/>
          </ac:spMkLst>
        </pc:spChg>
        <pc:spChg chg="del">
          <ac:chgData name="jeayong lee" userId="0e8205fbd6162578" providerId="LiveId" clId="{AE34F6A3-7111-4D1D-9D41-1048805A1372}" dt="2026-09-09T03:38:21.861" v="1023" actId="478"/>
          <ac:spMkLst>
            <pc:docMk/>
            <pc:sldMk cId="0" sldId="268"/>
            <ac:spMk id="21" creationId="{00000000-0000-0000-0000-000000000000}"/>
          </ac:spMkLst>
        </pc:spChg>
        <pc:spChg chg="del">
          <ac:chgData name="jeayong lee" userId="0e8205fbd6162578" providerId="LiveId" clId="{AE34F6A3-7111-4D1D-9D41-1048805A1372}" dt="2026-09-09T03:38:21.861" v="1023" actId="478"/>
          <ac:spMkLst>
            <pc:docMk/>
            <pc:sldMk cId="0" sldId="268"/>
            <ac:spMk id="22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40:26.236" v="1230" actId="1076"/>
          <ac:spMkLst>
            <pc:docMk/>
            <pc:sldMk cId="0" sldId="268"/>
            <ac:spMk id="23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9:54.922" v="1222" actId="1076"/>
          <ac:spMkLst>
            <pc:docMk/>
            <pc:sldMk cId="0" sldId="268"/>
            <ac:spMk id="25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40:05.767" v="1224" actId="1076"/>
          <ac:spMkLst>
            <pc:docMk/>
            <pc:sldMk cId="0" sldId="268"/>
            <ac:spMk id="26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40:32.351" v="1231" actId="1076"/>
          <ac:spMkLst>
            <pc:docMk/>
            <pc:sldMk cId="0" sldId="268"/>
            <ac:spMk id="27" creationId="{00000000-0000-0000-0000-000000000000}"/>
          </ac:spMkLst>
        </pc:spChg>
        <pc:spChg chg="add mod">
          <ac:chgData name="jeayong lee" userId="0e8205fbd6162578" providerId="LiveId" clId="{AE34F6A3-7111-4D1D-9D41-1048805A1372}" dt="2026-09-09T03:39:13.196" v="1214" actId="207"/>
          <ac:spMkLst>
            <pc:docMk/>
            <pc:sldMk cId="0" sldId="268"/>
            <ac:spMk id="31" creationId="{91333C0D-B4FB-0170-97CB-FB919D415E4A}"/>
          </ac:spMkLst>
        </pc:spChg>
        <pc:spChg chg="add mod">
          <ac:chgData name="jeayong lee" userId="0e8205fbd6162578" providerId="LiveId" clId="{AE34F6A3-7111-4D1D-9D41-1048805A1372}" dt="2026-09-09T03:39:20.121" v="1216"/>
          <ac:spMkLst>
            <pc:docMk/>
            <pc:sldMk cId="0" sldId="268"/>
            <ac:spMk id="33" creationId="{E3CCB0E8-3A51-5CBA-D23B-900E2A7AEB14}"/>
          </ac:spMkLst>
        </pc:spChg>
        <pc:spChg chg="add mod">
          <ac:chgData name="jeayong lee" userId="0e8205fbd6162578" providerId="LiveId" clId="{AE34F6A3-7111-4D1D-9D41-1048805A1372}" dt="2026-09-09T03:39:35.351" v="1220" actId="404"/>
          <ac:spMkLst>
            <pc:docMk/>
            <pc:sldMk cId="0" sldId="268"/>
            <ac:spMk id="35" creationId="{ECE7FD63-41FC-8305-9E42-04676821BECD}"/>
          </ac:spMkLst>
        </pc:spChg>
      </pc:sldChg>
      <pc:sldChg chg="addSp delSp modSp mod">
        <pc:chgData name="jeayong lee" userId="0e8205fbd6162578" providerId="LiveId" clId="{AE34F6A3-7111-4D1D-9D41-1048805A1372}" dt="2026-09-09T03:35:52.007" v="995" actId="404"/>
        <pc:sldMkLst>
          <pc:docMk/>
          <pc:sldMk cId="0" sldId="269"/>
        </pc:sldMkLst>
        <pc:spChg chg="mod">
          <ac:chgData name="jeayong lee" userId="0e8205fbd6162578" providerId="LiveId" clId="{AE34F6A3-7111-4D1D-9D41-1048805A1372}" dt="2026-09-09T03:35:52.007" v="995" actId="404"/>
          <ac:spMkLst>
            <pc:docMk/>
            <pc:sldMk cId="0" sldId="269"/>
            <ac:spMk id="5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5:52.007" v="995" actId="404"/>
          <ac:spMkLst>
            <pc:docMk/>
            <pc:sldMk cId="0" sldId="269"/>
            <ac:spMk id="6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5:52.007" v="995" actId="404"/>
          <ac:spMkLst>
            <pc:docMk/>
            <pc:sldMk cId="0" sldId="269"/>
            <ac:spMk id="7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5:52.007" v="995" actId="404"/>
          <ac:spMkLst>
            <pc:docMk/>
            <pc:sldMk cId="0" sldId="269"/>
            <ac:spMk id="8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5:52.007" v="995" actId="404"/>
          <ac:spMkLst>
            <pc:docMk/>
            <pc:sldMk cId="0" sldId="269"/>
            <ac:spMk id="9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5:52.007" v="995" actId="404"/>
          <ac:spMkLst>
            <pc:docMk/>
            <pc:sldMk cId="0" sldId="269"/>
            <ac:spMk id="11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5:52.007" v="995" actId="404"/>
          <ac:spMkLst>
            <pc:docMk/>
            <pc:sldMk cId="0" sldId="269"/>
            <ac:spMk id="13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5:52.007" v="995" actId="404"/>
          <ac:spMkLst>
            <pc:docMk/>
            <pc:sldMk cId="0" sldId="269"/>
            <ac:spMk id="17" creationId="{00000000-0000-0000-0000-000000000000}"/>
          </ac:spMkLst>
        </pc:spChg>
        <pc:spChg chg="del">
          <ac:chgData name="jeayong lee" userId="0e8205fbd6162578" providerId="LiveId" clId="{AE34F6A3-7111-4D1D-9D41-1048805A1372}" dt="2026-09-09T01:53:42.771" v="70" actId="478"/>
          <ac:spMkLst>
            <pc:docMk/>
            <pc:sldMk cId="0" sldId="269"/>
            <ac:spMk id="20" creationId="{00000000-0000-0000-0000-000000000000}"/>
          </ac:spMkLst>
        </pc:spChg>
        <pc:spChg chg="del mod">
          <ac:chgData name="jeayong lee" userId="0e8205fbd6162578" providerId="LiveId" clId="{AE34F6A3-7111-4D1D-9D41-1048805A1372}" dt="2026-09-09T01:53:45.813" v="72" actId="478"/>
          <ac:spMkLst>
            <pc:docMk/>
            <pc:sldMk cId="0" sldId="269"/>
            <ac:spMk id="21" creationId="{00000000-0000-0000-0000-000000000000}"/>
          </ac:spMkLst>
        </pc:spChg>
        <pc:spChg chg="del mod">
          <ac:chgData name="jeayong lee" userId="0e8205fbd6162578" providerId="LiveId" clId="{AE34F6A3-7111-4D1D-9D41-1048805A1372}" dt="2026-09-09T01:53:49.587" v="74" actId="478"/>
          <ac:spMkLst>
            <pc:docMk/>
            <pc:sldMk cId="0" sldId="269"/>
            <ac:spMk id="22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5:52.007" v="995" actId="404"/>
          <ac:spMkLst>
            <pc:docMk/>
            <pc:sldMk cId="0" sldId="269"/>
            <ac:spMk id="23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35:52.007" v="995" actId="404"/>
          <ac:spMkLst>
            <pc:docMk/>
            <pc:sldMk cId="0" sldId="269"/>
            <ac:spMk id="27" creationId="{00000000-0000-0000-0000-000000000000}"/>
          </ac:spMkLst>
        </pc:spChg>
        <pc:spChg chg="add del">
          <ac:chgData name="jeayong lee" userId="0e8205fbd6162578" providerId="LiveId" clId="{AE34F6A3-7111-4D1D-9D41-1048805A1372}" dt="2026-09-09T01:54:00.943" v="81" actId="22"/>
          <ac:spMkLst>
            <pc:docMk/>
            <pc:sldMk cId="0" sldId="269"/>
            <ac:spMk id="29" creationId="{F3476619-8D03-57D5-829E-6FEC38AB257A}"/>
          </ac:spMkLst>
        </pc:spChg>
      </pc:sldChg>
      <pc:sldChg chg="addSp delSp modSp mod">
        <pc:chgData name="jeayong lee" userId="0e8205fbd6162578" providerId="LiveId" clId="{AE34F6A3-7111-4D1D-9D41-1048805A1372}" dt="2026-09-09T03:49:11.264" v="1301" actId="14100"/>
        <pc:sldMkLst>
          <pc:docMk/>
          <pc:sldMk cId="0" sldId="270"/>
        </pc:sldMkLst>
        <pc:spChg chg="mod">
          <ac:chgData name="jeayong lee" userId="0e8205fbd6162578" providerId="LiveId" clId="{AE34F6A3-7111-4D1D-9D41-1048805A1372}" dt="2026-09-09T03:46:49.569" v="1263" actId="403"/>
          <ac:spMkLst>
            <pc:docMk/>
            <pc:sldMk cId="0" sldId="270"/>
            <ac:spMk id="2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46:49.569" v="1263" actId="403"/>
          <ac:spMkLst>
            <pc:docMk/>
            <pc:sldMk cId="0" sldId="270"/>
            <ac:spMk id="3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46:49.569" v="1263" actId="403"/>
          <ac:spMkLst>
            <pc:docMk/>
            <pc:sldMk cId="0" sldId="270"/>
            <ac:spMk id="4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47:10.443" v="1266" actId="14100"/>
          <ac:spMkLst>
            <pc:docMk/>
            <pc:sldMk cId="0" sldId="270"/>
            <ac:spMk id="5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47:10.443" v="1266" actId="14100"/>
          <ac:spMkLst>
            <pc:docMk/>
            <pc:sldMk cId="0" sldId="270"/>
            <ac:spMk id="6" creationId="{00000000-0000-0000-0000-000000000000}"/>
          </ac:spMkLst>
        </pc:spChg>
        <pc:spChg chg="mod">
          <ac:chgData name="jeayong lee" userId="0e8205fbd6162578" providerId="LiveId" clId="{AE34F6A3-7111-4D1D-9D41-1048805A1372}" dt="2026-09-09T03:47:10.443" v="1266" actId="14100"/>
          <ac:spMkLst>
            <pc:docMk/>
            <pc:sldMk cId="0" sldId="270"/>
            <ac:spMk id="7" creationId="{00000000-0000-0000-0000-000000000000}"/>
          </ac:spMkLst>
        </pc:spChg>
        <pc:spChg chg="del mod">
          <ac:chgData name="jeayong lee" userId="0e8205fbd6162578" providerId="LiveId" clId="{AE34F6A3-7111-4D1D-9D41-1048805A1372}" dt="2026-09-09T03:48:30.921" v="1286" actId="478"/>
          <ac:spMkLst>
            <pc:docMk/>
            <pc:sldMk cId="0" sldId="270"/>
            <ac:spMk id="8" creationId="{00000000-0000-0000-0000-000000000000}"/>
          </ac:spMkLst>
        </pc:spChg>
        <pc:spChg chg="add del mod">
          <ac:chgData name="jeayong lee" userId="0e8205fbd6162578" providerId="LiveId" clId="{AE34F6A3-7111-4D1D-9D41-1048805A1372}" dt="2026-09-09T03:48:33.008" v="1287" actId="12"/>
          <ac:spMkLst>
            <pc:docMk/>
            <pc:sldMk cId="0" sldId="270"/>
            <ac:spMk id="9" creationId="{00000000-0000-0000-0000-000000000000}"/>
          </ac:spMkLst>
        </pc:spChg>
        <pc:spChg chg="del mod">
          <ac:chgData name="jeayong lee" userId="0e8205fbd6162578" providerId="LiveId" clId="{AE34F6A3-7111-4D1D-9D41-1048805A1372}" dt="2026-09-09T03:48:29.564" v="1284" actId="478"/>
          <ac:spMkLst>
            <pc:docMk/>
            <pc:sldMk cId="0" sldId="270"/>
            <ac:spMk id="10" creationId="{00000000-0000-0000-0000-000000000000}"/>
          </ac:spMkLst>
        </pc:spChg>
        <pc:spChg chg="add del mod">
          <ac:chgData name="jeayong lee" userId="0e8205fbd6162578" providerId="LiveId" clId="{AE34F6A3-7111-4D1D-9D41-1048805A1372}" dt="2026-09-09T03:49:11.264" v="1301" actId="14100"/>
          <ac:spMkLst>
            <pc:docMk/>
            <pc:sldMk cId="0" sldId="270"/>
            <ac:spMk id="11" creationId="{00000000-0000-0000-0000-000000000000}"/>
          </ac:spMkLst>
        </pc:spChg>
        <pc:spChg chg="del mod">
          <ac:chgData name="jeayong lee" userId="0e8205fbd6162578" providerId="LiveId" clId="{AE34F6A3-7111-4D1D-9D41-1048805A1372}" dt="2026-09-09T03:48:27.779" v="1282" actId="478"/>
          <ac:spMkLst>
            <pc:docMk/>
            <pc:sldMk cId="0" sldId="270"/>
            <ac:spMk id="12" creationId="{00000000-0000-0000-0000-000000000000}"/>
          </ac:spMkLst>
        </pc:spChg>
        <pc:spChg chg="add del mod">
          <ac:chgData name="jeayong lee" userId="0e8205fbd6162578" providerId="LiveId" clId="{AE34F6A3-7111-4D1D-9D41-1048805A1372}" dt="2026-09-09T03:49:03.649" v="1298" actId="14100"/>
          <ac:spMkLst>
            <pc:docMk/>
            <pc:sldMk cId="0" sldId="270"/>
            <ac:spMk id="13" creationId="{00000000-0000-0000-0000-000000000000}"/>
          </ac:spMkLst>
        </pc:spChg>
        <pc:spChg chg="add del mod">
          <ac:chgData name="jeayong lee" userId="0e8205fbd6162578" providerId="LiveId" clId="{AE34F6A3-7111-4D1D-9D41-1048805A1372}" dt="2026-09-09T03:48:26.322" v="1281" actId="478"/>
          <ac:spMkLst>
            <pc:docMk/>
            <pc:sldMk cId="0" sldId="270"/>
            <ac:spMk id="14" creationId="{00000000-0000-0000-0000-000000000000}"/>
          </ac:spMkLst>
        </pc:spChg>
        <pc:spChg chg="add del mod">
          <ac:chgData name="jeayong lee" userId="0e8205fbd6162578" providerId="LiveId" clId="{AE34F6A3-7111-4D1D-9D41-1048805A1372}" dt="2026-09-09T03:49:00.741" v="1297" actId="1076"/>
          <ac:spMkLst>
            <pc:docMk/>
            <pc:sldMk cId="0" sldId="270"/>
            <ac:spMk id="15" creationId="{00000000-0000-0000-0000-000000000000}"/>
          </ac:spMkLst>
        </pc:spChg>
        <pc:spChg chg="add del mod">
          <ac:chgData name="jeayong lee" userId="0e8205fbd6162578" providerId="LiveId" clId="{AE34F6A3-7111-4D1D-9D41-1048805A1372}" dt="2026-09-09T03:45:59.270" v="1250" actId="478"/>
          <ac:spMkLst>
            <pc:docMk/>
            <pc:sldMk cId="0" sldId="270"/>
            <ac:spMk id="16" creationId="{00000000-0000-0000-0000-000000000000}"/>
          </ac:spMkLst>
        </pc:spChg>
        <pc:spChg chg="del mod">
          <ac:chgData name="jeayong lee" userId="0e8205fbd6162578" providerId="LiveId" clId="{AE34F6A3-7111-4D1D-9D41-1048805A1372}" dt="2026-09-09T03:46:19.960" v="1257" actId="478"/>
          <ac:spMkLst>
            <pc:docMk/>
            <pc:sldMk cId="0" sldId="270"/>
            <ac:spMk id="17" creationId="{00000000-0000-0000-0000-000000000000}"/>
          </ac:spMkLst>
        </pc:spChg>
        <pc:spChg chg="del">
          <ac:chgData name="jeayong lee" userId="0e8205fbd6162578" providerId="LiveId" clId="{AE34F6A3-7111-4D1D-9D41-1048805A1372}" dt="2026-09-09T02:12:03.935" v="523" actId="478"/>
          <ac:spMkLst>
            <pc:docMk/>
            <pc:sldMk cId="0" sldId="270"/>
            <ac:spMk id="18" creationId="{00000000-0000-0000-0000-000000000000}"/>
          </ac:spMkLst>
        </pc:spChg>
        <pc:spChg chg="add del mod">
          <ac:chgData name="jeayong lee" userId="0e8205fbd6162578" providerId="LiveId" clId="{AE34F6A3-7111-4D1D-9D41-1048805A1372}" dt="2026-09-09T03:48:24.674" v="1280" actId="478"/>
          <ac:spMkLst>
            <pc:docMk/>
            <pc:sldMk cId="0" sldId="270"/>
            <ac:spMk id="20" creationId="{86A370C8-53D9-E838-133B-5034B3BFE122}"/>
          </ac:spMkLst>
        </pc:spChg>
        <pc:spChg chg="add mod">
          <ac:chgData name="jeayong lee" userId="0e8205fbd6162578" providerId="LiveId" clId="{AE34F6A3-7111-4D1D-9D41-1048805A1372}" dt="2026-09-09T03:48:52.306" v="1295" actId="14100"/>
          <ac:spMkLst>
            <pc:docMk/>
            <pc:sldMk cId="0" sldId="270"/>
            <ac:spMk id="22" creationId="{1F993EE8-8D0A-6FC2-1FDC-702CB03C2930}"/>
          </ac:spMkLst>
        </pc:spChg>
        <pc:spChg chg="add del mod">
          <ac:chgData name="jeayong lee" userId="0e8205fbd6162578" providerId="LiveId" clId="{AE34F6A3-7111-4D1D-9D41-1048805A1372}" dt="2026-09-09T02:12:21.995" v="528" actId="478"/>
          <ac:spMkLst>
            <pc:docMk/>
            <pc:sldMk cId="0" sldId="270"/>
            <ac:spMk id="26" creationId="{00000000-0000-0000-0000-000000000000}"/>
          </ac:spMkLst>
        </pc:spChg>
        <pc:spChg chg="add del mod">
          <ac:chgData name="jeayong lee" userId="0e8205fbd6162578" providerId="LiveId" clId="{AE34F6A3-7111-4D1D-9D41-1048805A1372}" dt="2026-09-09T02:12:23.312" v="531" actId="478"/>
          <ac:spMkLst>
            <pc:docMk/>
            <pc:sldMk cId="0" sldId="270"/>
            <ac:spMk id="27" creationId="{00000000-0000-0000-0000-000000000000}"/>
          </ac:spMkLst>
        </pc:spChg>
        <pc:spChg chg="add del mod">
          <ac:chgData name="jeayong lee" userId="0e8205fbd6162578" providerId="LiveId" clId="{AE34F6A3-7111-4D1D-9D41-1048805A1372}" dt="2026-09-09T02:12:21.995" v="530"/>
          <ac:spMkLst>
            <pc:docMk/>
            <pc:sldMk cId="0" sldId="270"/>
            <ac:spMk id="28" creationId="{00000000-0000-0000-0000-000000000000}"/>
          </ac:spMkLst>
        </pc:spChg>
        <pc:spChg chg="add del mod">
          <ac:chgData name="jeayong lee" userId="0e8205fbd6162578" providerId="LiveId" clId="{AE34F6A3-7111-4D1D-9D41-1048805A1372}" dt="2026-09-09T02:12:16.403" v="526" actId="478"/>
          <ac:spMkLst>
            <pc:docMk/>
            <pc:sldMk cId="0" sldId="270"/>
            <ac:spMk id="29" creationId="{00000000-0000-0000-0000-000000000000}"/>
          </ac:spMkLst>
        </pc:spChg>
      </pc:sldChg>
      <pc:sldChg chg="addSp delSp modSp mod">
        <pc:chgData name="jeayong lee" userId="0e8205fbd6162578" providerId="LiveId" clId="{AE34F6A3-7111-4D1D-9D41-1048805A1372}" dt="2026-09-09T04:34:47.389" v="1322" actId="20577"/>
        <pc:sldMkLst>
          <pc:docMk/>
          <pc:sldMk cId="0" sldId="271"/>
        </pc:sldMkLst>
        <pc:spChg chg="mod">
          <ac:chgData name="jeayong lee" userId="0e8205fbd6162578" providerId="LiveId" clId="{AE34F6A3-7111-4D1D-9D41-1048805A1372}" dt="2026-09-09T02:23:39.669" v="632" actId="14100"/>
          <ac:spMkLst>
            <pc:docMk/>
            <pc:sldMk cId="0" sldId="271"/>
            <ac:spMk id="8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23:39.669" v="632" actId="14100"/>
          <ac:spMkLst>
            <pc:docMk/>
            <pc:sldMk cId="0" sldId="271"/>
            <ac:spMk id="9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23:39.669" v="632" actId="14100"/>
          <ac:spMkLst>
            <pc:docMk/>
            <pc:sldMk cId="0" sldId="271"/>
            <ac:spMk id="10" creationId="{00000000-0000-0000-0000-000000000000}"/>
          </ac:spMkLst>
        </pc:spChg>
        <pc:spChg chg="mod">
          <ac:chgData name="jeayong lee" userId="0e8205fbd6162578" providerId="LiveId" clId="{AE34F6A3-7111-4D1D-9D41-1048805A1372}" dt="2026-09-09T04:34:47.389" v="1322" actId="20577"/>
          <ac:spMkLst>
            <pc:docMk/>
            <pc:sldMk cId="0" sldId="271"/>
            <ac:spMk id="11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24:04.575" v="641" actId="107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23:44.305" v="633" actId="14100"/>
          <ac:spMkLst>
            <pc:docMk/>
            <pc:sldMk cId="0" sldId="271"/>
            <ac:spMk id="14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23:44.305" v="633" actId="14100"/>
          <ac:spMkLst>
            <pc:docMk/>
            <pc:sldMk cId="0" sldId="271"/>
            <ac:spMk id="15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24:09.114" v="642" actId="1076"/>
          <ac:spMkLst>
            <pc:docMk/>
            <pc:sldMk cId="0" sldId="271"/>
            <ac:spMk id="16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23:49.823" v="634" actId="14100"/>
          <ac:spMkLst>
            <pc:docMk/>
            <pc:sldMk cId="0" sldId="271"/>
            <ac:spMk id="18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23:49.823" v="634" actId="14100"/>
          <ac:spMkLst>
            <pc:docMk/>
            <pc:sldMk cId="0" sldId="271"/>
            <ac:spMk id="19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23:49.823" v="634" actId="14100"/>
          <ac:spMkLst>
            <pc:docMk/>
            <pc:sldMk cId="0" sldId="271"/>
            <ac:spMk id="20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23:56.625" v="635" actId="1076"/>
          <ac:spMkLst>
            <pc:docMk/>
            <pc:sldMk cId="0" sldId="271"/>
            <ac:spMk id="21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24:50.551" v="652" actId="164"/>
          <ac:spMkLst>
            <pc:docMk/>
            <pc:sldMk cId="0" sldId="271"/>
            <ac:spMk id="22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24:50.551" v="652" actId="164"/>
          <ac:spMkLst>
            <pc:docMk/>
            <pc:sldMk cId="0" sldId="271"/>
            <ac:spMk id="23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24:50.551" v="652" actId="164"/>
          <ac:spMkLst>
            <pc:docMk/>
            <pc:sldMk cId="0" sldId="271"/>
            <ac:spMk id="24" creationId="{00000000-0000-0000-0000-000000000000}"/>
          </ac:spMkLst>
        </pc:spChg>
        <pc:spChg chg="add del mod">
          <ac:chgData name="jeayong lee" userId="0e8205fbd6162578" providerId="LiveId" clId="{AE34F6A3-7111-4D1D-9D41-1048805A1372}" dt="2026-09-09T02:23:32.616" v="630"/>
          <ac:spMkLst>
            <pc:docMk/>
            <pc:sldMk cId="0" sldId="271"/>
            <ac:spMk id="25" creationId="{022050D7-28A8-705E-87D5-A57254C27FEC}"/>
          </ac:spMkLst>
        </pc:spChg>
        <pc:spChg chg="add del mod">
          <ac:chgData name="jeayong lee" userId="0e8205fbd6162578" providerId="LiveId" clId="{AE34F6A3-7111-4D1D-9D41-1048805A1372}" dt="2026-09-09T02:24:43.321" v="651" actId="478"/>
          <ac:spMkLst>
            <pc:docMk/>
            <pc:sldMk cId="0" sldId="271"/>
            <ac:spMk id="28" creationId="{00000000-0000-0000-0000-000000000000}"/>
          </ac:spMkLst>
        </pc:spChg>
        <pc:spChg chg="add mod">
          <ac:chgData name="jeayong lee" userId="0e8205fbd6162578" providerId="LiveId" clId="{AE34F6A3-7111-4D1D-9D41-1048805A1372}" dt="2026-09-09T02:25:10.306" v="658" actId="1076"/>
          <ac:spMkLst>
            <pc:docMk/>
            <pc:sldMk cId="0" sldId="271"/>
            <ac:spMk id="31" creationId="{9F922299-BB3C-A6B0-BEC5-D493AC7C6352}"/>
          </ac:spMkLst>
        </pc:spChg>
        <pc:grpChg chg="add mod">
          <ac:chgData name="jeayong lee" userId="0e8205fbd6162578" providerId="LiveId" clId="{AE34F6A3-7111-4D1D-9D41-1048805A1372}" dt="2026-09-09T02:24:53.938" v="653" actId="1076"/>
          <ac:grpSpMkLst>
            <pc:docMk/>
            <pc:sldMk cId="0" sldId="271"/>
            <ac:grpSpMk id="29" creationId="{31C7B5B3-BCDB-01F9-1D39-95A208E3CE41}"/>
          </ac:grpSpMkLst>
        </pc:grpChg>
      </pc:sldChg>
      <pc:sldChg chg="modSp del mod">
        <pc:chgData name="jeayong lee" userId="0e8205fbd6162578" providerId="LiveId" clId="{AE34F6A3-7111-4D1D-9D41-1048805A1372}" dt="2026-09-09T03:52:14.174" v="1306" actId="2696"/>
        <pc:sldMkLst>
          <pc:docMk/>
          <pc:sldMk cId="0" sldId="272"/>
        </pc:sldMkLst>
        <pc:spChg chg="mod">
          <ac:chgData name="jeayong lee" userId="0e8205fbd6162578" providerId="LiveId" clId="{AE34F6A3-7111-4D1D-9D41-1048805A1372}" dt="2026-09-09T01:59:54.828" v="378" actId="403"/>
          <ac:spMkLst>
            <pc:docMk/>
            <pc:sldMk cId="0" sldId="272"/>
            <ac:spMk id="9" creationId="{00000000-0000-0000-0000-000000000000}"/>
          </ac:spMkLst>
        </pc:spChg>
        <pc:spChg chg="mod">
          <ac:chgData name="jeayong lee" userId="0e8205fbd6162578" providerId="LiveId" clId="{AE34F6A3-7111-4D1D-9D41-1048805A1372}" dt="2026-09-09T01:59:59.189" v="380" actId="403"/>
          <ac:spMkLst>
            <pc:docMk/>
            <pc:sldMk cId="0" sldId="272"/>
            <ac:spMk id="14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00:07.315" v="384" actId="207"/>
          <ac:spMkLst>
            <pc:docMk/>
            <pc:sldMk cId="0" sldId="272"/>
            <ac:spMk id="18" creationId="{00000000-0000-0000-0000-000000000000}"/>
          </ac:spMkLst>
        </pc:spChg>
        <pc:spChg chg="mod">
          <ac:chgData name="jeayong lee" userId="0e8205fbd6162578" providerId="LiveId" clId="{AE34F6A3-7111-4D1D-9D41-1048805A1372}" dt="2026-09-09T02:00:12.988" v="387" actId="20577"/>
          <ac:spMkLst>
            <pc:docMk/>
            <pc:sldMk cId="0" sldId="272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159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37960"/>
            <a:ext cx="11292840" cy="0"/>
          </a:xfrm>
          <a:prstGeom prst="line">
            <a:avLst/>
          </a:prstGeom>
          <a:noFill/>
          <a:ln w="12700">
            <a:solidFill>
              <a:srgbClr val="D7DC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46404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D7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[연구계획 발표]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143000" y="1847088"/>
            <a:ext cx="56235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RGB-D 운동학 정보를 활용한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기반 손 기능 평가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3090672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Kinematics-Augmented Vision-Language Assessment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57400" y="4617720"/>
            <a:ext cx="3429000" cy="676656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130552" y="4773168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22000561 </a:t>
            </a:r>
            <a:r>
              <a:rPr lang="ko-KR" alt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이재용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 rot="1080000">
            <a:off x="7452360" y="228600"/>
            <a:ext cx="4572000" cy="2560320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 rot="1080000">
            <a:off x="7818120" y="2697480"/>
            <a:ext cx="4160520" cy="2103120"/>
          </a:xfrm>
          <a:prstGeom prst="chevron">
            <a:avLst/>
          </a:prstGeom>
          <a:solidFill>
            <a:srgbClr val="F1EFF3"/>
          </a:solidFill>
          <a:ln w="12700">
            <a:solidFill>
              <a:srgbClr val="F1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 rot="1080000">
            <a:off x="7360920" y="4754880"/>
            <a:ext cx="4572000" cy="1828800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2101" y="1376039"/>
            <a:ext cx="3240349" cy="1311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D41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I. 연구 배경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660565" y="2475087"/>
            <a:ext cx="4338647" cy="95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en-US" sz="2800" dirty="0" err="1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</a:t>
            </a:r>
            <a:r>
              <a:rPr lang="en-US" sz="2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및 기존 한계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640785" y="3430134"/>
            <a:ext cx="4183619" cy="95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2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개념 및 연구 질문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 rot="1080000">
            <a:off x="2514600" y="3703320"/>
            <a:ext cx="1143000" cy="941832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 rot="1080000">
            <a:off x="2971800" y="2971800"/>
            <a:ext cx="621792" cy="502920"/>
          </a:xfrm>
          <a:prstGeom prst="chevron">
            <a:avLst/>
          </a:prstGeom>
          <a:solidFill>
            <a:srgbClr val="08A7D8">
              <a:alpha val="75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 rot="1080000">
            <a:off x="171579" y="4843012"/>
            <a:ext cx="2514600" cy="1508760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 rot="1080000">
            <a:off x="292157" y="4748222"/>
            <a:ext cx="2697480" cy="1051560"/>
          </a:xfrm>
          <a:prstGeom prst="chevron">
            <a:avLst/>
          </a:prstGeom>
          <a:solidFill>
            <a:srgbClr val="08A7D8">
              <a:alpha val="30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r>
              <a:rPr sz="900" b="0">
                <a:solidFill>
                  <a:srgbClr val="5A646E"/>
                </a:solidFill>
                <a:latin typeface="Malgun Gothic"/>
              </a:rPr>
              <a:t>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I. 연구 배경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연구의 배경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[연구의 배경]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900" b="1">
                <a:solidFill>
                  <a:srgbClr val="232323"/>
                </a:solidFill>
                <a:latin typeface="Malgun Gothic"/>
              </a:rPr>
              <a:t>영상-only VLM은 </a:t>
            </a:r>
            <a:r>
              <a:rPr sz="1900" b="1">
                <a:solidFill>
                  <a:srgbClr val="0094D3"/>
                </a:solidFill>
                <a:latin typeface="Malgun Gothic"/>
              </a:rPr>
              <a:t>고수준 동작은 인식</a:t>
            </a:r>
            <a:r>
              <a:rPr sz="1900" b="1">
                <a:solidFill>
                  <a:srgbClr val="232323"/>
                </a:solidFill>
                <a:latin typeface="Malgun Gothic"/>
              </a:rPr>
              <a:t>하지만 </a:t>
            </a:r>
            <a:r>
              <a:rPr sz="1900" b="1">
                <a:solidFill>
                  <a:srgbClr val="E20012"/>
                </a:solidFill>
                <a:latin typeface="Malgun Gothic"/>
              </a:rPr>
              <a:t>fine-motion 정량화에는 한계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1847088"/>
            <a:ext cx="5349240" cy="4491568"/>
          </a:xfrm>
          <a:prstGeom prst="rect">
            <a:avLst/>
          </a:prstGeom>
          <a:solidFill>
            <a:srgbClr val="E8F1F5"/>
          </a:solidFill>
          <a:ln w="12700">
            <a:solidFill>
              <a:srgbClr val="4C5A6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612648" y="1709928"/>
            <a:ext cx="3840480" cy="420624"/>
          </a:xfrm>
          <a:prstGeom prst="rect">
            <a:avLst/>
          </a:prstGeom>
          <a:solidFill>
            <a:srgbClr val="0A2140"/>
          </a:solidFill>
          <a:ln w="12700">
            <a:solidFill>
              <a:srgbClr val="0A21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7512" y="17647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접근의 한계</a:t>
            </a:r>
            <a:endParaRPr lang="en-US" sz="1800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3AAAEF8-E3B8-FF39-ED11-EF82422DD706}"/>
              </a:ext>
            </a:extLst>
          </p:cNvPr>
          <p:cNvGrpSpPr/>
          <p:nvPr/>
        </p:nvGrpSpPr>
        <p:grpSpPr>
          <a:xfrm>
            <a:off x="713232" y="2194560"/>
            <a:ext cx="4892040" cy="493776"/>
            <a:chOff x="713232" y="2194560"/>
            <a:chExt cx="4892040" cy="493776"/>
          </a:xfrm>
        </p:grpSpPr>
        <p:sp>
          <p:nvSpPr>
            <p:cNvPr id="11" name="Text 9"/>
            <p:cNvSpPr/>
            <p:nvPr/>
          </p:nvSpPr>
          <p:spPr>
            <a:xfrm>
              <a:off x="713232" y="2212848"/>
              <a:ext cx="2011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▶</a:t>
              </a:r>
              <a:endParaRPr lang="en-US" sz="13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969264" y="2194560"/>
              <a:ext cx="4636008" cy="49377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sz="1600" b="0">
                  <a:solidFill>
                    <a:srgbClr val="232323"/>
                  </a:solidFill>
                  <a:latin typeface="Malgun Gothic"/>
                </a:rPr>
                <a:t>2D 시각정보만으로 실제 접촉과 근접을 혼동할 수 있음</a:t>
              </a:r>
              <a:endParaRPr lang="en-US" sz="200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1024128" y="3241548"/>
            <a:ext cx="463600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9264" y="3723006"/>
            <a:ext cx="463600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13232" y="3997326"/>
            <a:ext cx="4892040" cy="224367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9050">
            <a:solidFill>
              <a:srgbClr val="8AA6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199632" y="1847088"/>
            <a:ext cx="5440680" cy="4491568"/>
          </a:xfrm>
          <a:prstGeom prst="rect">
            <a:avLst/>
          </a:prstGeom>
          <a:solidFill>
            <a:srgbClr val="F4F7F8"/>
          </a:solidFill>
          <a:ln w="12700">
            <a:solidFill>
              <a:srgbClr val="4C5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309360" y="1709928"/>
            <a:ext cx="3840480" cy="420624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364224" y="17647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연구의 필요성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75120" y="2194560"/>
            <a:ext cx="472744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675120" y="2688336"/>
            <a:ext cx="472744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556248" y="3399704"/>
            <a:ext cx="472744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sz="1700" b="1" dirty="0" err="1">
                <a:solidFill>
                  <a:srgbClr val="232323"/>
                </a:solidFill>
                <a:latin typeface="Malgun Gothic"/>
              </a:rPr>
              <a:t>목표</a:t>
            </a:r>
            <a:r>
              <a:rPr sz="1700" b="1" dirty="0">
                <a:solidFill>
                  <a:srgbClr val="232323"/>
                </a:solidFill>
                <a:latin typeface="Malgun Gothic"/>
              </a:rPr>
              <a:t>: </a:t>
            </a:r>
            <a:r>
              <a:rPr sz="1700" b="1" dirty="0" err="1">
                <a:solidFill>
                  <a:srgbClr val="E20012"/>
                </a:solidFill>
                <a:latin typeface="Malgun Gothic"/>
              </a:rPr>
              <a:t>영상의</a:t>
            </a:r>
            <a:r>
              <a:rPr sz="1700" b="1" dirty="0">
                <a:solidFill>
                  <a:srgbClr val="E20012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E20012"/>
                </a:solidFill>
                <a:latin typeface="Malgun Gothic"/>
              </a:rPr>
              <a:t>맥락</a:t>
            </a:r>
            <a:r>
              <a:rPr sz="1700" b="1" dirty="0">
                <a:solidFill>
                  <a:srgbClr val="E20012"/>
                </a:solidFill>
                <a:latin typeface="Malgun Gothic"/>
              </a:rPr>
              <a:t> + </a:t>
            </a:r>
            <a:r>
              <a:rPr sz="1700" b="1" dirty="0" err="1">
                <a:solidFill>
                  <a:srgbClr val="E20012"/>
                </a:solidFill>
                <a:latin typeface="Malgun Gothic"/>
              </a:rPr>
              <a:t>검증된</a:t>
            </a:r>
            <a:r>
              <a:rPr sz="1700" b="1" dirty="0">
                <a:solidFill>
                  <a:srgbClr val="E20012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E20012"/>
                </a:solidFill>
                <a:latin typeface="Malgun Gothic"/>
              </a:rPr>
              <a:t>운동학</a:t>
            </a:r>
            <a:r>
              <a:rPr sz="1700" b="1" dirty="0" err="1">
                <a:solidFill>
                  <a:srgbClr val="232323"/>
                </a:solidFill>
                <a:latin typeface="Malgun Gothic"/>
              </a:rPr>
              <a:t>을</a:t>
            </a:r>
            <a:r>
              <a:rPr sz="1700" b="1" dirty="0">
                <a:solidFill>
                  <a:srgbClr val="232323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232323"/>
                </a:solidFill>
                <a:latin typeface="Malgun Gothic"/>
              </a:rPr>
              <a:t>결합해</a:t>
            </a:r>
            <a:r>
              <a:rPr sz="1700" b="1" dirty="0">
                <a:solidFill>
                  <a:srgbClr val="232323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232323"/>
                </a:solidFill>
                <a:latin typeface="Malgun Gothic"/>
              </a:rPr>
              <a:t>전문가</a:t>
            </a:r>
            <a:r>
              <a:rPr sz="1700" b="1" dirty="0">
                <a:solidFill>
                  <a:srgbClr val="232323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232323"/>
                </a:solidFill>
                <a:latin typeface="Malgun Gothic"/>
              </a:rPr>
              <a:t>평가와의</a:t>
            </a:r>
            <a:r>
              <a:rPr sz="1700" b="1" dirty="0">
                <a:solidFill>
                  <a:srgbClr val="232323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232323"/>
                </a:solidFill>
                <a:latin typeface="Malgun Gothic"/>
              </a:rPr>
              <a:t>일치도</a:t>
            </a:r>
            <a:r>
              <a:rPr sz="1700" b="1" dirty="0">
                <a:solidFill>
                  <a:srgbClr val="232323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232323"/>
                </a:solidFill>
                <a:latin typeface="Malgun Gothic"/>
              </a:rPr>
              <a:t>향상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364224" y="3975776"/>
            <a:ext cx="5038344" cy="226522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rgbClr val="8AA6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r>
              <a:rPr sz="900" b="0">
                <a:solidFill>
                  <a:srgbClr val="5A646E"/>
                </a:solidFill>
                <a:latin typeface="Malgun Gothic"/>
              </a:rPr>
              <a:t>3</a:t>
            </a:r>
            <a:endParaRPr lang="en-US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8B5A0D1-ACBA-02C6-D01B-8CF146AF89D4}"/>
              </a:ext>
            </a:extLst>
          </p:cNvPr>
          <p:cNvGrpSpPr/>
          <p:nvPr/>
        </p:nvGrpSpPr>
        <p:grpSpPr>
          <a:xfrm>
            <a:off x="713232" y="2816352"/>
            <a:ext cx="4892040" cy="493776"/>
            <a:chOff x="713232" y="2194560"/>
            <a:chExt cx="4892040" cy="493776"/>
          </a:xfrm>
        </p:grpSpPr>
        <p:sp>
          <p:nvSpPr>
            <p:cNvPr id="36" name="Text 9">
              <a:extLst>
                <a:ext uri="{FF2B5EF4-FFF2-40B4-BE49-F238E27FC236}">
                  <a16:creationId xmlns:a16="http://schemas.microsoft.com/office/drawing/2014/main" id="{E2797547-9948-6C9B-B438-2B0E3D70EE1A}"/>
                </a:ext>
              </a:extLst>
            </p:cNvPr>
            <p:cNvSpPr/>
            <p:nvPr/>
          </p:nvSpPr>
          <p:spPr>
            <a:xfrm>
              <a:off x="713232" y="2212848"/>
              <a:ext cx="2011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▶</a:t>
              </a:r>
              <a:endParaRPr lang="en-US" sz="1300" dirty="0"/>
            </a:p>
          </p:txBody>
        </p:sp>
        <p:sp>
          <p:nvSpPr>
            <p:cNvPr id="37" name="Text 10">
              <a:extLst>
                <a:ext uri="{FF2B5EF4-FFF2-40B4-BE49-F238E27FC236}">
                  <a16:creationId xmlns:a16="http://schemas.microsoft.com/office/drawing/2014/main" id="{79BE1AF2-3787-2D21-DBA6-1E951240A43F}"/>
                </a:ext>
              </a:extLst>
            </p:cNvPr>
            <p:cNvSpPr/>
            <p:nvPr/>
          </p:nvSpPr>
          <p:spPr>
            <a:xfrm>
              <a:off x="969264" y="2194560"/>
              <a:ext cx="4636008" cy="49377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r>
                <a:rPr sz="1600" b="0">
                  <a:solidFill>
                    <a:srgbClr val="232323"/>
                  </a:solidFill>
                  <a:latin typeface="Malgun Gothic"/>
                </a:rPr>
                <a:t>손가락 접촉·해제 시점과 미세 움직임의 연속적 판단이 불안정</a:t>
              </a:r>
              <a:endParaRPr lang="en-US" altLang="ko-KR" sz="2000" dirty="0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C26784C-62CE-E19F-D753-DC4AD093B324}"/>
              </a:ext>
            </a:extLst>
          </p:cNvPr>
          <p:cNvGrpSpPr/>
          <p:nvPr/>
        </p:nvGrpSpPr>
        <p:grpSpPr>
          <a:xfrm>
            <a:off x="713232" y="3438144"/>
            <a:ext cx="4892040" cy="493776"/>
            <a:chOff x="713232" y="2194560"/>
            <a:chExt cx="4892040" cy="493776"/>
          </a:xfrm>
        </p:grpSpPr>
        <p:sp>
          <p:nvSpPr>
            <p:cNvPr id="39" name="Text 9">
              <a:extLst>
                <a:ext uri="{FF2B5EF4-FFF2-40B4-BE49-F238E27FC236}">
                  <a16:creationId xmlns:a16="http://schemas.microsoft.com/office/drawing/2014/main" id="{4A4FE7C7-6611-1DBC-E9D2-9A1D9F1309AA}"/>
                </a:ext>
              </a:extLst>
            </p:cNvPr>
            <p:cNvSpPr/>
            <p:nvPr/>
          </p:nvSpPr>
          <p:spPr>
            <a:xfrm>
              <a:off x="713232" y="2212848"/>
              <a:ext cx="2011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▶</a:t>
              </a:r>
              <a:endParaRPr lang="en-US" sz="1300" dirty="0"/>
            </a:p>
          </p:txBody>
        </p:sp>
        <p:sp>
          <p:nvSpPr>
            <p:cNvPr id="40" name="Text 10">
              <a:extLst>
                <a:ext uri="{FF2B5EF4-FFF2-40B4-BE49-F238E27FC236}">
                  <a16:creationId xmlns:a16="http://schemas.microsoft.com/office/drawing/2014/main" id="{05FB6C61-DCA7-D8AF-6C15-79FBD4A54D8F}"/>
                </a:ext>
              </a:extLst>
            </p:cNvPr>
            <p:cNvSpPr/>
            <p:nvPr/>
          </p:nvSpPr>
          <p:spPr>
            <a:xfrm>
              <a:off x="969264" y="2194560"/>
              <a:ext cx="4636008" cy="49377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r>
                <a:rPr sz="1600" b="0">
                  <a:solidFill>
                    <a:srgbClr val="232323"/>
                  </a:solidFill>
                  <a:latin typeface="Malgun Gothic"/>
                </a:rPr>
                <a:t>중증도가 높고 움직임이 불규칙할수록 기존 VLM의 성능 저하가 커짐</a:t>
              </a:r>
              <a:endParaRPr lang="en-US" altLang="ko-KR" sz="2000" dirty="0"/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19C076C-02AD-B287-D602-B548A00FB514}"/>
              </a:ext>
            </a:extLst>
          </p:cNvPr>
          <p:cNvGrpSpPr/>
          <p:nvPr/>
        </p:nvGrpSpPr>
        <p:grpSpPr>
          <a:xfrm>
            <a:off x="6364224" y="2205657"/>
            <a:ext cx="4892040" cy="493776"/>
            <a:chOff x="713232" y="2194560"/>
            <a:chExt cx="4892040" cy="493776"/>
          </a:xfrm>
        </p:grpSpPr>
        <p:sp>
          <p:nvSpPr>
            <p:cNvPr id="44" name="Text 9">
              <a:extLst>
                <a:ext uri="{FF2B5EF4-FFF2-40B4-BE49-F238E27FC236}">
                  <a16:creationId xmlns:a16="http://schemas.microsoft.com/office/drawing/2014/main" id="{02B0C291-0282-5C36-1594-F82AF6E52F29}"/>
                </a:ext>
              </a:extLst>
            </p:cNvPr>
            <p:cNvSpPr/>
            <p:nvPr/>
          </p:nvSpPr>
          <p:spPr>
            <a:xfrm>
              <a:off x="713232" y="2212848"/>
              <a:ext cx="2011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▶</a:t>
              </a:r>
              <a:endParaRPr lang="en-US" sz="1300" dirty="0"/>
            </a:p>
          </p:txBody>
        </p:sp>
        <p:sp>
          <p:nvSpPr>
            <p:cNvPr id="45" name="Text 10">
              <a:extLst>
                <a:ext uri="{FF2B5EF4-FFF2-40B4-BE49-F238E27FC236}">
                  <a16:creationId xmlns:a16="http://schemas.microsoft.com/office/drawing/2014/main" id="{AAFC2DEC-A38C-F3FE-E29E-6FECA1CB98D0}"/>
                </a:ext>
              </a:extLst>
            </p:cNvPr>
            <p:cNvSpPr/>
            <p:nvPr/>
          </p:nvSpPr>
          <p:spPr>
            <a:xfrm>
              <a:off x="969264" y="2194560"/>
              <a:ext cx="4636008" cy="49377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r>
                <a:rPr sz="1600" b="0">
                  <a:solidFill>
                    <a:srgbClr val="232323"/>
                  </a:solidFill>
                  <a:latin typeface="Malgun Gothic"/>
                </a:rPr>
                <a:t>D455 + MediaPipe로 엄지–검지 3D 거리와 시간 변화를 직접 계산</a:t>
              </a:r>
              <a:endParaRPr lang="en-US" altLang="ko-KR" sz="2000" dirty="0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A997545F-9CA2-DFDE-3632-468443E3D978}"/>
              </a:ext>
            </a:extLst>
          </p:cNvPr>
          <p:cNvGrpSpPr/>
          <p:nvPr/>
        </p:nvGrpSpPr>
        <p:grpSpPr>
          <a:xfrm>
            <a:off x="6364224" y="2834529"/>
            <a:ext cx="4892040" cy="493776"/>
            <a:chOff x="713232" y="2194560"/>
            <a:chExt cx="4892040" cy="493776"/>
          </a:xfrm>
        </p:grpSpPr>
        <p:sp>
          <p:nvSpPr>
            <p:cNvPr id="49" name="Text 9">
              <a:extLst>
                <a:ext uri="{FF2B5EF4-FFF2-40B4-BE49-F238E27FC236}">
                  <a16:creationId xmlns:a16="http://schemas.microsoft.com/office/drawing/2014/main" id="{A6BB49C2-41C0-94DC-8BA9-8E82D4107C6D}"/>
                </a:ext>
              </a:extLst>
            </p:cNvPr>
            <p:cNvSpPr/>
            <p:nvPr/>
          </p:nvSpPr>
          <p:spPr>
            <a:xfrm>
              <a:off x="713232" y="2212848"/>
              <a:ext cx="2011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▶</a:t>
              </a:r>
              <a:endParaRPr lang="en-US" sz="1300" dirty="0"/>
            </a:p>
          </p:txBody>
        </p:sp>
        <p:sp>
          <p:nvSpPr>
            <p:cNvPr id="50" name="Text 10">
              <a:extLst>
                <a:ext uri="{FF2B5EF4-FFF2-40B4-BE49-F238E27FC236}">
                  <a16:creationId xmlns:a16="http://schemas.microsoft.com/office/drawing/2014/main" id="{962CD3D2-9E3E-F62F-4A9C-D8E23F4844A4}"/>
                </a:ext>
              </a:extLst>
            </p:cNvPr>
            <p:cNvSpPr/>
            <p:nvPr/>
          </p:nvSpPr>
          <p:spPr>
            <a:xfrm>
              <a:off x="969264" y="2194560"/>
              <a:ext cx="4636008" cy="49377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r>
                <a:rPr sz="1600" b="0" dirty="0" err="1">
                  <a:solidFill>
                    <a:srgbClr val="232323"/>
                  </a:solidFill>
                  <a:latin typeface="Malgun Gothic"/>
                </a:rPr>
                <a:t>검증된</a:t>
              </a:r>
              <a:r>
                <a:rPr sz="1600" b="0" dirty="0">
                  <a:solidFill>
                    <a:srgbClr val="232323"/>
                  </a:solidFill>
                  <a:latin typeface="Malgun Gothic"/>
                </a:rPr>
                <a:t> </a:t>
              </a:r>
              <a:r>
                <a:rPr sz="1600" b="0" dirty="0" err="1">
                  <a:solidFill>
                    <a:srgbClr val="232323"/>
                  </a:solidFill>
                  <a:latin typeface="Malgun Gothic"/>
                </a:rPr>
                <a:t>MGA·TMGA·Release·품질지표만</a:t>
              </a:r>
              <a:r>
                <a:rPr sz="1600" b="0" dirty="0">
                  <a:solidFill>
                    <a:srgbClr val="232323"/>
                  </a:solidFill>
                  <a:latin typeface="Malgun Gothic"/>
                </a:rPr>
                <a:t> </a:t>
              </a:r>
              <a:r>
                <a:rPr sz="1600" b="0" dirty="0" err="1">
                  <a:solidFill>
                    <a:srgbClr val="232323"/>
                  </a:solidFill>
                  <a:latin typeface="Malgun Gothic"/>
                </a:rPr>
                <a:t>VLM의</a:t>
              </a:r>
              <a:r>
                <a:rPr sz="1600" b="0" dirty="0">
                  <a:solidFill>
                    <a:srgbClr val="232323"/>
                  </a:solidFill>
                  <a:latin typeface="Malgun Gothic"/>
                </a:rPr>
                <a:t> </a:t>
              </a:r>
              <a:r>
                <a:rPr sz="1600" b="0" dirty="0" err="1">
                  <a:solidFill>
                    <a:srgbClr val="232323"/>
                  </a:solidFill>
                  <a:latin typeface="Malgun Gothic"/>
                </a:rPr>
                <a:t>정량</a:t>
              </a:r>
              <a:r>
                <a:rPr sz="1600" b="0" dirty="0">
                  <a:solidFill>
                    <a:srgbClr val="232323"/>
                  </a:solidFill>
                  <a:latin typeface="Malgun Gothic"/>
                </a:rPr>
                <a:t> </a:t>
              </a:r>
              <a:r>
                <a:rPr sz="1600" b="0" dirty="0" err="1">
                  <a:solidFill>
                    <a:srgbClr val="232323"/>
                  </a:solidFill>
                  <a:latin typeface="Malgun Gothic"/>
                </a:rPr>
                <a:t>context로</a:t>
              </a:r>
              <a:r>
                <a:rPr sz="1600" b="0" dirty="0">
                  <a:solidFill>
                    <a:srgbClr val="232323"/>
                  </a:solidFill>
                  <a:latin typeface="Malgun Gothic"/>
                </a:rPr>
                <a:t> </a:t>
              </a:r>
              <a:r>
                <a:rPr sz="1600" b="0" dirty="0" err="1">
                  <a:solidFill>
                    <a:srgbClr val="232323"/>
                  </a:solidFill>
                  <a:latin typeface="Malgun Gothic"/>
                </a:rPr>
                <a:t>제공</a:t>
              </a:r>
              <a:endParaRPr lang="en-US" altLang="ko-KR" sz="20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I. 연구 배경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개념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[제안 개념]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900" b="1">
                <a:solidFill>
                  <a:srgbClr val="232323"/>
                </a:solidFill>
                <a:latin typeface="Malgun Gothic"/>
              </a:rPr>
              <a:t>VLM의 약한 fine-motion perception을 </a:t>
            </a:r>
            <a:r>
              <a:rPr sz="1900" b="1">
                <a:solidFill>
                  <a:srgbClr val="E20012"/>
                </a:solidFill>
                <a:latin typeface="Malgun Gothic"/>
              </a:rPr>
              <a:t>검증된 RGB-D 운동학</a:t>
            </a:r>
            <a:r>
              <a:rPr sz="1900" b="1">
                <a:solidFill>
                  <a:srgbClr val="232323"/>
                </a:solidFill>
                <a:latin typeface="Malgun Gothic"/>
              </a:rPr>
              <a:t>으로 보완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577340" y="2249424"/>
            <a:ext cx="2331720" cy="1298448"/>
          </a:xfrm>
          <a:prstGeom prst="roundRect">
            <a:avLst>
              <a:gd name="adj" fmla="val 5634"/>
            </a:avLst>
          </a:prstGeom>
          <a:solidFill>
            <a:srgbClr val="E8F1F5"/>
          </a:solidFill>
          <a:ln w="15240">
            <a:solidFill>
              <a:srgbClr val="8DA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687068" y="245059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741932" y="2871216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600" b="0">
                <a:solidFill>
                  <a:srgbClr val="232323"/>
                </a:solidFill>
                <a:latin typeface="Malgun Gothic"/>
              </a:rPr>
              <a:t>파지 형태·접촉·유지·해제의 시각적 맥락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64508" y="2587752"/>
            <a:ext cx="566928" cy="566928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823460" y="2249424"/>
            <a:ext cx="2331720" cy="1298448"/>
          </a:xfrm>
          <a:prstGeom prst="roundRect">
            <a:avLst>
              <a:gd name="adj" fmla="val 5634"/>
            </a:avLst>
          </a:prstGeom>
          <a:solidFill>
            <a:srgbClr val="E8F1F5"/>
          </a:solidFill>
          <a:ln w="15240">
            <a:solidFill>
              <a:srgbClr val="8DA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33188" y="245059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accent5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운동학 수치</a:t>
            </a:r>
            <a:endParaRPr lang="en-US" sz="23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88052" y="2936689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500" b="0" dirty="0" err="1">
                <a:solidFill>
                  <a:srgbClr val="232323"/>
                </a:solidFill>
                <a:latin typeface="Malgun Gothic"/>
              </a:rPr>
              <a:t>MGA·TMGA·Hold·Release·Measurement</a:t>
            </a:r>
            <a:r>
              <a:rPr sz="1500" b="0" dirty="0">
                <a:solidFill>
                  <a:srgbClr val="232323"/>
                </a:solidFill>
                <a:latin typeface="Malgun Gothic"/>
              </a:rPr>
              <a:t> Quality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0628" y="2587752"/>
            <a:ext cx="566928" cy="566928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069580" y="2268283"/>
            <a:ext cx="2331720" cy="1298448"/>
          </a:xfrm>
          <a:prstGeom prst="roundRect">
            <a:avLst>
              <a:gd name="adj" fmla="val 5634"/>
            </a:avLst>
          </a:prstGeom>
          <a:solidFill>
            <a:srgbClr val="E8F1F5"/>
          </a:solidFill>
          <a:ln w="1524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179308" y="2423160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accent5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평가</a:t>
            </a:r>
            <a:endParaRPr lang="en-US" sz="23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8101965" y="2729199"/>
            <a:ext cx="2266950" cy="77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500" b="0" dirty="0" err="1">
                <a:solidFill>
                  <a:srgbClr val="232323"/>
                </a:solidFill>
                <a:latin typeface="Malgun Gothic"/>
              </a:rPr>
              <a:t>구조화된</a:t>
            </a:r>
            <a:r>
              <a:rPr sz="1500" b="0" dirty="0">
                <a:solidFill>
                  <a:srgbClr val="232323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232323"/>
                </a:solidFill>
                <a:latin typeface="Malgun Gothic"/>
              </a:rPr>
              <a:t>판단을</a:t>
            </a:r>
            <a:r>
              <a:rPr sz="1500" b="0" dirty="0">
                <a:solidFill>
                  <a:srgbClr val="232323"/>
                </a:solidFill>
                <a:latin typeface="Malgun Gothic"/>
              </a:rPr>
              <a:t> </a:t>
            </a:r>
            <a:endParaRPr lang="en-US" sz="1500" b="0" dirty="0">
              <a:solidFill>
                <a:srgbClr val="232323"/>
              </a:solidFill>
              <a:latin typeface="Malgun Gothic"/>
            </a:endParaRPr>
          </a:p>
          <a:p>
            <a:pPr marL="0" indent="0" algn="ctr">
              <a:buNone/>
            </a:pPr>
            <a:r>
              <a:rPr sz="1500" b="1" dirty="0" err="1">
                <a:solidFill>
                  <a:srgbClr val="FF0000"/>
                </a:solidFill>
                <a:latin typeface="Malgun Gothic"/>
              </a:rPr>
              <a:t>전문가</a:t>
            </a:r>
            <a:r>
              <a:rPr sz="1500" b="1" dirty="0">
                <a:solidFill>
                  <a:srgbClr val="FF0000"/>
                </a:solidFill>
                <a:latin typeface="Malgun Gothic"/>
              </a:rPr>
              <a:t> Ground </a:t>
            </a:r>
            <a:r>
              <a:rPr sz="1500" b="1" dirty="0" err="1">
                <a:solidFill>
                  <a:srgbClr val="FF0000"/>
                </a:solidFill>
                <a:latin typeface="Malgun Gothic"/>
              </a:rPr>
              <a:t>Truth</a:t>
            </a:r>
            <a:r>
              <a:rPr sz="1500" b="0" dirty="0" err="1">
                <a:solidFill>
                  <a:srgbClr val="232323"/>
                </a:solidFill>
                <a:latin typeface="Malgun Gothic"/>
              </a:rPr>
              <a:t>와</a:t>
            </a:r>
            <a:r>
              <a:rPr sz="1500" b="0" dirty="0">
                <a:solidFill>
                  <a:srgbClr val="232323"/>
                </a:solidFill>
                <a:latin typeface="Malgun Gothic"/>
              </a:rPr>
              <a:t> </a:t>
            </a:r>
            <a:endParaRPr lang="en-US" sz="1500" b="0" dirty="0">
              <a:solidFill>
                <a:srgbClr val="232323"/>
              </a:solidFill>
              <a:latin typeface="Malgun Gothic"/>
            </a:endParaRPr>
          </a:p>
          <a:p>
            <a:pPr marL="0" indent="0" algn="ctr">
              <a:buNone/>
            </a:pPr>
            <a:r>
              <a:rPr sz="1500" b="0" dirty="0" err="1">
                <a:solidFill>
                  <a:srgbClr val="232323"/>
                </a:solidFill>
                <a:latin typeface="Malgun Gothic"/>
              </a:rPr>
              <a:t>직접</a:t>
            </a:r>
            <a:r>
              <a:rPr sz="1500" b="0" dirty="0">
                <a:solidFill>
                  <a:srgbClr val="232323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232323"/>
                </a:solidFill>
                <a:latin typeface="Malgun Gothic"/>
              </a:rPr>
              <a:t>비교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577340" y="4169664"/>
            <a:ext cx="8823960" cy="1234440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326380" y="4294573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질문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58267" y="4343045"/>
            <a:ext cx="8481060" cy="118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900" b="1">
                <a:solidFill>
                  <a:srgbClr val="232323"/>
                </a:solidFill>
                <a:latin typeface="Malgun Gothic"/>
              </a:rPr>
              <a:t>“영상에 </a:t>
            </a:r>
            <a:r>
              <a:rPr sz="1900" b="1">
                <a:solidFill>
                  <a:srgbClr val="E20012"/>
                </a:solidFill>
                <a:latin typeface="Malgun Gothic"/>
              </a:rPr>
              <a:t>운동학 수치와 건강인 참조</a:t>
            </a:r>
            <a:r>
              <a:rPr sz="1900" b="1">
                <a:solidFill>
                  <a:srgbClr val="232323"/>
                </a:solidFill>
                <a:latin typeface="Malgun Gothic"/>
              </a:rPr>
              <a:t>를 추가하면
동일 시행의 VLM 판단이 전문가 평가에 더 가까워지는가?”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r>
              <a:rPr sz="900" b="0">
                <a:solidFill>
                  <a:srgbClr val="5A646E"/>
                </a:solidFill>
                <a:latin typeface="Malgun Gothic"/>
              </a:rPr>
              <a:t>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07318" y="1869549"/>
            <a:ext cx="43549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41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26191" y="2363325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900" b="0">
                <a:solidFill>
                  <a:srgbClr val="232323"/>
                </a:solidFill>
                <a:latin typeface="Malgun Gothic"/>
              </a:rPr>
              <a:t>1. 연구 목적 및 비교 조건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26191" y="2710797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900" b="0">
                <a:solidFill>
                  <a:srgbClr val="232323"/>
                </a:solidFill>
                <a:latin typeface="Malgun Gothic"/>
              </a:rPr>
              <a:t>2. 모델 선정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26191" y="3058269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dirty="0">
                <a:solidFill>
                  <a:srgbClr val="232323"/>
                </a:solidFill>
              </a:rPr>
              <a:t>3</a:t>
            </a:r>
            <a:r>
              <a:rPr lang="en-US" altLang="ko-KR" sz="1900">
                <a:solidFill>
                  <a:srgbClr val="232323"/>
                </a:solidFill>
              </a:rPr>
              <a:t>. </a:t>
            </a:r>
            <a:r>
              <a:rPr lang="ko-KR" altLang="en-US" sz="1900" dirty="0">
                <a:solidFill>
                  <a:srgbClr val="232323"/>
                </a:solidFill>
              </a:rPr>
              <a:t>전체 연구 설계</a:t>
            </a:r>
          </a:p>
        </p:txBody>
      </p:sp>
      <p:sp>
        <p:nvSpPr>
          <p:cNvPr id="6" name="Shape 4"/>
          <p:cNvSpPr/>
          <p:nvPr/>
        </p:nvSpPr>
        <p:spPr>
          <a:xfrm rot="1080000">
            <a:off x="2514600" y="3703320"/>
            <a:ext cx="1143000" cy="941832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 rot="1080000">
            <a:off x="2971800" y="2971800"/>
            <a:ext cx="621792" cy="502920"/>
          </a:xfrm>
          <a:prstGeom prst="chevron">
            <a:avLst/>
          </a:prstGeom>
          <a:solidFill>
            <a:srgbClr val="08A7D8">
              <a:alpha val="75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 rot="1080000">
            <a:off x="0" y="5074920"/>
            <a:ext cx="2514600" cy="1508760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 rot="1080000">
            <a:off x="45720" y="5440680"/>
            <a:ext cx="2697480" cy="1051560"/>
          </a:xfrm>
          <a:prstGeom prst="chevron">
            <a:avLst/>
          </a:prstGeom>
          <a:solidFill>
            <a:srgbClr val="08A7D8">
              <a:alpha val="30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r>
              <a:rPr sz="900" b="0">
                <a:solidFill>
                  <a:srgbClr val="5A646E"/>
                </a:solidFill>
                <a:latin typeface="Malgun Gothic"/>
              </a:rPr>
              <a:t>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1">
                <a:solidFill>
                  <a:srgbClr val="00A0D2"/>
                </a:solidFill>
                <a:latin typeface="Malgun Gothic"/>
              </a:rPr>
              <a:t>1. 연구 목적 및 비교 조건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비교 조건</a:t>
            </a: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>
                <a:solidFill>
                  <a:srgbClr val="232323"/>
                </a:solidFill>
                <a:latin typeface="Malgun Gothic"/>
              </a:rPr>
              <a:t>같은 환자의 같은 시행에서 </a:t>
            </a:r>
            <a:r>
              <a:rPr sz="1800" b="1">
                <a:solidFill>
                  <a:srgbClr val="E20012"/>
                </a:solidFill>
                <a:latin typeface="Malgun Gothic"/>
              </a:rPr>
              <a:t>입력 정보만 단계적으로 바꾸어</a:t>
            </a:r>
            <a:r>
              <a:rPr sz="1800" b="1">
                <a:solidFill>
                  <a:srgbClr val="232323"/>
                </a:solidFill>
                <a:latin typeface="Malgun Gothic"/>
              </a:rPr>
              <a:t> 전문가 판단과의 일치도를 비교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2121408" cy="1097280"/>
          </a:xfrm>
          <a:prstGeom prst="rect">
            <a:avLst/>
          </a:prstGeom>
          <a:solidFill>
            <a:srgbClr val="E8F1F5"/>
          </a:solidFill>
          <a:ln w="13970">
            <a:solidFill>
              <a:srgbClr val="8EA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3232" y="22677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dirty="0">
                <a:solidFill>
                  <a:srgbClr val="232323"/>
                </a:solidFill>
                <a:latin typeface="Malgun Gothic"/>
              </a:rPr>
              <a:t>RGB 14 frames</a:t>
            </a:r>
            <a:endParaRPr lang="en-US" sz="2400" b="1" dirty="0"/>
          </a:p>
          <a:p>
            <a:pPr algn="ctr"/>
            <a:r>
              <a:rPr b="1" dirty="0" err="1">
                <a:solidFill>
                  <a:srgbClr val="232323"/>
                </a:solidFill>
                <a:latin typeface="Malgun Gothic"/>
              </a:rPr>
              <a:t>시각</a:t>
            </a:r>
            <a:r>
              <a:rPr b="1" dirty="0">
                <a:solidFill>
                  <a:srgbClr val="232323"/>
                </a:solidFill>
                <a:latin typeface="Malgun Gothic"/>
              </a:rPr>
              <a:t> </a:t>
            </a:r>
            <a:r>
              <a:rPr b="1" dirty="0" err="1">
                <a:solidFill>
                  <a:srgbClr val="232323"/>
                </a:solidFill>
                <a:latin typeface="Malgun Gothic"/>
              </a:rPr>
              <a:t>정보만</a:t>
            </a:r>
            <a:endParaRPr b="1" dirty="0">
              <a:solidFill>
                <a:srgbClr val="232323"/>
              </a:solidFill>
              <a:latin typeface="Malgun Gothic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926080" y="2148840"/>
            <a:ext cx="2121408" cy="1097280"/>
          </a:xfrm>
          <a:prstGeom prst="rect">
            <a:avLst/>
          </a:prstGeom>
          <a:solidFill>
            <a:srgbClr val="E8F1F5"/>
          </a:solidFill>
          <a:ln w="13970">
            <a:solidFill>
              <a:srgbClr val="8EA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999232" y="22677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63240" y="27066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dirty="0">
                <a:solidFill>
                  <a:srgbClr val="232323"/>
                </a:solidFill>
                <a:latin typeface="Malgun Gothic"/>
              </a:rPr>
              <a:t>RGB + </a:t>
            </a:r>
            <a:r>
              <a:rPr b="1" dirty="0" err="1">
                <a:solidFill>
                  <a:srgbClr val="232323"/>
                </a:solidFill>
                <a:latin typeface="Malgun Gothic"/>
              </a:rPr>
              <a:t>운동학</a:t>
            </a:r>
            <a:endParaRPr lang="en-US" sz="2400" b="1" dirty="0"/>
          </a:p>
          <a:p>
            <a:pPr algn="ctr"/>
            <a:r>
              <a:rPr b="1" dirty="0" err="1">
                <a:solidFill>
                  <a:srgbClr val="232323"/>
                </a:solidFill>
                <a:latin typeface="Malgun Gothic"/>
              </a:rPr>
              <a:t>수치</a:t>
            </a:r>
            <a:r>
              <a:rPr b="1" dirty="0">
                <a:solidFill>
                  <a:srgbClr val="232323"/>
                </a:solidFill>
                <a:latin typeface="Malgun Gothic"/>
              </a:rPr>
              <a:t> </a:t>
            </a:r>
          </a:p>
        </p:txBody>
      </p:sp>
      <p:sp>
        <p:nvSpPr>
          <p:cNvPr id="14" name="Shape 12"/>
          <p:cNvSpPr/>
          <p:nvPr/>
        </p:nvSpPr>
        <p:spPr>
          <a:xfrm>
            <a:off x="5212080" y="2148840"/>
            <a:ext cx="2121408" cy="1097280"/>
          </a:xfrm>
          <a:prstGeom prst="rect">
            <a:avLst/>
          </a:prstGeom>
          <a:solidFill>
            <a:srgbClr val="E8F1F5"/>
          </a:solidFill>
          <a:ln w="1397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285232" y="22677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5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</a:t>
            </a:r>
            <a:endParaRPr lang="en-US" sz="2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49240" y="2789873"/>
            <a:ext cx="1847088" cy="446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dirty="0">
                <a:solidFill>
                  <a:srgbClr val="232323"/>
                </a:solidFill>
                <a:latin typeface="Malgun Gothic"/>
              </a:rPr>
              <a:t>RGB + </a:t>
            </a:r>
            <a:r>
              <a:rPr lang="ko-KR" altLang="en-US" b="1" dirty="0">
                <a:solidFill>
                  <a:srgbClr val="232323"/>
                </a:solidFill>
                <a:latin typeface="Malgun Gothic"/>
              </a:rPr>
              <a:t>운동학</a:t>
            </a:r>
            <a:r>
              <a:rPr b="1" dirty="0" err="1">
                <a:solidFill>
                  <a:srgbClr val="232323"/>
                </a:solidFill>
                <a:latin typeface="Malgun Gothic"/>
              </a:rPr>
              <a:t>수치</a:t>
            </a:r>
            <a:r>
              <a:rPr b="1" dirty="0">
                <a:solidFill>
                  <a:srgbClr val="232323"/>
                </a:solidFill>
                <a:latin typeface="Malgun Gothic"/>
              </a:rPr>
              <a:t> + </a:t>
            </a:r>
            <a:r>
              <a:rPr b="1" dirty="0" err="1">
                <a:solidFill>
                  <a:srgbClr val="232323"/>
                </a:solidFill>
                <a:latin typeface="Malgun Gothic"/>
              </a:rPr>
              <a:t>참조</a:t>
            </a:r>
            <a:endParaRPr lang="en-US" sz="2000" b="1" dirty="0"/>
          </a:p>
          <a:p>
            <a:pPr algn="ctr"/>
            <a:endParaRPr sz="1400" b="0" dirty="0">
              <a:solidFill>
                <a:srgbClr val="232323"/>
              </a:solidFill>
              <a:latin typeface="Malgun Gothic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98080" y="2148840"/>
            <a:ext cx="2121408" cy="1097280"/>
          </a:xfrm>
          <a:prstGeom prst="rect">
            <a:avLst/>
          </a:prstGeom>
          <a:solidFill>
            <a:srgbClr val="E8F1F5"/>
          </a:solidFill>
          <a:ln w="13970">
            <a:solidFill>
              <a:srgbClr val="8EA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571232" y="22677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35240" y="27066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dirty="0" err="1">
                <a:solidFill>
                  <a:srgbClr val="232323"/>
                </a:solidFill>
                <a:latin typeface="Malgun Gothic"/>
              </a:rPr>
              <a:t>수치</a:t>
            </a:r>
            <a:r>
              <a:rPr b="1" dirty="0">
                <a:solidFill>
                  <a:srgbClr val="232323"/>
                </a:solidFill>
                <a:latin typeface="Malgun Gothic"/>
              </a:rPr>
              <a:t> + </a:t>
            </a:r>
            <a:r>
              <a:rPr b="1" dirty="0" err="1">
                <a:solidFill>
                  <a:srgbClr val="232323"/>
                </a:solidFill>
                <a:latin typeface="Malgun Gothic"/>
              </a:rPr>
              <a:t>참조</a:t>
            </a:r>
            <a:r>
              <a:rPr lang="en-US" b="1" dirty="0">
                <a:solidFill>
                  <a:srgbClr val="232323"/>
                </a:solidFill>
                <a:latin typeface="Malgun Gothic"/>
              </a:rPr>
              <a:t>+</a:t>
            </a:r>
            <a:r>
              <a:rPr lang="ko-KR" altLang="en-US" b="1" dirty="0" err="1">
                <a:solidFill>
                  <a:srgbClr val="232323"/>
                </a:solidFill>
                <a:latin typeface="Malgun Gothic"/>
              </a:rPr>
              <a:t>영상없이</a:t>
            </a:r>
            <a:endParaRPr lang="ko-KR" altLang="en-US" b="1" dirty="0">
              <a:solidFill>
                <a:srgbClr val="232323"/>
              </a:solidFill>
              <a:latin typeface="Malgun Gothic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784080" y="2148840"/>
            <a:ext cx="2121408" cy="1097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3970">
            <a:solidFill>
              <a:srgbClr val="8EA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857232" y="22677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5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</a:t>
            </a:r>
            <a:endParaRPr lang="en-US" sz="2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921240" y="27066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ko-KR" b="1" dirty="0" err="1"/>
              <a:t>Numerical</a:t>
            </a:r>
            <a:r>
              <a:rPr lang="ko-KR" altLang="ko-KR" b="1" dirty="0"/>
              <a:t> </a:t>
            </a:r>
            <a:r>
              <a:rPr lang="ko-KR" altLang="ko-KR" b="1" dirty="0" err="1"/>
              <a:t>baseline</a:t>
            </a:r>
            <a:endParaRPr lang="en-US" sz="1600" b="1" dirty="0">
              <a:solidFill>
                <a:srgbClr val="232323"/>
              </a:solidFill>
              <a:latin typeface="Malgun Gothic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828800" y="3858768"/>
            <a:ext cx="356616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2032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956816" y="4023360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비교  A3 − A1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965960" y="46634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500" b="0" dirty="0">
                <a:solidFill>
                  <a:srgbClr val="232323"/>
                </a:solidFill>
                <a:latin typeface="Malgun Gothic"/>
              </a:rPr>
              <a:t>A3−A1: </a:t>
            </a:r>
            <a:r>
              <a:rPr sz="1500" b="0" dirty="0" err="1">
                <a:solidFill>
                  <a:srgbClr val="232323"/>
                </a:solidFill>
                <a:latin typeface="Malgun Gothic"/>
              </a:rPr>
              <a:t>운동학</a:t>
            </a:r>
            <a:r>
              <a:rPr lang="en-US" sz="1500" b="0" dirty="0">
                <a:solidFill>
                  <a:srgbClr val="232323"/>
                </a:solidFill>
                <a:latin typeface="Malgun Gothic"/>
              </a:rPr>
              <a:t>+</a:t>
            </a:r>
            <a:r>
              <a:rPr lang="ko-KR" altLang="en-US" sz="1500" b="0" dirty="0" err="1">
                <a:solidFill>
                  <a:srgbClr val="232323"/>
                </a:solidFill>
                <a:latin typeface="Malgun Gothic"/>
              </a:rPr>
              <a:t>비환자</a:t>
            </a:r>
            <a:r>
              <a:rPr sz="1500" b="0" dirty="0">
                <a:solidFill>
                  <a:srgbClr val="232323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232323"/>
                </a:solidFill>
                <a:latin typeface="Malgun Gothic"/>
              </a:rPr>
              <a:t>참조를</a:t>
            </a:r>
            <a:r>
              <a:rPr sz="1500" b="0" dirty="0">
                <a:solidFill>
                  <a:srgbClr val="232323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232323"/>
                </a:solidFill>
                <a:latin typeface="Malgun Gothic"/>
              </a:rPr>
              <a:t>모두</a:t>
            </a:r>
            <a:r>
              <a:rPr sz="1500" b="0" dirty="0">
                <a:solidFill>
                  <a:srgbClr val="232323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232323"/>
                </a:solidFill>
                <a:latin typeface="Malgun Gothic"/>
              </a:rPr>
              <a:t>추가했을</a:t>
            </a:r>
            <a:r>
              <a:rPr sz="1500" b="0" dirty="0">
                <a:solidFill>
                  <a:srgbClr val="232323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232323"/>
                </a:solidFill>
                <a:latin typeface="Malgun Gothic"/>
              </a:rPr>
              <a:t>때의</a:t>
            </a:r>
            <a:r>
              <a:rPr sz="1500" b="0" dirty="0">
                <a:solidFill>
                  <a:srgbClr val="232323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232323"/>
                </a:solidFill>
                <a:latin typeface="Malgun Gothic"/>
              </a:rPr>
              <a:t>전체</a:t>
            </a:r>
            <a:r>
              <a:rPr sz="1500" b="0" dirty="0">
                <a:solidFill>
                  <a:srgbClr val="232323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232323"/>
                </a:solidFill>
                <a:latin typeface="Malgun Gothic"/>
              </a:rPr>
              <a:t>효과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629400" y="3858768"/>
            <a:ext cx="356616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2032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766560" y="4023360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비교  A3 − A4 / A0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66560" y="46634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0">
                <a:solidFill>
                  <a:srgbClr val="232323"/>
                </a:solidFill>
                <a:latin typeface="Malgun Gothic"/>
              </a:rPr>
              <a:t>A2−A1(수치) · A3−A2(참조) · A3−A4(영상) · A3−A0(VLM)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r>
              <a:rPr sz="900" b="0">
                <a:solidFill>
                  <a:srgbClr val="5A646E"/>
                </a:solidFill>
                <a:latin typeface="Malgun Gothic"/>
              </a:rPr>
              <a:t>6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900" b="1">
                <a:solidFill>
                  <a:srgbClr val="232323"/>
                </a:solidFill>
                <a:latin typeface="Malgun Gothic"/>
              </a:rPr>
              <a:t>II. 연구 목적 및 설계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1">
                <a:solidFill>
                  <a:srgbClr val="00A0D2"/>
                </a:solidFill>
                <a:latin typeface="Malgun Gothic"/>
              </a:rPr>
              <a:t>2. 모델 선정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500" b="1">
                <a:solidFill>
                  <a:srgbClr val="FFFFFF"/>
                </a:solidFill>
                <a:latin typeface="Malgun Gothic"/>
              </a:rPr>
              <a:t>[모델 선정]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>
                <a:solidFill>
                  <a:srgbClr val="E20012"/>
                </a:solidFill>
                <a:latin typeface="Malgun Gothic"/>
              </a:rPr>
              <a:t>문헌 재현성</a:t>
            </a:r>
            <a:r>
              <a:rPr sz="1800" b="1">
                <a:solidFill>
                  <a:srgbClr val="232323"/>
                </a:solidFill>
                <a:latin typeface="Malgun Gothic"/>
              </a:rPr>
              <a:t>과 </a:t>
            </a:r>
            <a:r>
              <a:rPr sz="1800" b="1">
                <a:solidFill>
                  <a:srgbClr val="0094D3"/>
                </a:solidFill>
                <a:latin typeface="Malgun Gothic"/>
              </a:rPr>
              <a:t>모델 family 다양성</a:t>
            </a:r>
            <a:r>
              <a:rPr sz="1800" b="1">
                <a:solidFill>
                  <a:srgbClr val="232323"/>
                </a:solidFill>
                <a:latin typeface="Malgun Gothic"/>
              </a:rPr>
              <a:t>을 고려해 2개 VLM을 본 분석으로 사전 지정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24128" y="2011680"/>
            <a:ext cx="2880360" cy="2615780"/>
          </a:xfrm>
          <a:prstGeom prst="roundRect">
            <a:avLst/>
          </a:prstGeom>
          <a:solidFill>
            <a:srgbClr val="ECF3F6"/>
          </a:solidFill>
          <a:ln w="15240">
            <a:solidFill>
              <a:srgbClr val="78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43000" y="2249423"/>
            <a:ext cx="2642616" cy="437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400" b="1" dirty="0">
                <a:solidFill>
                  <a:schemeClr val="accent5">
                    <a:lumMod val="50000"/>
                  </a:schemeClr>
                </a:solidFill>
                <a:latin typeface="Malgun Gothic"/>
              </a:rPr>
              <a:t>Primary VLM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161288" y="2743199"/>
            <a:ext cx="2606040" cy="547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 dirty="0">
                <a:solidFill>
                  <a:srgbClr val="232323"/>
                </a:solidFill>
                <a:latin typeface="Malgun Gothic"/>
              </a:rPr>
              <a:t>Qwen2.5-VL-32B-Instruct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97146" y="3308970"/>
            <a:ext cx="3134324" cy="93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400" dirty="0"/>
              <a:t>기존논문</a:t>
            </a:r>
            <a:r>
              <a:rPr lang="ko-KR" altLang="ko-KR" sz="1400" dirty="0"/>
              <a:t> 사용 모델</a:t>
            </a:r>
            <a:r>
              <a:rPr lang="en-US" altLang="ko-KR" sz="1400" dirty="0"/>
              <a:t> </a:t>
            </a:r>
            <a:r>
              <a:rPr lang="ko-KR" altLang="ko-KR" sz="1400" dirty="0"/>
              <a:t>문헌 재현성을 위한 </a:t>
            </a:r>
            <a:r>
              <a:rPr lang="ko-KR" altLang="ko-KR" sz="1400" b="1" dirty="0" err="1"/>
              <a:t>Primary</a:t>
            </a:r>
            <a:r>
              <a:rPr lang="ko-KR" altLang="ko-KR" sz="1400" b="1" dirty="0"/>
              <a:t> </a:t>
            </a:r>
            <a:r>
              <a:rPr lang="ko-KR" altLang="ko-KR" sz="1400" b="1" dirty="0" err="1"/>
              <a:t>ancho</a:t>
            </a:r>
            <a:r>
              <a:rPr lang="en-US" sz="1400" b="1" dirty="0">
                <a:solidFill>
                  <a:srgbClr val="232323"/>
                </a:solidFill>
                <a:latin typeface="Malgun Gothic"/>
              </a:rPr>
              <a:t>r</a:t>
            </a:r>
          </a:p>
        </p:txBody>
      </p:sp>
      <p:sp>
        <p:nvSpPr>
          <p:cNvPr id="12" name="Shape 10"/>
          <p:cNvSpPr/>
          <p:nvPr/>
        </p:nvSpPr>
        <p:spPr>
          <a:xfrm>
            <a:off x="3904488" y="2679192"/>
            <a:ext cx="658368" cy="658368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90288" y="2011680"/>
            <a:ext cx="2880360" cy="2615780"/>
          </a:xfrm>
          <a:prstGeom prst="roundRect">
            <a:avLst/>
          </a:prstGeom>
          <a:solidFill>
            <a:srgbClr val="ECF3F6"/>
          </a:solidFill>
          <a:ln w="15240">
            <a:solidFill>
              <a:srgbClr val="78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09160" y="2249423"/>
            <a:ext cx="2642616" cy="437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400" b="1" dirty="0">
                <a:solidFill>
                  <a:schemeClr val="accent5">
                    <a:lumMod val="50000"/>
                  </a:schemeClr>
                </a:solidFill>
                <a:latin typeface="Malgun Gothic"/>
              </a:rPr>
              <a:t>Secondary VLM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27448" y="2743199"/>
            <a:ext cx="2606040" cy="547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>
                <a:solidFill>
                  <a:srgbClr val="232323"/>
                </a:solidFill>
                <a:latin typeface="Malgun Gothic"/>
              </a:rPr>
              <a:t>InternVL3.5-8B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54880" y="3346473"/>
            <a:ext cx="2551176" cy="486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ko-KR" sz="1400" dirty="0" err="1"/>
              <a:t>Qwen과</a:t>
            </a:r>
            <a:r>
              <a:rPr lang="ko-KR" altLang="ko-KR" sz="1400" dirty="0"/>
              <a:t> 다른 </a:t>
            </a:r>
            <a:r>
              <a:rPr lang="ko-KR" altLang="ko-KR" sz="1400" dirty="0" err="1"/>
              <a:t>model</a:t>
            </a:r>
            <a:r>
              <a:rPr lang="ko-KR" altLang="ko-KR" sz="1400" dirty="0"/>
              <a:t> </a:t>
            </a:r>
            <a:r>
              <a:rPr lang="ko-KR" altLang="ko-KR" sz="1400" dirty="0" err="1"/>
              <a:t>family</a:t>
            </a:r>
            <a:br>
              <a:rPr lang="ko-KR" altLang="ko-KR" sz="1400" dirty="0"/>
            </a:br>
            <a:r>
              <a:rPr lang="ko-KR" altLang="ko-KR" sz="1400" b="1" dirty="0" err="1"/>
              <a:t>cross-family</a:t>
            </a:r>
            <a:r>
              <a:rPr lang="ko-KR" altLang="ko-KR" sz="1400" b="1" dirty="0"/>
              <a:t> </a:t>
            </a:r>
            <a:r>
              <a:rPr lang="ko-KR" altLang="ko-KR" sz="1400" b="1" dirty="0" err="1"/>
              <a:t>robustness</a:t>
            </a:r>
            <a:r>
              <a:rPr lang="ko-KR" altLang="ko-KR" sz="1400" b="1" dirty="0"/>
              <a:t> 확인</a:t>
            </a:r>
            <a:endParaRPr sz="1400" b="0" dirty="0">
              <a:solidFill>
                <a:srgbClr val="232323"/>
              </a:solidFill>
              <a:latin typeface="Malgun Gothic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70648" y="2679192"/>
            <a:ext cx="658368" cy="658368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156448" y="2011679"/>
            <a:ext cx="2880360" cy="2615779"/>
          </a:xfrm>
          <a:prstGeom prst="roundRect">
            <a:avLst/>
          </a:prstGeom>
          <a:solidFill>
            <a:srgbClr val="ECF3F6"/>
          </a:solidFill>
          <a:ln w="15240">
            <a:solidFill>
              <a:srgbClr val="29457A"/>
            </a:solidFill>
            <a:prstDash val="sys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275320" y="2249423"/>
            <a:ext cx="2642616" cy="437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400" b="1" dirty="0">
                <a:solidFill>
                  <a:schemeClr val="accent5">
                    <a:lumMod val="50000"/>
                  </a:schemeClr>
                </a:solidFill>
                <a:latin typeface="Malgun Gothic"/>
              </a:rPr>
              <a:t>Exploratory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93608" y="2743199"/>
            <a:ext cx="2606040" cy="547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 dirty="0">
                <a:solidFill>
                  <a:srgbClr val="232323"/>
                </a:solidFill>
                <a:latin typeface="Malgun Gothic"/>
              </a:rPr>
              <a:t>Qwen3-VL-8B-Instruct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21040" y="3527857"/>
            <a:ext cx="2551176" cy="486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0" dirty="0" err="1">
                <a:solidFill>
                  <a:srgbClr val="232323"/>
                </a:solidFill>
                <a:latin typeface="Malgun Gothic"/>
              </a:rPr>
              <a:t>최신</a:t>
            </a:r>
            <a:r>
              <a:rPr sz="1400" b="0" dirty="0">
                <a:solidFill>
                  <a:srgbClr val="232323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232323"/>
                </a:solidFill>
                <a:latin typeface="Malgun Gothic"/>
              </a:rPr>
              <a:t>세대</a:t>
            </a:r>
            <a:r>
              <a:rPr sz="1400" b="0" dirty="0">
                <a:solidFill>
                  <a:srgbClr val="232323"/>
                </a:solidFill>
                <a:latin typeface="Malgun Gothic"/>
              </a:rPr>
              <a:t> sensitivity analysis</a:t>
            </a:r>
            <a:endParaRPr lang="en-US" sz="1600" dirty="0"/>
          </a:p>
          <a:p>
            <a:pPr algn="ctr"/>
            <a:r>
              <a:rPr sz="1400" b="0" dirty="0" err="1">
                <a:solidFill>
                  <a:srgbClr val="232323"/>
                </a:solidFill>
                <a:latin typeface="Malgun Gothic"/>
              </a:rPr>
              <a:t>시간·자원</a:t>
            </a:r>
            <a:r>
              <a:rPr sz="1400" b="0" dirty="0">
                <a:solidFill>
                  <a:srgbClr val="232323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232323"/>
                </a:solidFill>
                <a:latin typeface="Malgun Gothic"/>
              </a:rPr>
              <a:t>허용</a:t>
            </a:r>
            <a:r>
              <a:rPr sz="1400" b="0" dirty="0">
                <a:solidFill>
                  <a:srgbClr val="232323"/>
                </a:solidFill>
                <a:latin typeface="Malgun Gothic"/>
              </a:rPr>
              <a:t> 시 </a:t>
            </a:r>
            <a:r>
              <a:rPr sz="1400" b="0" dirty="0" err="1">
                <a:solidFill>
                  <a:srgbClr val="232323"/>
                </a:solidFill>
                <a:latin typeface="Malgun Gothic"/>
              </a:rPr>
              <a:t>선택적으로</a:t>
            </a:r>
            <a:r>
              <a:rPr sz="1400" b="0" dirty="0">
                <a:solidFill>
                  <a:srgbClr val="232323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232323"/>
                </a:solidFill>
                <a:latin typeface="Malgun Gothic"/>
              </a:rPr>
              <a:t>수행</a:t>
            </a:r>
            <a:endParaRPr sz="1400" b="0" dirty="0">
              <a:solidFill>
                <a:srgbClr val="232323"/>
              </a:solidFill>
              <a:latin typeface="Malgun Gothic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1C7B5B3-BCDB-01F9-1D39-95A208E3CE41}"/>
              </a:ext>
            </a:extLst>
          </p:cNvPr>
          <p:cNvGrpSpPr/>
          <p:nvPr/>
        </p:nvGrpSpPr>
        <p:grpSpPr>
          <a:xfrm>
            <a:off x="1024128" y="4861999"/>
            <a:ext cx="10012680" cy="1206412"/>
            <a:chOff x="1024128" y="5081754"/>
            <a:chExt cx="10012680" cy="1206412"/>
          </a:xfrm>
        </p:grpSpPr>
        <p:sp>
          <p:nvSpPr>
            <p:cNvPr id="22" name="Shape 20"/>
            <p:cNvSpPr/>
            <p:nvPr/>
          </p:nvSpPr>
          <p:spPr>
            <a:xfrm>
              <a:off x="1024128" y="5081754"/>
              <a:ext cx="10012680" cy="1206412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 w="19050">
              <a:solidFill>
                <a:srgbClr val="8AA6BA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362456" y="5117733"/>
              <a:ext cx="91531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sz="1600" b="1" dirty="0">
                  <a:solidFill>
                    <a:srgbClr val="0D284F"/>
                  </a:solidFill>
                  <a:latin typeface="Malgun Gothic"/>
                </a:rPr>
                <a:t>A0 · Numerical baseline</a:t>
              </a:r>
              <a:endParaRPr lang="en-US" sz="18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453896" y="5465205"/>
              <a:ext cx="8970264" cy="68580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/>
            <a:lstStyle/>
            <a:p>
              <a:pPr algn="ctr"/>
              <a:r>
                <a:rPr lang="ko-KR" altLang="ko-KR" sz="1400" b="1" dirty="0" err="1"/>
                <a:t>Primary</a:t>
              </a:r>
              <a:r>
                <a:rPr lang="ko-KR" altLang="ko-KR" sz="1400" b="1" dirty="0"/>
                <a:t>:</a:t>
              </a:r>
              <a:r>
                <a:rPr lang="ko-KR" altLang="ko-KR" sz="1400" dirty="0"/>
                <a:t> L2-regularized </a:t>
              </a:r>
              <a:r>
                <a:rPr lang="ko-KR" altLang="ko-KR" sz="1400" dirty="0" err="1"/>
                <a:t>ordinal</a:t>
              </a:r>
              <a:r>
                <a:rPr lang="ko-KR" altLang="ko-KR" sz="1400" dirty="0"/>
                <a:t> </a:t>
              </a:r>
              <a:r>
                <a:rPr lang="ko-KR" altLang="ko-KR" sz="1400" dirty="0" err="1"/>
                <a:t>logistic</a:t>
              </a:r>
              <a:r>
                <a:rPr lang="ko-KR" altLang="ko-KR" sz="1400" dirty="0"/>
                <a:t> </a:t>
              </a:r>
              <a:r>
                <a:rPr lang="ko-KR" altLang="ko-KR" sz="1400" dirty="0" err="1"/>
                <a:t>regression</a:t>
              </a:r>
              <a:br>
                <a:rPr lang="ko-KR" altLang="ko-KR" sz="1400" dirty="0"/>
              </a:br>
              <a:r>
                <a:rPr lang="ko-KR" altLang="ko-KR" sz="1400" b="1" dirty="0" err="1"/>
                <a:t>Sensitivity</a:t>
              </a:r>
              <a:r>
                <a:rPr lang="ko-KR" altLang="ko-KR" sz="1400" b="1" dirty="0"/>
                <a:t>:</a:t>
              </a:r>
              <a:r>
                <a:rPr lang="ko-KR" altLang="ko-KR" sz="1400" dirty="0"/>
                <a:t> </a:t>
              </a:r>
              <a:r>
                <a:rPr lang="ko-KR" altLang="ko-KR" sz="1400" dirty="0" err="1"/>
                <a:t>XGBoost</a:t>
              </a:r>
              <a:endParaRPr sz="1300" b="0" dirty="0">
                <a:solidFill>
                  <a:srgbClr val="232323"/>
                </a:solidFill>
                <a:latin typeface="Malgun Gothic"/>
              </a:endParaRPr>
            </a:p>
          </p:txBody>
        </p:sp>
      </p:grpSp>
      <p:sp>
        <p:nvSpPr>
          <p:cNvPr id="26" name="Text 24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r>
              <a:rPr sz="900" b="0">
                <a:solidFill>
                  <a:srgbClr val="5A646E"/>
                </a:solidFill>
                <a:latin typeface="Malgun Gothic"/>
              </a:rPr>
              <a:t>7</a:t>
            </a:r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922299-BB3C-A6B0-BEC5-D493AC7C6352}"/>
              </a:ext>
            </a:extLst>
          </p:cNvPr>
          <p:cNvSpPr txBox="1"/>
          <p:nvPr/>
        </p:nvSpPr>
        <p:spPr>
          <a:xfrm>
            <a:off x="2606690" y="6083929"/>
            <a:ext cx="69786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1" dirty="0"/>
              <a:t>목적:</a:t>
            </a:r>
            <a:r>
              <a:rPr lang="ko-KR" altLang="ko-KR" dirty="0"/>
              <a:t> 운동학 수치만으로 얻는 성능과 </a:t>
            </a:r>
            <a:r>
              <a:rPr lang="ko-KR" altLang="ko-KR" dirty="0" err="1"/>
              <a:t>VLM의</a:t>
            </a:r>
            <a:r>
              <a:rPr lang="ko-KR" altLang="ko-KR" dirty="0"/>
              <a:t> 추가 가치를 비교</a:t>
            </a: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0A0D2"/>
                </a:solidFill>
                <a:latin typeface="Malgun Gothic"/>
              </a:rPr>
              <a:t>3</a:t>
            </a:r>
            <a:r>
              <a:rPr sz="1700" b="1">
                <a:solidFill>
                  <a:srgbClr val="00A0D2"/>
                </a:solidFill>
                <a:latin typeface="Malgun Gothic"/>
              </a:rPr>
              <a:t>. </a:t>
            </a:r>
            <a:r>
              <a:rPr sz="1700" b="1" dirty="0" err="1">
                <a:solidFill>
                  <a:srgbClr val="00A0D2"/>
                </a:solidFill>
                <a:latin typeface="Malgun Gothic"/>
              </a:rPr>
              <a:t>전체</a:t>
            </a:r>
            <a:r>
              <a:rPr sz="1700" b="1" dirty="0">
                <a:solidFill>
                  <a:srgbClr val="00A0D2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00A0D2"/>
                </a:solidFill>
                <a:latin typeface="Malgun Gothic"/>
              </a:rPr>
              <a:t>연구</a:t>
            </a:r>
            <a:r>
              <a:rPr sz="1700" b="1" dirty="0">
                <a:solidFill>
                  <a:srgbClr val="00A0D2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00A0D2"/>
                </a:solidFill>
                <a:latin typeface="Malgun Gothic"/>
              </a:rPr>
              <a:t>설계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[전체 연구 설계]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>
                <a:solidFill>
                  <a:srgbClr val="232323"/>
                </a:solidFill>
                <a:latin typeface="Malgun Gothic"/>
              </a:rPr>
              <a:t>측정 검증</a:t>
            </a:r>
            <a:r>
              <a:rPr sz="1800" b="0">
                <a:solidFill>
                  <a:srgbClr val="232323"/>
                </a:solidFill>
                <a:latin typeface="Malgun Gothic"/>
              </a:rPr>
              <a:t> → </a:t>
            </a:r>
            <a:r>
              <a:rPr sz="1800" b="1">
                <a:solidFill>
                  <a:srgbClr val="0094D3"/>
                </a:solidFill>
                <a:latin typeface="Malgun Gothic"/>
              </a:rPr>
              <a:t>건강인 참조</a:t>
            </a:r>
            <a:r>
              <a:rPr sz="1800" b="0">
                <a:solidFill>
                  <a:srgbClr val="232323"/>
                </a:solidFill>
                <a:latin typeface="Malgun Gothic"/>
              </a:rPr>
              <a:t> → </a:t>
            </a:r>
            <a:r>
              <a:rPr sz="1800" b="1">
                <a:solidFill>
                  <a:srgbClr val="E20012"/>
                </a:solidFill>
                <a:latin typeface="Malgun Gothic"/>
              </a:rPr>
              <a:t>prompt·model freeze</a:t>
            </a:r>
            <a:r>
              <a:rPr sz="1800" b="1">
                <a:solidFill>
                  <a:srgbClr val="232323"/>
                </a:solidFill>
                <a:latin typeface="Malgun Gothic"/>
              </a:rPr>
              <a:t> → 환자 독립 검증</a:t>
            </a:r>
            <a:endParaRPr lang="en-US" sz="2000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E8A7980-50F9-7B1B-E7E4-D56DD1EF71E8}"/>
              </a:ext>
            </a:extLst>
          </p:cNvPr>
          <p:cNvGrpSpPr/>
          <p:nvPr/>
        </p:nvGrpSpPr>
        <p:grpSpPr>
          <a:xfrm>
            <a:off x="1024128" y="1645920"/>
            <a:ext cx="2880360" cy="3063332"/>
            <a:chOff x="1024128" y="2011680"/>
            <a:chExt cx="2880360" cy="1965960"/>
          </a:xfrm>
        </p:grpSpPr>
        <p:sp>
          <p:nvSpPr>
            <p:cNvPr id="8" name="Shape 6"/>
            <p:cNvSpPr/>
            <p:nvPr/>
          </p:nvSpPr>
          <p:spPr>
            <a:xfrm>
              <a:off x="1024128" y="2011680"/>
              <a:ext cx="2880360" cy="1965960"/>
            </a:xfrm>
            <a:prstGeom prst="roundRect">
              <a:avLst/>
            </a:prstGeom>
            <a:solidFill>
              <a:srgbClr val="ECF3F6"/>
            </a:solidFill>
            <a:ln w="15240">
              <a:solidFill>
                <a:srgbClr val="7893A5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143000" y="2249424"/>
              <a:ext cx="26426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29457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① 측정 검증</a:t>
              </a:r>
              <a:endParaRPr lang="en-US" sz="2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161288" y="2743200"/>
              <a:ext cx="26060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700" b="1" dirty="0" err="1">
                  <a:solidFill>
                    <a:srgbClr val="232323"/>
                  </a:solidFill>
                  <a:latin typeface="Malgun Gothic"/>
                </a:rPr>
                <a:t>비환자</a:t>
              </a:r>
              <a:r>
                <a:rPr lang="ko-KR" altLang="en-US" sz="1700" b="1" dirty="0">
                  <a:solidFill>
                    <a:srgbClr val="232323"/>
                  </a:solidFill>
                  <a:latin typeface="Malgun Gothic"/>
                </a:rPr>
                <a:t> </a:t>
              </a:r>
              <a:r>
                <a:rPr sz="1700" b="1" dirty="0">
                  <a:solidFill>
                    <a:srgbClr val="232323"/>
                  </a:solidFill>
                  <a:latin typeface="Malgun Gothic"/>
                </a:rPr>
                <a:t>4명</a:t>
              </a:r>
              <a:endParaRPr lang="en-US" sz="2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188720" y="3255264"/>
              <a:ext cx="255117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ko-KR" sz="1400" dirty="0"/>
                <a:t>센서 </a:t>
              </a:r>
              <a:r>
                <a:rPr lang="ko-KR" altLang="ko-KR" sz="1400" dirty="0" err="1"/>
                <a:t>정확도·거리</a:t>
              </a:r>
              <a:r>
                <a:rPr lang="ko-KR" altLang="ko-KR" sz="1400" dirty="0"/>
                <a:t> 측정 검증</a:t>
              </a:r>
              <a:br>
                <a:rPr lang="ko-KR" altLang="ko-KR" sz="1400" dirty="0"/>
              </a:br>
              <a:r>
                <a:rPr lang="ko-KR" altLang="ko-KR" sz="1400" b="1" dirty="0" err="1"/>
                <a:t>frame</a:t>
              </a:r>
              <a:r>
                <a:rPr lang="ko-KR" altLang="ko-KR" sz="1400" b="1" dirty="0"/>
                <a:t> </a:t>
              </a:r>
              <a:r>
                <a:rPr lang="ko-KR" altLang="ko-KR" sz="1400" b="1" dirty="0" err="1"/>
                <a:t>rule·quality</a:t>
              </a:r>
              <a:r>
                <a:rPr lang="ko-KR" altLang="ko-KR" sz="1400" b="1" dirty="0"/>
                <a:t> 기준 확정</a:t>
              </a:r>
              <a:br>
                <a:rPr lang="ko-KR" altLang="ko-KR" sz="1400" dirty="0"/>
              </a:br>
              <a:r>
                <a:rPr lang="ko-KR" altLang="ko-KR" sz="1400" dirty="0"/>
                <a:t>최종 성능 분석 제외</a:t>
              </a:r>
              <a:endParaRPr sz="1300" b="0" dirty="0">
                <a:solidFill>
                  <a:srgbClr val="232323"/>
                </a:solidFill>
                <a:latin typeface="Malgun Gothic"/>
              </a:endParaRPr>
            </a:p>
          </p:txBody>
        </p:sp>
      </p:grpSp>
      <p:sp>
        <p:nvSpPr>
          <p:cNvPr id="12" name="Shape 10"/>
          <p:cNvSpPr/>
          <p:nvPr/>
        </p:nvSpPr>
        <p:spPr>
          <a:xfrm>
            <a:off x="3931920" y="2313432"/>
            <a:ext cx="630936" cy="658368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DF0E2C0-CB7E-DD1F-8CF4-76BBF01840D2}"/>
              </a:ext>
            </a:extLst>
          </p:cNvPr>
          <p:cNvGrpSpPr/>
          <p:nvPr/>
        </p:nvGrpSpPr>
        <p:grpSpPr>
          <a:xfrm>
            <a:off x="4590288" y="1645920"/>
            <a:ext cx="2880360" cy="3063332"/>
            <a:chOff x="4590288" y="2011680"/>
            <a:chExt cx="2880360" cy="1965960"/>
          </a:xfrm>
        </p:grpSpPr>
        <p:sp>
          <p:nvSpPr>
            <p:cNvPr id="13" name="Shape 11"/>
            <p:cNvSpPr/>
            <p:nvPr/>
          </p:nvSpPr>
          <p:spPr>
            <a:xfrm>
              <a:off x="4590288" y="2011680"/>
              <a:ext cx="2880360" cy="1965960"/>
            </a:xfrm>
            <a:prstGeom prst="roundRect">
              <a:avLst/>
            </a:prstGeom>
            <a:solidFill>
              <a:srgbClr val="ECF3F6"/>
            </a:solidFill>
            <a:ln w="15240">
              <a:solidFill>
                <a:srgbClr val="7893A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4709160" y="2249424"/>
              <a:ext cx="26426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29457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② </a:t>
              </a:r>
              <a:r>
                <a:rPr lang="ko-KR" altLang="en-US" sz="2400" b="1" dirty="0" err="1">
                  <a:solidFill>
                    <a:srgbClr val="29457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비환자</a:t>
              </a:r>
              <a:r>
                <a:rPr lang="en-US" sz="2400" b="1" dirty="0">
                  <a:solidFill>
                    <a:srgbClr val="29457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참조</a:t>
              </a:r>
              <a:endParaRPr lang="en-US" sz="2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727448" y="2743200"/>
              <a:ext cx="26060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700" b="1" dirty="0" err="1">
                  <a:solidFill>
                    <a:srgbClr val="232323"/>
                  </a:solidFill>
                  <a:latin typeface="Malgun Gothic"/>
                </a:rPr>
                <a:t>비환자</a:t>
              </a:r>
              <a:r>
                <a:rPr sz="1700" b="1" dirty="0">
                  <a:solidFill>
                    <a:srgbClr val="232323"/>
                  </a:solidFill>
                  <a:latin typeface="Malgun Gothic"/>
                </a:rPr>
                <a:t> </a:t>
              </a:r>
              <a:r>
                <a:rPr lang="en-US" sz="1700" b="1" dirty="0">
                  <a:solidFill>
                    <a:srgbClr val="232323"/>
                  </a:solidFill>
                  <a:latin typeface="Malgun Gothic"/>
                </a:rPr>
                <a:t>15</a:t>
              </a:r>
              <a:r>
                <a:rPr sz="1700" b="1" dirty="0">
                  <a:solidFill>
                    <a:srgbClr val="232323"/>
                  </a:solidFill>
                  <a:latin typeface="Malgun Gothic"/>
                </a:rPr>
                <a:t>명</a:t>
              </a:r>
              <a:endParaRPr lang="en-US" sz="2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754880" y="3255264"/>
              <a:ext cx="255117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ko-KR" sz="1400" dirty="0"/>
                <a:t>양손 × </a:t>
              </a:r>
              <a:r>
                <a:rPr lang="en-US" altLang="ko-KR" sz="1400" dirty="0"/>
                <a:t>4</a:t>
              </a:r>
              <a:r>
                <a:rPr lang="ko-KR" altLang="ko-KR" sz="1400" dirty="0"/>
                <a:t>과제 × 8회</a:t>
              </a:r>
              <a:br>
                <a:rPr lang="ko-KR" altLang="ko-KR" sz="1400" dirty="0"/>
              </a:br>
              <a:r>
                <a:rPr lang="ko-KR" altLang="ko-KR" sz="1400" b="1" dirty="0"/>
                <a:t>8회 </a:t>
              </a:r>
              <a:r>
                <a:rPr lang="ko-KR" altLang="ko-KR" sz="1400" b="1" dirty="0" err="1"/>
                <a:t>median</a:t>
              </a:r>
              <a:r>
                <a:rPr lang="ko-KR" altLang="ko-KR" sz="1400" b="1" dirty="0"/>
                <a:t> → 개인 </a:t>
              </a:r>
              <a:r>
                <a:rPr lang="ko-KR" altLang="ko-KR" sz="1400" b="1" dirty="0" err="1"/>
                <a:t>대표값</a:t>
              </a:r>
              <a:br>
                <a:rPr lang="ko-KR" altLang="ko-KR" sz="1400" dirty="0"/>
              </a:br>
              <a:r>
                <a:rPr lang="ko-KR" altLang="ko-KR" sz="1400" dirty="0"/>
                <a:t>집단 </a:t>
              </a:r>
              <a:r>
                <a:rPr lang="ko-KR" altLang="ko-KR" sz="1400" dirty="0" err="1"/>
                <a:t>median·IQR</a:t>
              </a:r>
              <a:r>
                <a:rPr lang="ko-KR" altLang="ko-KR" sz="1400" dirty="0"/>
                <a:t> → </a:t>
              </a:r>
              <a:endParaRPr lang="en-US" altLang="ko-KR" sz="1400" dirty="0"/>
            </a:p>
            <a:p>
              <a:pPr algn="ctr"/>
              <a:r>
                <a:rPr lang="ko-KR" altLang="ko-KR" sz="1400" b="1" dirty="0" err="1"/>
                <a:t>Healthy</a:t>
              </a:r>
              <a:r>
                <a:rPr lang="ko-KR" altLang="ko-KR" sz="1400" b="1" dirty="0"/>
                <a:t> </a:t>
              </a:r>
              <a:r>
                <a:rPr lang="ko-KR" altLang="ko-KR" sz="1400" b="1" dirty="0" err="1"/>
                <a:t>reference</a:t>
              </a:r>
              <a:endParaRPr sz="1300" b="0" dirty="0">
                <a:solidFill>
                  <a:srgbClr val="232323"/>
                </a:solidFill>
                <a:latin typeface="Malgun Gothic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3CED56F-E83B-FB31-E269-5E1D8A72AB6C}"/>
              </a:ext>
            </a:extLst>
          </p:cNvPr>
          <p:cNvGrpSpPr/>
          <p:nvPr/>
        </p:nvGrpSpPr>
        <p:grpSpPr>
          <a:xfrm>
            <a:off x="8156448" y="1645920"/>
            <a:ext cx="2880360" cy="3063332"/>
            <a:chOff x="8156448" y="2011680"/>
            <a:chExt cx="2880360" cy="1965960"/>
          </a:xfrm>
        </p:grpSpPr>
        <p:sp>
          <p:nvSpPr>
            <p:cNvPr id="18" name="Shape 16"/>
            <p:cNvSpPr/>
            <p:nvPr/>
          </p:nvSpPr>
          <p:spPr>
            <a:xfrm>
              <a:off x="8156448" y="2011680"/>
              <a:ext cx="2880360" cy="1965960"/>
            </a:xfrm>
            <a:prstGeom prst="roundRect">
              <a:avLst/>
            </a:prstGeom>
            <a:solidFill>
              <a:srgbClr val="ECF3F6"/>
            </a:solidFill>
            <a:ln w="15240">
              <a:solidFill>
                <a:srgbClr val="29457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8275320" y="2249424"/>
              <a:ext cx="26426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chemeClr val="accent5">
                      <a:lumMod val="50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③ 환자 VLM 검증</a:t>
              </a:r>
              <a:endParaRPr lang="en-US" sz="24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8293608" y="2743200"/>
              <a:ext cx="26060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sz="1700" b="1" dirty="0" err="1">
                  <a:solidFill>
                    <a:srgbClr val="232323"/>
                  </a:solidFill>
                  <a:latin typeface="Malgun Gothic"/>
                </a:rPr>
                <a:t>편마비</a:t>
              </a:r>
              <a:r>
                <a:rPr sz="1700" b="1" dirty="0">
                  <a:solidFill>
                    <a:srgbClr val="232323"/>
                  </a:solidFill>
                  <a:latin typeface="Malgun Gothic"/>
                </a:rPr>
                <a:t> </a:t>
              </a:r>
              <a:r>
                <a:rPr sz="1700" b="1" dirty="0" err="1">
                  <a:solidFill>
                    <a:srgbClr val="232323"/>
                  </a:solidFill>
                  <a:latin typeface="Malgun Gothic"/>
                </a:rPr>
                <a:t>환자</a:t>
              </a:r>
              <a:r>
                <a:rPr sz="1700" b="1" dirty="0">
                  <a:solidFill>
                    <a:srgbClr val="232323"/>
                  </a:solidFill>
                  <a:latin typeface="Malgun Gothic"/>
                </a:rPr>
                <a:t> 15명</a:t>
              </a:r>
              <a:endParaRPr lang="en-US" sz="2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8284464" y="3246120"/>
              <a:ext cx="262432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sz="1300" b="0">
                  <a:solidFill>
                    <a:srgbClr val="232323"/>
                  </a:solidFill>
                  <a:latin typeface="Malgun Gothic"/>
                </a:rPr>
                <a:t> </a:t>
              </a:r>
              <a:r>
                <a:rPr lang="en-US" sz="1300" b="0">
                  <a:solidFill>
                    <a:srgbClr val="232323"/>
                  </a:solidFill>
                  <a:latin typeface="Malgun Gothic"/>
                </a:rPr>
                <a:t>4</a:t>
              </a:r>
              <a:r>
                <a:rPr sz="1300" b="0">
                  <a:solidFill>
                    <a:srgbClr val="232323"/>
                  </a:solidFill>
                  <a:latin typeface="Malgun Gothic"/>
                </a:rPr>
                <a:t>과제 </a:t>
              </a:r>
              <a:r>
                <a:rPr sz="1300" b="0" dirty="0">
                  <a:solidFill>
                    <a:srgbClr val="232323"/>
                  </a:solidFill>
                  <a:latin typeface="Malgun Gothic"/>
                </a:rPr>
                <a:t>× 8회 = </a:t>
              </a:r>
              <a:r>
                <a:rPr lang="en-US" sz="1300" b="0" dirty="0">
                  <a:solidFill>
                    <a:srgbClr val="232323"/>
                  </a:solidFill>
                  <a:latin typeface="Malgun Gothic"/>
                </a:rPr>
                <a:t>480</a:t>
              </a:r>
              <a:r>
                <a:rPr sz="1300" b="0" dirty="0">
                  <a:solidFill>
                    <a:srgbClr val="232323"/>
                  </a:solidFill>
                  <a:latin typeface="Malgun Gothic"/>
                </a:rPr>
                <a:t> trials</a:t>
              </a:r>
              <a:endParaRPr lang="en-US" sz="1600" dirty="0"/>
            </a:p>
            <a:p>
              <a:pPr algn="ctr"/>
              <a:r>
                <a:rPr lang="ko-KR" altLang="en-US" sz="1400" b="1" dirty="0">
                  <a:solidFill>
                    <a:srgbClr val="232323"/>
                  </a:solidFill>
                  <a:latin typeface="Malgun Gothic"/>
                </a:rPr>
                <a:t>전문가 </a:t>
              </a:r>
              <a:r>
                <a:rPr lang="en-US" altLang="ko-KR" sz="1400" b="1" dirty="0">
                  <a:solidFill>
                    <a:srgbClr val="232323"/>
                  </a:solidFill>
                  <a:latin typeface="Malgun Gothic"/>
                </a:rPr>
                <a:t>blind label ↔ A1–A4 </a:t>
              </a:r>
              <a:r>
                <a:rPr lang="en-US" altLang="ko-KR" sz="1300" b="0" dirty="0">
                  <a:solidFill>
                    <a:srgbClr val="232323"/>
                  </a:solidFill>
                  <a:latin typeface="Malgun Gothic"/>
                </a:rPr>
                <a:t>VLM</a:t>
              </a:r>
              <a:r>
                <a:rPr lang="ko-KR" altLang="en-US" sz="1300" b="0" dirty="0">
                  <a:solidFill>
                    <a:srgbClr val="232323"/>
                  </a:solidFill>
                  <a:latin typeface="Malgun Gothic"/>
                </a:rPr>
                <a:t>환자 단위 </a:t>
              </a:r>
              <a:r>
                <a:rPr lang="en-US" altLang="ko-KR" sz="1300" b="0" dirty="0">
                  <a:solidFill>
                    <a:srgbClr val="232323"/>
                  </a:solidFill>
                  <a:latin typeface="Malgun Gothic"/>
                </a:rPr>
                <a:t>paired analysis</a:t>
              </a:r>
              <a:endParaRPr lang="ko-KR" altLang="en-US" sz="1300" b="0" dirty="0">
                <a:solidFill>
                  <a:srgbClr val="232323"/>
                </a:solidFill>
                <a:latin typeface="Malgun Gothic"/>
              </a:endParaRPr>
            </a:p>
          </p:txBody>
        </p:sp>
      </p:grpSp>
      <p:sp>
        <p:nvSpPr>
          <p:cNvPr id="26" name="Text 24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r>
              <a:rPr sz="900" b="0">
                <a:solidFill>
                  <a:srgbClr val="5A646E"/>
                </a:solidFill>
                <a:latin typeface="Malgun Gothic"/>
              </a:rPr>
              <a:t>9</a:t>
            </a:r>
            <a:endParaRPr lang="en-US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8F27102C-5C66-5136-32D8-4C64FEA3E9C2}"/>
              </a:ext>
            </a:extLst>
          </p:cNvPr>
          <p:cNvSpPr/>
          <p:nvPr/>
        </p:nvSpPr>
        <p:spPr>
          <a:xfrm>
            <a:off x="7498080" y="2253996"/>
            <a:ext cx="630936" cy="658368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67C7EB-2CE6-4FCB-C0F8-35EB502B9C85}"/>
              </a:ext>
            </a:extLst>
          </p:cNvPr>
          <p:cNvSpPr txBox="1"/>
          <p:nvPr/>
        </p:nvSpPr>
        <p:spPr>
          <a:xfrm>
            <a:off x="938891" y="4983694"/>
            <a:ext cx="29655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b="1" dirty="0"/>
              <a:t>① 개발 데이터 ≠ 본 분석</a:t>
            </a:r>
            <a:br>
              <a:rPr lang="ko-KR" altLang="ko-KR" dirty="0"/>
            </a:br>
            <a:r>
              <a:rPr lang="ko-KR" altLang="ko-KR" dirty="0"/>
              <a:t>측정 검증 4명은 </a:t>
            </a:r>
            <a:endParaRPr lang="en-US" altLang="ko-KR" dirty="0"/>
          </a:p>
          <a:p>
            <a:pPr algn="ctr"/>
            <a:r>
              <a:rPr lang="ko-KR" altLang="ko-KR" dirty="0"/>
              <a:t>최종 성능 분석 제외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0BFD45-6CCD-84A1-9C87-8D7C1A843DC7}"/>
              </a:ext>
            </a:extLst>
          </p:cNvPr>
          <p:cNvSpPr txBox="1"/>
          <p:nvPr/>
        </p:nvSpPr>
        <p:spPr>
          <a:xfrm>
            <a:off x="4230249" y="4983694"/>
            <a:ext cx="34964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b="1" dirty="0"/>
              <a:t>② 환자 데이터 전 고정</a:t>
            </a:r>
            <a:br>
              <a:rPr lang="ko-KR" altLang="ko-KR" dirty="0"/>
            </a:br>
            <a:r>
              <a:rPr lang="ko-KR" altLang="ko-KR" dirty="0"/>
              <a:t>변수 · </a:t>
            </a:r>
            <a:r>
              <a:rPr lang="ko-KR" altLang="ko-KR" dirty="0" err="1"/>
              <a:t>frame</a:t>
            </a:r>
            <a:r>
              <a:rPr lang="ko-KR" altLang="ko-KR" dirty="0"/>
              <a:t> </a:t>
            </a:r>
            <a:r>
              <a:rPr lang="ko-KR" altLang="ko-KR" dirty="0" err="1"/>
              <a:t>rule</a:t>
            </a:r>
            <a:r>
              <a:rPr lang="ko-KR" altLang="ko-KR" dirty="0"/>
              <a:t> </a:t>
            </a:r>
            <a:endParaRPr lang="en-US" altLang="ko-KR" dirty="0"/>
          </a:p>
          <a:p>
            <a:pPr algn="ctr"/>
            <a:r>
              <a:rPr lang="ko-KR" altLang="ko-KR" dirty="0"/>
              <a:t> </a:t>
            </a:r>
            <a:r>
              <a:rPr lang="ko-KR" altLang="ko-KR" dirty="0" err="1"/>
              <a:t>Prompt</a:t>
            </a:r>
            <a:r>
              <a:rPr lang="ko-KR" altLang="ko-KR" dirty="0"/>
              <a:t> · </a:t>
            </a:r>
            <a:r>
              <a:rPr lang="ko-KR" altLang="ko-KR" dirty="0" err="1"/>
              <a:t>Model</a:t>
            </a:r>
            <a:r>
              <a:rPr lang="ko-KR" altLang="ko-KR" dirty="0"/>
              <a:t> </a:t>
            </a:r>
            <a:r>
              <a:rPr lang="ko-KR" altLang="ko-KR" dirty="0" err="1"/>
              <a:t>version</a:t>
            </a:r>
            <a:r>
              <a:rPr lang="ko-KR" altLang="ko-KR" dirty="0"/>
              <a:t> 고정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4F1C93-4721-0A05-5A90-CF987419D375}"/>
              </a:ext>
            </a:extLst>
          </p:cNvPr>
          <p:cNvSpPr txBox="1"/>
          <p:nvPr/>
        </p:nvSpPr>
        <p:spPr>
          <a:xfrm>
            <a:off x="8129016" y="4983694"/>
            <a:ext cx="31709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b="1" dirty="0"/>
              <a:t>③ 환자 데이터는 독립 검증</a:t>
            </a:r>
            <a:br>
              <a:rPr lang="ko-KR" altLang="ko-KR" dirty="0"/>
            </a:br>
            <a:r>
              <a:rPr lang="ko-KR" altLang="ko-KR" dirty="0"/>
              <a:t>전문가와 VLM</a:t>
            </a:r>
            <a:endParaRPr lang="en-US" altLang="ko-KR" dirty="0"/>
          </a:p>
          <a:p>
            <a:pPr algn="ctr"/>
            <a:r>
              <a:rPr lang="ko-KR" altLang="en-US" dirty="0"/>
              <a:t>상호 </a:t>
            </a:r>
            <a:r>
              <a:rPr lang="ko-KR" altLang="ko-KR" dirty="0" err="1"/>
              <a:t>blind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68342" y="22677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D41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287214" y="28575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파지 과제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287214" y="3308223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RGB-D 측정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287214" y="375894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전문가 평가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 rot="1080000">
            <a:off x="2514600" y="3703320"/>
            <a:ext cx="1143000" cy="941832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 rot="1080000">
            <a:off x="2971800" y="2971800"/>
            <a:ext cx="621792" cy="502920"/>
          </a:xfrm>
          <a:prstGeom prst="chevron">
            <a:avLst/>
          </a:prstGeom>
          <a:solidFill>
            <a:srgbClr val="08A7D8">
              <a:alpha val="75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 rot="1080000">
            <a:off x="0" y="5074920"/>
            <a:ext cx="2514600" cy="1508760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 rot="1080000">
            <a:off x="45720" y="5440680"/>
            <a:ext cx="2697480" cy="1051560"/>
          </a:xfrm>
          <a:prstGeom prst="chevron">
            <a:avLst/>
          </a:prstGeom>
          <a:solidFill>
            <a:srgbClr val="08A7D8">
              <a:alpha val="30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r>
              <a:rPr sz="900" b="0">
                <a:solidFill>
                  <a:srgbClr val="5A646E"/>
                </a:solidFill>
                <a:latin typeface="Malgun Gothic"/>
              </a:rPr>
              <a:t>10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실험 과제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[한 시행의 흐름]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>
                <a:solidFill>
                  <a:srgbClr val="232323"/>
                </a:solidFill>
                <a:latin typeface="Malgun Gothic"/>
              </a:rPr>
              <a:t>팔 이동은 최소화한 short reach-to-grasp로 </a:t>
            </a:r>
            <a:r>
              <a:rPr sz="1800" b="1">
                <a:solidFill>
                  <a:srgbClr val="E20012"/>
                </a:solidFill>
                <a:latin typeface="Malgun Gothic"/>
              </a:rPr>
              <a:t>파지 형성–유지–능동 해제</a:t>
            </a:r>
            <a:r>
              <a:rPr sz="1800" b="1">
                <a:solidFill>
                  <a:srgbClr val="232323"/>
                </a:solidFill>
                <a:latin typeface="Malgun Gothic"/>
              </a:rPr>
              <a:t>에 초점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5488" y="2011680"/>
            <a:ext cx="1874520" cy="298094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9050">
            <a:solidFill>
              <a:srgbClr val="8AA6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51206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 err="1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altLang="ko-KR" dirty="0"/>
          </a:p>
        </p:txBody>
      </p:sp>
      <p:sp>
        <p:nvSpPr>
          <p:cNvPr id="12" name="Shape 10"/>
          <p:cNvSpPr/>
          <p:nvPr/>
        </p:nvSpPr>
        <p:spPr>
          <a:xfrm>
            <a:off x="2340864" y="3200971"/>
            <a:ext cx="530352" cy="530352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88920" y="2011680"/>
            <a:ext cx="1874520" cy="2980944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rgbClr val="8AA6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788920" y="51206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 err="1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</a:t>
            </a:r>
            <a:r>
              <a:rPr lang="en-US" altLang="ko-KR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b="1" dirty="0" err="1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endParaRPr lang="en-US" altLang="ko-KR" dirty="0"/>
          </a:p>
        </p:txBody>
      </p:sp>
      <p:sp>
        <p:nvSpPr>
          <p:cNvPr id="17" name="Shape 15"/>
          <p:cNvSpPr/>
          <p:nvPr/>
        </p:nvSpPr>
        <p:spPr>
          <a:xfrm>
            <a:off x="4630293" y="3182112"/>
            <a:ext cx="530352" cy="530352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092256" y="2011680"/>
            <a:ext cx="1874520" cy="298094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9050">
            <a:solidFill>
              <a:srgbClr val="8AA6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74920" y="51206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 err="1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파지</a:t>
            </a:r>
            <a:endParaRPr lang="en-US" altLang="ko-KR" dirty="0"/>
          </a:p>
        </p:txBody>
      </p:sp>
      <p:sp>
        <p:nvSpPr>
          <p:cNvPr id="22" name="Shape 20"/>
          <p:cNvSpPr/>
          <p:nvPr/>
        </p:nvSpPr>
        <p:spPr>
          <a:xfrm>
            <a:off x="6949440" y="3182112"/>
            <a:ext cx="530352" cy="530352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327773" y="2011680"/>
            <a:ext cx="1874520" cy="2980944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9050">
            <a:solidFill>
              <a:srgbClr val="8AA6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360920" y="51206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2초 </a:t>
            </a:r>
            <a:r>
              <a:rPr lang="en-US" altLang="ko-KR" b="1" dirty="0" err="1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endParaRPr lang="en-US" altLang="ko-KR" dirty="0"/>
          </a:p>
        </p:txBody>
      </p:sp>
      <p:sp>
        <p:nvSpPr>
          <p:cNvPr id="27" name="Shape 25"/>
          <p:cNvSpPr/>
          <p:nvPr/>
        </p:nvSpPr>
        <p:spPr>
          <a:xfrm>
            <a:off x="9235440" y="3163824"/>
            <a:ext cx="530352" cy="530352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646920" y="1975104"/>
            <a:ext cx="1874520" cy="2980944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19050">
            <a:solidFill>
              <a:srgbClr val="8AA6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9646920" y="50932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 err="1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능동</a:t>
            </a:r>
            <a:r>
              <a:rPr lang="en-US" altLang="ko-KR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b="1" dirty="0" err="1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해제</a:t>
            </a:r>
            <a:endParaRPr lang="en-US" altLang="ko-KR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E6CFAE9E-D3BE-AF6F-E1ED-4300CB9B63B0}"/>
              </a:ext>
            </a:extLst>
          </p:cNvPr>
          <p:cNvGrpSpPr/>
          <p:nvPr/>
        </p:nvGrpSpPr>
        <p:grpSpPr>
          <a:xfrm>
            <a:off x="1005840" y="5504688"/>
            <a:ext cx="10195560" cy="804672"/>
            <a:chOff x="982980" y="5010912"/>
            <a:chExt cx="10195560" cy="804672"/>
          </a:xfrm>
        </p:grpSpPr>
        <p:sp>
          <p:nvSpPr>
            <p:cNvPr id="32" name="Shape 30"/>
            <p:cNvSpPr/>
            <p:nvPr/>
          </p:nvSpPr>
          <p:spPr>
            <a:xfrm>
              <a:off x="982980" y="5010912"/>
              <a:ext cx="10195560" cy="804672"/>
            </a:xfrm>
            <a:prstGeom prst="rect">
              <a:avLst/>
            </a:prstGeom>
            <a:solidFill>
              <a:srgbClr val="E8F1F5"/>
            </a:solidFill>
            <a:ln w="12700">
              <a:solidFill>
                <a:srgbClr val="8195A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1051560" y="5248656"/>
              <a:ext cx="1001268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600" b="1" dirty="0">
                  <a:solidFill>
                    <a:srgbClr val="232323"/>
                  </a:solidFill>
                  <a:latin typeface="Malgun Gothic"/>
                </a:rPr>
                <a:t>맨손</a:t>
              </a:r>
              <a:r>
                <a:rPr sz="1600" b="1" dirty="0" err="1">
                  <a:solidFill>
                    <a:srgbClr val="232323"/>
                  </a:solidFill>
                  <a:latin typeface="Malgun Gothic"/>
                </a:rPr>
                <a:t>원통</a:t>
              </a:r>
              <a:r>
                <a:rPr lang="ko-KR" altLang="en-US" sz="1600" b="1" dirty="0">
                  <a:solidFill>
                    <a:srgbClr val="232323"/>
                  </a:solidFill>
                </a:rPr>
                <a:t> </a:t>
              </a:r>
              <a:r>
                <a:rPr lang="en-US" altLang="ko-KR" sz="1600" b="1" dirty="0">
                  <a:solidFill>
                    <a:srgbClr val="232323"/>
                  </a:solidFill>
                </a:rPr>
                <a:t>·</a:t>
              </a:r>
              <a:r>
                <a:rPr sz="1600" b="1" dirty="0">
                  <a:solidFill>
                    <a:srgbClr val="232323"/>
                  </a:solidFill>
                  <a:latin typeface="Malgun Gothic"/>
                </a:rPr>
                <a:t> Ø5 cm · 구 Ø7 cm · </a:t>
              </a:r>
              <a:r>
                <a:rPr sz="1600" b="1" dirty="0" err="1">
                  <a:solidFill>
                    <a:srgbClr val="232323"/>
                  </a:solidFill>
                  <a:latin typeface="Malgun Gothic"/>
                </a:rPr>
                <a:t>측면집기</a:t>
              </a:r>
              <a:r>
                <a:rPr sz="1600" b="1" dirty="0">
                  <a:solidFill>
                    <a:srgbClr val="232323"/>
                  </a:solidFill>
                  <a:latin typeface="Malgun Gothic"/>
                </a:rPr>
                <a:t> </a:t>
              </a:r>
              <a:r>
                <a:rPr sz="1600" b="1" dirty="0" err="1">
                  <a:solidFill>
                    <a:srgbClr val="232323"/>
                  </a:solidFill>
                  <a:latin typeface="Malgun Gothic"/>
                </a:rPr>
                <a:t>두께</a:t>
              </a:r>
              <a:r>
                <a:rPr sz="1600" b="1" dirty="0">
                  <a:solidFill>
                    <a:srgbClr val="232323"/>
                  </a:solidFill>
                  <a:latin typeface="Malgun Gothic"/>
                </a:rPr>
                <a:t> 1.5 cm  |  각 </a:t>
              </a:r>
              <a:r>
                <a:rPr sz="1600" b="1" dirty="0" err="1">
                  <a:solidFill>
                    <a:srgbClr val="232323"/>
                  </a:solidFill>
                  <a:latin typeface="Malgun Gothic"/>
                </a:rPr>
                <a:t>과제</a:t>
              </a:r>
              <a:r>
                <a:rPr sz="1600" b="1" dirty="0">
                  <a:solidFill>
                    <a:srgbClr val="232323"/>
                  </a:solidFill>
                  <a:latin typeface="Malgun Gothic"/>
                </a:rPr>
                <a:t> 8회  |  </a:t>
              </a:r>
              <a:r>
                <a:rPr sz="1600" b="1" dirty="0" err="1">
                  <a:solidFill>
                    <a:srgbClr val="232323"/>
                  </a:solidFill>
                  <a:latin typeface="Malgun Gothic"/>
                </a:rPr>
                <a:t>실패</a:t>
              </a:r>
              <a:r>
                <a:rPr sz="1600" b="1" dirty="0">
                  <a:solidFill>
                    <a:srgbClr val="232323"/>
                  </a:solidFill>
                  <a:latin typeface="Malgun Gothic"/>
                </a:rPr>
                <a:t> </a:t>
              </a:r>
              <a:r>
                <a:rPr sz="1600" b="1" dirty="0" err="1">
                  <a:solidFill>
                    <a:srgbClr val="232323"/>
                  </a:solidFill>
                  <a:latin typeface="Malgun Gothic"/>
                </a:rPr>
                <a:t>trial은</a:t>
              </a:r>
              <a:r>
                <a:rPr sz="1600" b="1" dirty="0">
                  <a:solidFill>
                    <a:srgbClr val="232323"/>
                  </a:solidFill>
                  <a:latin typeface="Malgun Gothic"/>
                </a:rPr>
                <a:t> </a:t>
              </a:r>
              <a:r>
                <a:rPr sz="1600" b="1" dirty="0" err="1">
                  <a:solidFill>
                    <a:srgbClr val="232323"/>
                  </a:solidFill>
                  <a:latin typeface="Malgun Gothic"/>
                </a:rPr>
                <a:t>반복하지</a:t>
              </a:r>
              <a:r>
                <a:rPr sz="1600" b="1" dirty="0">
                  <a:solidFill>
                    <a:srgbClr val="232323"/>
                  </a:solidFill>
                  <a:latin typeface="Malgun Gothic"/>
                </a:rPr>
                <a:t> </a:t>
              </a:r>
              <a:r>
                <a:rPr sz="1600" b="1" dirty="0" err="1">
                  <a:solidFill>
                    <a:srgbClr val="232323"/>
                  </a:solidFill>
                  <a:latin typeface="Malgun Gothic"/>
                </a:rPr>
                <a:t>않음</a:t>
              </a:r>
              <a:endParaRPr lang="en-US" sz="2400" b="1" dirty="0"/>
            </a:p>
          </p:txBody>
        </p:sp>
      </p:grpSp>
      <p:sp>
        <p:nvSpPr>
          <p:cNvPr id="34" name="Text 32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r>
              <a:rPr sz="900" b="0">
                <a:solidFill>
                  <a:srgbClr val="5A646E"/>
                </a:solidFill>
                <a:latin typeface="Malgun Gothic"/>
              </a:rPr>
              <a:t>11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RGB-D 측정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변수와 품질 지표</a:t>
            </a: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>
                <a:solidFill>
                  <a:srgbClr val="232323"/>
                </a:solidFill>
                <a:latin typeface="Malgun Gothic"/>
              </a:rPr>
              <a:t>원본 RGB·Depth·landmark는 보존하고, </a:t>
            </a:r>
            <a:r>
              <a:rPr sz="1800" b="1">
                <a:solidFill>
                  <a:srgbClr val="E20012"/>
                </a:solidFill>
                <a:latin typeface="Malgun Gothic"/>
              </a:rPr>
              <a:t>검증된 변수만 Primary VLM input</a:t>
            </a:r>
            <a:r>
              <a:rPr sz="1800" b="1">
                <a:solidFill>
                  <a:srgbClr val="232323"/>
                </a:solidFill>
                <a:latin typeface="Malgun Gothic"/>
              </a:rPr>
              <a:t>으로 사용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79" y="1761132"/>
            <a:ext cx="4889657" cy="457775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4C5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FE44B7A-761B-2238-0A2C-7E81592E9CD3}"/>
              </a:ext>
            </a:extLst>
          </p:cNvPr>
          <p:cNvGrpSpPr/>
          <p:nvPr/>
        </p:nvGrpSpPr>
        <p:grpSpPr>
          <a:xfrm>
            <a:off x="5486400" y="1947672"/>
            <a:ext cx="6263640" cy="2669360"/>
            <a:chOff x="5257800" y="1783080"/>
            <a:chExt cx="6492240" cy="2852240"/>
          </a:xfrm>
        </p:grpSpPr>
        <p:sp>
          <p:nvSpPr>
            <p:cNvPr id="14" name="Text 12"/>
            <p:cNvSpPr/>
            <p:nvPr/>
          </p:nvSpPr>
          <p:spPr>
            <a:xfrm>
              <a:off x="5257800" y="1783080"/>
              <a:ext cx="2011680" cy="384048"/>
            </a:xfrm>
            <a:prstGeom prst="rect">
              <a:avLst/>
            </a:prstGeom>
            <a:solidFill>
              <a:srgbClr val="29457A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주요 변수</a:t>
              </a:r>
              <a:endParaRPr lang="en-US" sz="22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257800" y="2350008"/>
              <a:ext cx="3017520" cy="548640"/>
            </a:xfrm>
            <a:prstGeom prst="rect">
              <a:avLst/>
            </a:prstGeom>
            <a:solidFill>
              <a:srgbClr val="ECF3F6"/>
            </a:solidFill>
            <a:ln w="12700">
              <a:solidFill>
                <a:srgbClr val="9AAEB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5404104" y="2459736"/>
              <a:ext cx="914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9457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MGA</a:t>
              </a:r>
              <a:endParaRPr lang="en-US" sz="2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025896" y="2404872"/>
              <a:ext cx="220370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sz="1300" b="0" dirty="0" err="1">
                  <a:solidFill>
                    <a:srgbClr val="232323"/>
                  </a:solidFill>
                  <a:latin typeface="Malgun Gothic"/>
                </a:rPr>
                <a:t>접촉</a:t>
              </a:r>
              <a:r>
                <a:rPr sz="1300" b="0" dirty="0">
                  <a:solidFill>
                    <a:srgbClr val="232323"/>
                  </a:solidFill>
                  <a:latin typeface="Malgun Gothic"/>
                </a:rPr>
                <a:t> 전 </a:t>
              </a:r>
              <a:r>
                <a:rPr sz="1300" b="0" dirty="0" err="1">
                  <a:solidFill>
                    <a:srgbClr val="232323"/>
                  </a:solidFill>
                  <a:latin typeface="Malgun Gothic"/>
                </a:rPr>
                <a:t>최대</a:t>
              </a:r>
              <a:r>
                <a:rPr sz="1300" b="0" dirty="0">
                  <a:solidFill>
                    <a:srgbClr val="232323"/>
                  </a:solidFill>
                  <a:latin typeface="Malgun Gothic"/>
                </a:rPr>
                <a:t> </a:t>
              </a:r>
              <a:r>
                <a:rPr sz="1300" b="0" dirty="0" err="1">
                  <a:solidFill>
                    <a:srgbClr val="232323"/>
                  </a:solidFill>
                  <a:latin typeface="Malgun Gothic"/>
                </a:rPr>
                <a:t>엄지</a:t>
              </a:r>
              <a:r>
                <a:rPr sz="1300" b="0" dirty="0">
                  <a:solidFill>
                    <a:srgbClr val="232323"/>
                  </a:solidFill>
                  <a:latin typeface="Malgun Gothic"/>
                </a:rPr>
                <a:t>–</a:t>
              </a:r>
              <a:r>
                <a:rPr sz="1300" b="0" dirty="0" err="1">
                  <a:solidFill>
                    <a:srgbClr val="232323"/>
                  </a:solidFill>
                  <a:latin typeface="Malgun Gothic"/>
                </a:rPr>
                <a:t>검지</a:t>
              </a:r>
              <a:r>
                <a:rPr sz="1300" b="0" dirty="0">
                  <a:solidFill>
                    <a:srgbClr val="232323"/>
                  </a:solidFill>
                  <a:latin typeface="Malgun Gothic"/>
                </a:rPr>
                <a:t> </a:t>
              </a:r>
              <a:r>
                <a:rPr lang="ko-KR" altLang="en-US" sz="1300" b="0" dirty="0">
                  <a:solidFill>
                    <a:srgbClr val="232323"/>
                  </a:solidFill>
                  <a:latin typeface="Malgun Gothic"/>
                </a:rPr>
                <a:t> </a:t>
              </a:r>
              <a:r>
                <a:rPr sz="1300" b="0" dirty="0" err="1">
                  <a:solidFill>
                    <a:srgbClr val="232323"/>
                  </a:solidFill>
                  <a:latin typeface="Malgun Gothic"/>
                </a:rPr>
                <a:t>거리</a:t>
              </a:r>
              <a:endParaRPr lang="en-US" sz="17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257800" y="3236288"/>
              <a:ext cx="3017520" cy="548640"/>
            </a:xfrm>
            <a:prstGeom prst="rect">
              <a:avLst/>
            </a:prstGeom>
            <a:solidFill>
              <a:srgbClr val="ECF3F6"/>
            </a:solidFill>
            <a:ln w="12700">
              <a:solidFill>
                <a:srgbClr val="9AAEB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5404104" y="3346016"/>
              <a:ext cx="914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9457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TMGA</a:t>
              </a:r>
              <a:endParaRPr lang="en-US" sz="2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300216" y="3346016"/>
              <a:ext cx="17830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sz="1300" b="0" dirty="0" err="1">
                  <a:solidFill>
                    <a:srgbClr val="232323"/>
                  </a:solidFill>
                  <a:latin typeface="Malgun Gothic"/>
                </a:rPr>
                <a:t>도달구간</a:t>
              </a:r>
              <a:r>
                <a:rPr sz="1300" b="0" dirty="0">
                  <a:solidFill>
                    <a:srgbClr val="232323"/>
                  </a:solidFill>
                  <a:latin typeface="Malgun Gothic"/>
                </a:rPr>
                <a:t> 내 MGA </a:t>
              </a:r>
              <a:r>
                <a:rPr sz="1300" b="0" dirty="0" err="1">
                  <a:solidFill>
                    <a:srgbClr val="232323"/>
                  </a:solidFill>
                  <a:latin typeface="Malgun Gothic"/>
                </a:rPr>
                <a:t>상대</a:t>
              </a:r>
              <a:r>
                <a:rPr sz="1300" b="0" dirty="0">
                  <a:solidFill>
                    <a:srgbClr val="232323"/>
                  </a:solidFill>
                  <a:latin typeface="Malgun Gothic"/>
                </a:rPr>
                <a:t> </a:t>
              </a:r>
              <a:r>
                <a:rPr sz="1300" b="0" dirty="0" err="1">
                  <a:solidFill>
                    <a:srgbClr val="232323"/>
                  </a:solidFill>
                  <a:latin typeface="Malgun Gothic"/>
                </a:rPr>
                <a:t>발생시점</a:t>
              </a:r>
              <a:r>
                <a:rPr sz="1300" b="0" dirty="0">
                  <a:solidFill>
                    <a:srgbClr val="232323"/>
                  </a:solidFill>
                  <a:latin typeface="Malgun Gothic"/>
                </a:rPr>
                <a:t> (%)</a:t>
              </a:r>
              <a:endParaRPr lang="en-US" sz="17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8503920" y="1783080"/>
              <a:ext cx="2057400" cy="384048"/>
            </a:xfrm>
            <a:prstGeom prst="rect">
              <a:avLst/>
            </a:prstGeom>
            <a:solidFill>
              <a:srgbClr val="777777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품질 변수</a:t>
              </a:r>
              <a:endParaRPr lang="en-US" sz="22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8503920" y="2331720"/>
              <a:ext cx="3246120" cy="566928"/>
            </a:xfrm>
            <a:prstGeom prst="rect">
              <a:avLst/>
            </a:prstGeom>
            <a:solidFill>
              <a:srgbClr val="E8E8E8"/>
            </a:solidFill>
            <a:ln w="12700">
              <a:solidFill>
                <a:srgbClr val="B3B3B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8732520" y="2459736"/>
              <a:ext cx="2788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b="0" dirty="0">
                  <a:solidFill>
                    <a:srgbClr val="232323"/>
                  </a:solidFill>
                  <a:latin typeface="Malgun Gothic"/>
                </a:rPr>
                <a:t>Valid frame ratio</a:t>
              </a:r>
              <a:endParaRPr lang="en-US" sz="28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8503920" y="3218000"/>
              <a:ext cx="3246120" cy="566928"/>
            </a:xfrm>
            <a:prstGeom prst="rect">
              <a:avLst/>
            </a:prstGeom>
            <a:solidFill>
              <a:srgbClr val="E8E8E8"/>
            </a:solidFill>
            <a:ln w="12700">
              <a:solidFill>
                <a:srgbClr val="B3B3B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8503920" y="3282695"/>
              <a:ext cx="3246120" cy="375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sz="2000" b="0" dirty="0">
                  <a:solidFill>
                    <a:srgbClr val="232323"/>
                  </a:solidFill>
                  <a:latin typeface="Malgun Gothic"/>
                </a:rPr>
                <a:t>Longest gap</a:t>
              </a:r>
              <a:endParaRPr lang="en-US" sz="32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8503920" y="4068392"/>
              <a:ext cx="3246120" cy="566928"/>
            </a:xfrm>
            <a:prstGeom prst="rect">
              <a:avLst/>
            </a:prstGeom>
            <a:solidFill>
              <a:srgbClr val="E8E8E8"/>
            </a:solidFill>
            <a:ln w="12700">
              <a:solidFill>
                <a:srgbClr val="B3B3B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8732520" y="4196408"/>
              <a:ext cx="2788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sz="2000" b="0" dirty="0">
                  <a:solidFill>
                    <a:srgbClr val="232323"/>
                  </a:solidFill>
                  <a:latin typeface="Malgun Gothic"/>
                </a:rPr>
                <a:t>window validity</a:t>
              </a:r>
              <a:endParaRPr lang="en-US" sz="3200" dirty="0"/>
            </a:p>
          </p:txBody>
        </p:sp>
      </p:grpSp>
      <p:sp>
        <p:nvSpPr>
          <p:cNvPr id="35" name="Text 33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r>
              <a:rPr sz="900" b="0">
                <a:solidFill>
                  <a:srgbClr val="5A646E"/>
                </a:solidFill>
                <a:latin typeface="Malgun Gothic"/>
              </a:rPr>
              <a:t>12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모델·전문가 평가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[모델 입력과 정답]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>
                <a:solidFill>
                  <a:srgbClr val="232323"/>
                </a:solidFill>
                <a:latin typeface="Malgun Gothic"/>
              </a:rPr>
              <a:t>14프레임은 사람이 고르지 않고 </a:t>
            </a:r>
            <a:r>
              <a:rPr sz="1800" b="1">
                <a:solidFill>
                  <a:srgbClr val="E20012"/>
                </a:solidFill>
                <a:latin typeface="Malgun Gothic"/>
              </a:rPr>
              <a:t>phase별 고정 규칙으로 자동 추출</a:t>
            </a:r>
            <a:r>
              <a:rPr sz="1800" b="1">
                <a:solidFill>
                  <a:srgbClr val="232323"/>
                </a:solidFill>
                <a:latin typeface="Malgun Gothic"/>
              </a:rPr>
              <a:t>하며 전문가 라벨은 blind 유지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80060" y="1938528"/>
            <a:ext cx="5349240" cy="4471416"/>
          </a:xfrm>
          <a:prstGeom prst="rect">
            <a:avLst/>
          </a:prstGeom>
          <a:solidFill>
            <a:srgbClr val="E8F1F5"/>
          </a:solidFill>
          <a:ln w="12700">
            <a:solidFill>
              <a:srgbClr val="4C5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12648" y="1801368"/>
            <a:ext cx="3840480" cy="420624"/>
          </a:xfrm>
          <a:prstGeom prst="rect">
            <a:avLst/>
          </a:prstGeom>
          <a:solidFill>
            <a:srgbClr val="0A2140"/>
          </a:solidFill>
          <a:ln w="12700">
            <a:solidFill>
              <a:srgbClr val="0A21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7512" y="185623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입력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95339" y="4523155"/>
            <a:ext cx="4752974" cy="170080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9050">
            <a:solidFill>
              <a:srgbClr val="8AA6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263640" y="1938528"/>
            <a:ext cx="5349240" cy="4471416"/>
          </a:xfrm>
          <a:prstGeom prst="rect">
            <a:avLst/>
          </a:prstGeom>
          <a:solidFill>
            <a:srgbClr val="F5F7F8"/>
          </a:solidFill>
          <a:ln w="12700">
            <a:solidFill>
              <a:srgbClr val="4C5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373368" y="1801368"/>
            <a:ext cx="3840480" cy="420624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28232" y="185623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Ground Truth</a:t>
            </a:r>
            <a:endParaRPr lang="en-US" sz="1800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0BA973F-F84E-38F0-8914-A748DAAC9495}"/>
              </a:ext>
            </a:extLst>
          </p:cNvPr>
          <p:cNvGrpSpPr/>
          <p:nvPr/>
        </p:nvGrpSpPr>
        <p:grpSpPr>
          <a:xfrm>
            <a:off x="6537960" y="2450592"/>
            <a:ext cx="4754880" cy="585216"/>
            <a:chOff x="6537960" y="2450592"/>
            <a:chExt cx="4754880" cy="585216"/>
          </a:xfrm>
        </p:grpSpPr>
        <p:sp>
          <p:nvSpPr>
            <p:cNvPr id="25" name="Shape 23"/>
            <p:cNvSpPr/>
            <p:nvPr/>
          </p:nvSpPr>
          <p:spPr>
            <a:xfrm>
              <a:off x="6537960" y="2450592"/>
              <a:ext cx="4754880" cy="585216"/>
            </a:xfrm>
            <a:prstGeom prst="rect">
              <a:avLst/>
            </a:prstGeom>
            <a:solidFill>
              <a:srgbClr val="EDF2F5"/>
            </a:solidFill>
            <a:ln w="12700">
              <a:solidFill>
                <a:srgbClr val="A6B4B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6748272" y="2578608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900" b="1" dirty="0">
                  <a:solidFill>
                    <a:srgbClr val="29457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파지 형태</a:t>
              </a:r>
              <a:endParaRPr lang="en-US" sz="19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8458200" y="2578608"/>
              <a:ext cx="2514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800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완료 / 미완료</a:t>
              </a:r>
              <a:endParaRPr lang="en-US" sz="1800" dirty="0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F89FBF1-405A-6DB2-2DAC-60F49F935201}"/>
              </a:ext>
            </a:extLst>
          </p:cNvPr>
          <p:cNvGrpSpPr/>
          <p:nvPr/>
        </p:nvGrpSpPr>
        <p:grpSpPr>
          <a:xfrm>
            <a:off x="6537960" y="3383280"/>
            <a:ext cx="4754880" cy="585216"/>
            <a:chOff x="6537960" y="3236976"/>
            <a:chExt cx="4754880" cy="585216"/>
          </a:xfrm>
        </p:grpSpPr>
        <p:sp>
          <p:nvSpPr>
            <p:cNvPr id="28" name="Shape 26"/>
            <p:cNvSpPr/>
            <p:nvPr/>
          </p:nvSpPr>
          <p:spPr>
            <a:xfrm>
              <a:off x="6537960" y="3236976"/>
              <a:ext cx="4754880" cy="585216"/>
            </a:xfrm>
            <a:prstGeom prst="rect">
              <a:avLst/>
            </a:prstGeom>
            <a:solidFill>
              <a:srgbClr val="EDF2F5"/>
            </a:solidFill>
            <a:ln w="12700">
              <a:solidFill>
                <a:srgbClr val="A6B4B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6748272" y="3364992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900" b="1" dirty="0">
                  <a:solidFill>
                    <a:srgbClr val="29457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2초 유지</a:t>
              </a:r>
              <a:endParaRPr lang="en-US" sz="19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8458200" y="3364992"/>
              <a:ext cx="2514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800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완료 / 미완료</a:t>
              </a:r>
              <a:endParaRPr lang="en-US" sz="18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6F344F9-B80F-5128-AD05-D7CBCE685BA1}"/>
              </a:ext>
            </a:extLst>
          </p:cNvPr>
          <p:cNvGrpSpPr/>
          <p:nvPr/>
        </p:nvGrpSpPr>
        <p:grpSpPr>
          <a:xfrm>
            <a:off x="6537960" y="4318409"/>
            <a:ext cx="4754880" cy="585216"/>
            <a:chOff x="6537960" y="4023360"/>
            <a:chExt cx="4754880" cy="585216"/>
          </a:xfrm>
        </p:grpSpPr>
        <p:sp>
          <p:nvSpPr>
            <p:cNvPr id="31" name="Shape 29"/>
            <p:cNvSpPr/>
            <p:nvPr/>
          </p:nvSpPr>
          <p:spPr>
            <a:xfrm>
              <a:off x="6537960" y="4023360"/>
              <a:ext cx="4754880" cy="585216"/>
            </a:xfrm>
            <a:prstGeom prst="rect">
              <a:avLst/>
            </a:prstGeom>
            <a:solidFill>
              <a:srgbClr val="EDF2F5"/>
            </a:solidFill>
            <a:ln w="12700">
              <a:solidFill>
                <a:srgbClr val="A6B4B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6748272" y="4151376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900" b="1" dirty="0">
                  <a:solidFill>
                    <a:srgbClr val="29457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능동 해제</a:t>
              </a:r>
              <a:endParaRPr lang="en-US" sz="19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8458200" y="4151376"/>
              <a:ext cx="2514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800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완료 / 미완료</a:t>
              </a:r>
              <a:endParaRPr lang="en-US" sz="1800" dirty="0"/>
            </a:p>
          </p:txBody>
        </p:sp>
      </p:grpSp>
      <p:sp>
        <p:nvSpPr>
          <p:cNvPr id="34" name="Text 32"/>
          <p:cNvSpPr/>
          <p:nvPr/>
        </p:nvSpPr>
        <p:spPr>
          <a:xfrm>
            <a:off x="6675120" y="5611309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= 파지 실패   ·   1 = 유지/해제 미완료   ·   2 = 모두 완료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r>
              <a:rPr sz="900" b="0">
                <a:solidFill>
                  <a:srgbClr val="5A646E"/>
                </a:solidFill>
                <a:latin typeface="Malgun Gothic"/>
              </a:rPr>
              <a:t>13</a:t>
            </a:r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6412949" y="5079379"/>
            <a:ext cx="4913461" cy="338554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1600" b="1" dirty="0" err="1">
                <a:solidFill>
                  <a:srgbClr val="E20012"/>
                </a:solidFill>
                <a:latin typeface="Malgun Gothic"/>
              </a:rPr>
              <a:t>전문가</a:t>
            </a:r>
            <a:r>
              <a:rPr sz="1600" b="1" dirty="0">
                <a:solidFill>
                  <a:srgbClr val="E20012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E20012"/>
                </a:solidFill>
                <a:latin typeface="Malgun Gothic"/>
              </a:rPr>
              <a:t>독립</a:t>
            </a:r>
            <a:r>
              <a:rPr sz="1600" b="1" dirty="0">
                <a:solidFill>
                  <a:srgbClr val="E20012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E20012"/>
                </a:solidFill>
                <a:latin typeface="Malgun Gothic"/>
              </a:rPr>
              <a:t>판독</a:t>
            </a:r>
            <a:r>
              <a:rPr sz="1600" b="1" dirty="0">
                <a:solidFill>
                  <a:srgbClr val="E20012"/>
                </a:solidFill>
                <a:latin typeface="Malgun Gothic"/>
              </a:rPr>
              <a:t> · VLM </a:t>
            </a:r>
            <a:r>
              <a:rPr sz="1600" b="1" dirty="0" err="1">
                <a:solidFill>
                  <a:srgbClr val="E20012"/>
                </a:solidFill>
                <a:latin typeface="Malgun Gothic"/>
              </a:rPr>
              <a:t>결과·운동학·FMA에</a:t>
            </a:r>
            <a:r>
              <a:rPr sz="1600" b="1" dirty="0">
                <a:solidFill>
                  <a:srgbClr val="E20012"/>
                </a:solidFill>
                <a:latin typeface="Malgun Gothic"/>
              </a:rPr>
              <a:t> blind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BCC54B-5301-F906-D73C-1759A66C55F2}"/>
              </a:ext>
            </a:extLst>
          </p:cNvPr>
          <p:cNvSpPr txBox="1"/>
          <p:nvPr/>
        </p:nvSpPr>
        <p:spPr>
          <a:xfrm>
            <a:off x="688848" y="2450592"/>
            <a:ext cx="39212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b="1"/>
              <a:t>Acquisition 6장</a:t>
            </a:r>
            <a:br>
              <a:rPr lang="ko-KR" altLang="ko-KR"/>
            </a:br>
            <a:r>
              <a:rPr lang="ko-KR" altLang="ko-KR"/>
              <a:t>0 / 20 / 40 / 60 / 80 / 100%</a:t>
            </a:r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1CA67A-A6E4-2FE1-8A81-D557D25964EA}"/>
              </a:ext>
            </a:extLst>
          </p:cNvPr>
          <p:cNvSpPr txBox="1"/>
          <p:nvPr/>
        </p:nvSpPr>
        <p:spPr>
          <a:xfrm>
            <a:off x="688848" y="3172735"/>
            <a:ext cx="24669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b="1" dirty="0" err="1"/>
              <a:t>Hold</a:t>
            </a:r>
            <a:r>
              <a:rPr lang="ko-KR" altLang="ko-KR" b="1" dirty="0"/>
              <a:t> 2장</a:t>
            </a:r>
            <a:br>
              <a:rPr lang="ko-KR" altLang="ko-KR" dirty="0"/>
            </a:br>
            <a:r>
              <a:rPr lang="ko-KR" altLang="ko-KR" dirty="0"/>
              <a:t>+0.5 </a:t>
            </a:r>
            <a:r>
              <a:rPr lang="ko-KR" altLang="ko-KR" dirty="0" err="1"/>
              <a:t>s</a:t>
            </a:r>
            <a:r>
              <a:rPr lang="ko-KR" altLang="ko-KR" dirty="0"/>
              <a:t> / +1.5 </a:t>
            </a:r>
            <a:r>
              <a:rPr lang="ko-KR" altLang="ko-KR" dirty="0" err="1"/>
              <a:t>s</a:t>
            </a:r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3FF1D1-B1EA-FCE3-54BD-F78D995F7ECC}"/>
              </a:ext>
            </a:extLst>
          </p:cNvPr>
          <p:cNvSpPr txBox="1"/>
          <p:nvPr/>
        </p:nvSpPr>
        <p:spPr>
          <a:xfrm>
            <a:off x="688848" y="3876823"/>
            <a:ext cx="3840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b="1" dirty="0" err="1"/>
              <a:t>Release</a:t>
            </a:r>
            <a:r>
              <a:rPr lang="ko-KR" altLang="ko-KR" b="1" dirty="0"/>
              <a:t> 6장</a:t>
            </a:r>
            <a:br>
              <a:rPr lang="ko-KR" altLang="ko-KR" dirty="0"/>
            </a:br>
            <a:r>
              <a:rPr lang="ko-KR" altLang="ko-KR" dirty="0"/>
              <a:t>0 / 0.4 / 0.8 / 1.2 / 1.6 / 2.0 </a:t>
            </a:r>
            <a:r>
              <a:rPr lang="ko-KR" altLang="ko-KR" dirty="0" err="1"/>
              <a:t>s</a:t>
            </a:r>
            <a:endParaRPr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68342" y="22677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D41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 분석 방법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287214" y="29169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주 분석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287214" y="3429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보조 분석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287214" y="39410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예상 해석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 rot="1080000">
            <a:off x="2514600" y="3703320"/>
            <a:ext cx="1143000" cy="941832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 rot="1080000">
            <a:off x="2971800" y="2971800"/>
            <a:ext cx="621792" cy="502920"/>
          </a:xfrm>
          <a:prstGeom prst="chevron">
            <a:avLst/>
          </a:prstGeom>
          <a:solidFill>
            <a:srgbClr val="08A7D8">
              <a:alpha val="75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 rot="1080000">
            <a:off x="0" y="5074920"/>
            <a:ext cx="2514600" cy="1508760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 rot="1080000">
            <a:off x="45720" y="5440680"/>
            <a:ext cx="2697480" cy="1051560"/>
          </a:xfrm>
          <a:prstGeom prst="chevron">
            <a:avLst/>
          </a:prstGeom>
          <a:solidFill>
            <a:srgbClr val="08A7D8">
              <a:alpha val="30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r>
              <a:rPr sz="900" b="0">
                <a:solidFill>
                  <a:srgbClr val="5A646E"/>
                </a:solidFill>
                <a:latin typeface="Malgun Gothic"/>
              </a:rPr>
              <a:t>14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 분석 방법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주 분석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[분석 방법]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232323"/>
                </a:solidFill>
                <a:latin typeface="Malgun Gothic"/>
              </a:rPr>
              <a:t>trial 수가 아니라 </a:t>
            </a:r>
            <a:r>
              <a:rPr sz="2000" b="1">
                <a:solidFill>
                  <a:srgbClr val="E20012"/>
                </a:solidFill>
                <a:latin typeface="Malgun Gothic"/>
              </a:rPr>
              <a:t>환자 N=15</a:t>
            </a:r>
            <a:r>
              <a:rPr sz="2000" b="1">
                <a:solidFill>
                  <a:srgbClr val="232323"/>
                </a:solidFill>
                <a:latin typeface="Malgun Gothic"/>
              </a:rPr>
              <a:t>를 독립 단위로 두고 A3와 A1을 paired comparison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33400" y="2390013"/>
            <a:ext cx="2255520" cy="1417320"/>
          </a:xfrm>
          <a:prstGeom prst="chevron">
            <a:avLst/>
          </a:prstGeom>
          <a:solidFill>
            <a:srgbClr val="D8EAF0">
              <a:alpha val="8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9" name="Text 7"/>
          <p:cNvSpPr/>
          <p:nvPr/>
        </p:nvSpPr>
        <p:spPr>
          <a:xfrm>
            <a:off x="804672" y="26334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94A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Trial</a:t>
            </a:r>
            <a:r>
              <a:rPr lang="ko-KR" altLang="en-US" sz="2400" b="1" dirty="0">
                <a:solidFill>
                  <a:srgbClr val="294A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 오차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0120" y="2975229"/>
            <a:ext cx="17739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dirty="0">
                <a:solidFill>
                  <a:srgbClr val="46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</a:t>
            </a:r>
            <a:r>
              <a:rPr lang="en-US" altLang="ko-KR" sz="1600" dirty="0">
                <a:solidFill>
                  <a:srgbClr val="46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0/1/2 ↔ </a:t>
            </a:r>
            <a:r>
              <a:rPr lang="en-US" sz="1600" dirty="0">
                <a:solidFill>
                  <a:srgbClr val="46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A1–A4/A0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71800" y="3108960"/>
            <a:ext cx="548640" cy="0"/>
          </a:xfrm>
          <a:prstGeom prst="line">
            <a:avLst/>
          </a:prstGeom>
          <a:noFill/>
          <a:ln w="25400">
            <a:solidFill>
              <a:srgbClr val="2945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2" name="Shape 10"/>
          <p:cNvSpPr/>
          <p:nvPr/>
        </p:nvSpPr>
        <p:spPr>
          <a:xfrm>
            <a:off x="3267075" y="2395728"/>
            <a:ext cx="2402205" cy="1417320"/>
          </a:xfrm>
          <a:prstGeom prst="chevron">
            <a:avLst/>
          </a:prstGeom>
          <a:solidFill>
            <a:srgbClr val="B8DCE7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3" name="Text 11"/>
          <p:cNvSpPr/>
          <p:nvPr/>
        </p:nvSpPr>
        <p:spPr>
          <a:xfrm>
            <a:off x="3685032" y="26334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400" b="1" dirty="0">
                <a:solidFill>
                  <a:srgbClr val="294A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과제별 </a:t>
            </a:r>
            <a:r>
              <a:rPr lang="en-US" sz="2400" b="1" dirty="0">
                <a:solidFill>
                  <a:srgbClr val="294A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03320" y="30723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ko-KR" sz="1600" dirty="0"/>
              <a:t>과제당 8회</a:t>
            </a:r>
            <a:br>
              <a:rPr lang="ko-KR" altLang="ko-KR" sz="1600" dirty="0"/>
            </a:br>
            <a:r>
              <a:rPr lang="ko-KR" altLang="ko-KR" sz="1600" b="1" dirty="0" err="1"/>
              <a:t>trial</a:t>
            </a:r>
            <a:r>
              <a:rPr lang="ko-KR" altLang="ko-KR" sz="1600" b="1" dirty="0"/>
              <a:t> </a:t>
            </a:r>
            <a:r>
              <a:rPr lang="ko-KR" altLang="ko-KR" sz="1600" b="1" dirty="0" err="1"/>
              <a:t>error</a:t>
            </a:r>
            <a:r>
              <a:rPr lang="ko-KR" altLang="ko-KR" sz="1600" b="1" dirty="0"/>
              <a:t> 평균</a:t>
            </a:r>
            <a:endParaRPr lang="pt-BR" sz="1600" dirty="0"/>
          </a:p>
        </p:txBody>
      </p:sp>
      <p:sp>
        <p:nvSpPr>
          <p:cNvPr id="15" name="Shape 13"/>
          <p:cNvSpPr/>
          <p:nvPr/>
        </p:nvSpPr>
        <p:spPr>
          <a:xfrm>
            <a:off x="5870448" y="3108960"/>
            <a:ext cx="548640" cy="0"/>
          </a:xfrm>
          <a:prstGeom prst="line">
            <a:avLst/>
          </a:prstGeom>
          <a:noFill/>
          <a:ln w="25400">
            <a:solidFill>
              <a:srgbClr val="2945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6" name="Shape 14"/>
          <p:cNvSpPr/>
          <p:nvPr/>
        </p:nvSpPr>
        <p:spPr>
          <a:xfrm>
            <a:off x="5956296" y="2395728"/>
            <a:ext cx="2774184" cy="1417320"/>
          </a:xfrm>
          <a:prstGeom prst="chevron">
            <a:avLst/>
          </a:prstGeom>
          <a:solidFill>
            <a:srgbClr val="87C6D7">
              <a:alpha val="5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7" name="Text 15"/>
          <p:cNvSpPr/>
          <p:nvPr/>
        </p:nvSpPr>
        <p:spPr>
          <a:xfrm>
            <a:off x="6565392" y="26334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94A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환자별 MAE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83680" y="30723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400" dirty="0"/>
              <a:t>4</a:t>
            </a:r>
            <a:r>
              <a:rPr lang="ko-KR" altLang="ko-KR" sz="1400" dirty="0"/>
              <a:t>과제 MAE</a:t>
            </a:r>
            <a:br>
              <a:rPr lang="ko-KR" altLang="ko-KR" sz="1400" dirty="0"/>
            </a:br>
            <a:r>
              <a:rPr lang="ko-KR" altLang="ko-KR" sz="1400" b="1" dirty="0"/>
              <a:t>동일 가중 평균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34560" y="3108960"/>
            <a:ext cx="548640" cy="0"/>
          </a:xfrm>
          <a:prstGeom prst="line">
            <a:avLst/>
          </a:prstGeom>
          <a:noFill/>
          <a:ln w="25400">
            <a:solidFill>
              <a:srgbClr val="2945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3" name="Shape 21"/>
          <p:cNvSpPr/>
          <p:nvPr/>
        </p:nvSpPr>
        <p:spPr>
          <a:xfrm>
            <a:off x="777240" y="4480560"/>
            <a:ext cx="10652760" cy="1051560"/>
          </a:xfrm>
          <a:prstGeom prst="rect">
            <a:avLst/>
          </a:prstGeom>
          <a:solidFill>
            <a:srgbClr val="F7F9FA"/>
          </a:solidFill>
          <a:ln w="12700">
            <a:solidFill>
              <a:srgbClr val="CBD5DB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4" name="Text 22"/>
          <p:cNvSpPr/>
          <p:nvPr/>
        </p:nvSpPr>
        <p:spPr>
          <a:xfrm>
            <a:off x="1051560" y="46817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121408" y="467791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1400" dirty="0" err="1"/>
              <a:t>환자별</a:t>
            </a:r>
            <a:r>
              <a:rPr lang="ko-KR" altLang="ko-KR" sz="1400" dirty="0"/>
              <a:t> </a:t>
            </a:r>
            <a:r>
              <a:rPr lang="ko-KR" altLang="ko-KR" sz="1400" dirty="0" err="1"/>
              <a:t>ΔMAE의</a:t>
            </a:r>
            <a:r>
              <a:rPr lang="ko-KR" altLang="ko-KR" sz="1400" dirty="0"/>
              <a:t> 평균 차이</a:t>
            </a:r>
            <a:br>
              <a:rPr lang="ko-KR" altLang="ko-KR" sz="1400" dirty="0"/>
            </a:br>
            <a:r>
              <a:rPr lang="ko-KR" altLang="ko-KR" sz="1400" b="1" dirty="0" err="1"/>
              <a:t>participant-level</a:t>
            </a:r>
            <a:r>
              <a:rPr lang="ko-KR" altLang="ko-KR" sz="1400" b="1" dirty="0"/>
              <a:t> </a:t>
            </a:r>
            <a:r>
              <a:rPr lang="ko-KR" altLang="ko-KR" sz="1400" b="1" dirty="0" err="1"/>
              <a:t>paired</a:t>
            </a:r>
            <a:r>
              <a:rPr lang="ko-KR" altLang="ko-KR" sz="1400" b="1" dirty="0"/>
              <a:t> </a:t>
            </a:r>
            <a:r>
              <a:rPr lang="ko-KR" altLang="ko-KR" sz="1400" b="1" dirty="0" err="1"/>
              <a:t>bootstrap</a:t>
            </a:r>
            <a:r>
              <a:rPr lang="ko-KR" altLang="ko-KR" sz="1400" b="1" dirty="0"/>
              <a:t> 95% CI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803392" y="4681728"/>
            <a:ext cx="13355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Secondary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309389" y="4594859"/>
            <a:ext cx="3615785" cy="75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1400" dirty="0" err="1"/>
              <a:t>Exact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agreement</a:t>
            </a:r>
            <a:r>
              <a:rPr lang="ko-KR" altLang="ko-KR" sz="1400" dirty="0"/>
              <a:t> · </a:t>
            </a:r>
            <a:r>
              <a:rPr lang="ko-KR" altLang="ko-KR" sz="1400" dirty="0" err="1"/>
              <a:t>weighted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κ</a:t>
            </a:r>
            <a:br>
              <a:rPr lang="ko-KR" altLang="ko-KR" sz="1400" dirty="0"/>
            </a:br>
            <a:r>
              <a:rPr lang="ko-KR" altLang="ko-KR" sz="1400" dirty="0" err="1"/>
              <a:t>Gradable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rate</a:t>
            </a:r>
            <a:r>
              <a:rPr lang="ko-KR" altLang="ko-KR" sz="1400" dirty="0"/>
              <a:t> · 파지/유지/해제별 정확도</a:t>
            </a:r>
            <a:br>
              <a:rPr lang="ko-KR" altLang="ko-KR" sz="1400" dirty="0"/>
            </a:br>
            <a:r>
              <a:rPr lang="ko-KR" altLang="ko-KR" sz="1400" b="1" dirty="0"/>
              <a:t>3-run </a:t>
            </a:r>
            <a:r>
              <a:rPr lang="ko-KR" altLang="ko-KR" sz="1400" b="1" dirty="0" err="1"/>
              <a:t>consistency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9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r>
              <a:rPr sz="1000" b="0">
                <a:solidFill>
                  <a:srgbClr val="5A646E"/>
                </a:solidFill>
                <a:latin typeface="Malgun Gothic"/>
              </a:rPr>
              <a:t>15</a:t>
            </a:r>
            <a:endParaRPr lang="en-US" sz="100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91333C0D-B4FB-0170-97CB-FB919D415E4A}"/>
              </a:ext>
            </a:extLst>
          </p:cNvPr>
          <p:cNvSpPr/>
          <p:nvPr/>
        </p:nvSpPr>
        <p:spPr>
          <a:xfrm>
            <a:off x="8655816" y="2400300"/>
            <a:ext cx="2774184" cy="1417320"/>
          </a:xfrm>
          <a:prstGeom prst="chevron">
            <a:avLst/>
          </a:prstGeom>
          <a:solidFill>
            <a:srgbClr val="87C6D7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E3CCB0E8-3A51-5CBA-D23B-900E2A7AEB14}"/>
              </a:ext>
            </a:extLst>
          </p:cNvPr>
          <p:cNvSpPr/>
          <p:nvPr/>
        </p:nvSpPr>
        <p:spPr>
          <a:xfrm>
            <a:off x="9264912" y="263804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94A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contrast</a:t>
            </a:r>
            <a:endParaRPr lang="en-US" sz="240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ECE7FD63-41FC-8305-9E42-04676821BECD}"/>
              </a:ext>
            </a:extLst>
          </p:cNvPr>
          <p:cNvSpPr/>
          <p:nvPr/>
        </p:nvSpPr>
        <p:spPr>
          <a:xfrm>
            <a:off x="9193272" y="328174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ko-KR" sz="1400" b="1" dirty="0"/>
              <a:t>ΔMAEᵢ = A3 − A1</a:t>
            </a:r>
            <a:br>
              <a:rPr lang="ko-KR" altLang="ko-KR" sz="1400" dirty="0"/>
            </a:br>
            <a:r>
              <a:rPr lang="ko-KR" altLang="ko-KR" sz="1400" b="1" dirty="0"/>
              <a:t>ΔMAE &lt; 0 = 개선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 분석 방법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예상 해석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[예상 결과 해석]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400" b="1">
                <a:solidFill>
                  <a:srgbClr val="232323"/>
                </a:solidFill>
                <a:latin typeface="Malgun Gothic"/>
              </a:rPr>
              <a:t>“VLM이 좋아야 한다”가 아니라 </a:t>
            </a:r>
            <a:r>
              <a:rPr sz="2400" b="1">
                <a:solidFill>
                  <a:srgbClr val="E20012"/>
                </a:solidFill>
                <a:latin typeface="Malgun Gothic"/>
              </a:rPr>
              <a:t>영상·수치·참조정보의 실제 기여</a:t>
            </a:r>
            <a:r>
              <a:rPr sz="2400" b="1">
                <a:solidFill>
                  <a:srgbClr val="232323"/>
                </a:solidFill>
                <a:latin typeface="Malgun Gothic"/>
              </a:rPr>
              <a:t>를 분리해 검증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1874520" cy="548640"/>
          </a:xfrm>
          <a:prstGeom prst="rect">
            <a:avLst/>
          </a:prstGeom>
          <a:solidFill>
            <a:srgbClr val="E8F1F5"/>
          </a:solidFill>
          <a:ln w="12700">
            <a:solidFill>
              <a:srgbClr val="9AADB9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/>
          <p:nvPr/>
        </p:nvSpPr>
        <p:spPr>
          <a:xfrm>
            <a:off x="1051560" y="21305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&lt; A1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54680" y="2103120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0">
                <a:solidFill>
                  <a:srgbClr val="232323"/>
                </a:solidFill>
                <a:latin typeface="Malgun Gothic"/>
              </a:rPr>
              <a:t>운동학 수치가 영상-only의 fine-motion 부족을 보완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914400" y="2770632"/>
            <a:ext cx="1874520" cy="548640"/>
          </a:xfrm>
          <a:prstGeom prst="rect">
            <a:avLst/>
          </a:prstGeom>
          <a:solidFill>
            <a:srgbClr val="E8F1F5"/>
          </a:solidFill>
          <a:ln w="12700">
            <a:solidFill>
              <a:srgbClr val="9AADB9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1051560" y="28895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&lt; A2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154680" y="2862072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0">
                <a:solidFill>
                  <a:srgbClr val="232323"/>
                </a:solidFill>
                <a:latin typeface="Malgun Gothic"/>
              </a:rPr>
              <a:t>건강인 참조가 환자 수치 해석에 추가 문맥 제공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914400" y="3529584"/>
            <a:ext cx="1874520" cy="548640"/>
          </a:xfrm>
          <a:prstGeom prst="rect">
            <a:avLst/>
          </a:prstGeom>
          <a:solidFill>
            <a:srgbClr val="29457A"/>
          </a:solidFill>
          <a:ln w="12700">
            <a:solidFill>
              <a:srgbClr val="9AADB9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Text 13"/>
          <p:cNvSpPr/>
          <p:nvPr/>
        </p:nvSpPr>
        <p:spPr>
          <a:xfrm>
            <a:off x="1051560" y="36484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&lt; A4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154680" y="3621024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0">
                <a:solidFill>
                  <a:srgbClr val="232323"/>
                </a:solidFill>
                <a:latin typeface="Malgun Gothic"/>
              </a:rPr>
              <a:t>수치만으로 설명되지 않는 시각적 파지 정보가 존재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914400" y="4288536"/>
            <a:ext cx="1874520" cy="548640"/>
          </a:xfrm>
          <a:prstGeom prst="rect">
            <a:avLst/>
          </a:prstGeom>
          <a:solidFill>
            <a:srgbClr val="E8F1F5"/>
          </a:solidFill>
          <a:ln w="12700">
            <a:solidFill>
              <a:srgbClr val="9AADB9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Text 16"/>
          <p:cNvSpPr/>
          <p:nvPr/>
        </p:nvSpPr>
        <p:spPr>
          <a:xfrm>
            <a:off x="1051560" y="44074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≈ A0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154680" y="4379976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0">
                <a:solidFill>
                  <a:srgbClr val="232323"/>
                </a:solidFill>
                <a:latin typeface="Malgun Gothic"/>
              </a:rPr>
              <a:t>A3≈A0이면 복잡한 VLM의 추가 채점 이익이 제한적이라는 결과도 의미 있음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14400" y="5756148"/>
            <a:ext cx="101679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800" b="1" dirty="0">
                <a:solidFill>
                  <a:srgbClr val="E20012"/>
                </a:solidFill>
                <a:latin typeface="Malgun Gothic"/>
              </a:rPr>
              <a:t>핵심 기여</a:t>
            </a:r>
            <a:r>
              <a:rPr lang="en-US" altLang="ko-KR" sz="2800" b="1" dirty="0">
                <a:solidFill>
                  <a:srgbClr val="E20012"/>
                </a:solidFill>
                <a:latin typeface="Malgun Gothic"/>
              </a:rPr>
              <a:t>: </a:t>
            </a:r>
            <a:r>
              <a:rPr lang="ko-KR" altLang="en-US" sz="2800" b="1" dirty="0">
                <a:solidFill>
                  <a:srgbClr val="E20012"/>
                </a:solidFill>
                <a:latin typeface="Malgun Gothic"/>
              </a:rPr>
              <a:t>성능 우열뿐 아니라 “왜 </a:t>
            </a:r>
            <a:r>
              <a:rPr lang="en-US" altLang="ko-KR" sz="2800" b="1" dirty="0">
                <a:solidFill>
                  <a:srgbClr val="E20012"/>
                </a:solidFill>
                <a:latin typeface="Malgun Gothic"/>
              </a:rPr>
              <a:t>VLM</a:t>
            </a:r>
            <a:r>
              <a:rPr lang="ko-KR" altLang="en-US" sz="2800" b="1" dirty="0">
                <a:solidFill>
                  <a:srgbClr val="E20012"/>
                </a:solidFill>
                <a:latin typeface="Malgun Gothic"/>
              </a:rPr>
              <a:t>을 써야 </a:t>
            </a:r>
            <a:r>
              <a:rPr lang="ko-KR" altLang="en-US" sz="2800" b="1" dirty="0" err="1">
                <a:solidFill>
                  <a:srgbClr val="E20012"/>
                </a:solidFill>
                <a:latin typeface="Malgun Gothic"/>
              </a:rPr>
              <a:t>하는가”를</a:t>
            </a:r>
            <a:r>
              <a:rPr lang="ko-KR" altLang="en-US" sz="2800" b="1" dirty="0">
                <a:solidFill>
                  <a:srgbClr val="E20012"/>
                </a:solidFill>
                <a:latin typeface="Malgun Gothic"/>
              </a:rPr>
              <a:t> </a:t>
            </a:r>
            <a:r>
              <a:rPr lang="en-US" altLang="ko-KR" sz="2800" b="1" dirty="0">
                <a:solidFill>
                  <a:srgbClr val="E20012"/>
                </a:solidFill>
                <a:latin typeface="Malgun Gothic"/>
              </a:rPr>
              <a:t>ablation</a:t>
            </a:r>
            <a:r>
              <a:rPr lang="ko-KR" altLang="en-US" sz="2800" b="1" dirty="0">
                <a:solidFill>
                  <a:srgbClr val="E20012"/>
                </a:solidFill>
                <a:latin typeface="Malgun Gothic"/>
              </a:rPr>
              <a:t>과 </a:t>
            </a:r>
            <a:r>
              <a:rPr lang="en-US" altLang="ko-KR" sz="2800" b="1" dirty="0">
                <a:solidFill>
                  <a:srgbClr val="E20012"/>
                </a:solidFill>
                <a:latin typeface="Malgun Gothic"/>
              </a:rPr>
              <a:t>numerical baseline</a:t>
            </a:r>
            <a:r>
              <a:rPr lang="ko-KR" altLang="en-US" sz="2800" b="1" dirty="0">
                <a:solidFill>
                  <a:srgbClr val="E20012"/>
                </a:solidFill>
                <a:latin typeface="Malgun Gothic"/>
              </a:rPr>
              <a:t>으로 직접 검증</a:t>
            </a:r>
            <a:endParaRPr lang="ko-KR" alt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r>
              <a:rPr sz="1050" b="0">
                <a:solidFill>
                  <a:srgbClr val="5A646E"/>
                </a:solidFill>
                <a:latin typeface="Malgun Gothic"/>
              </a:rPr>
              <a:t>16</a:t>
            </a:r>
            <a:endParaRPr lang="en-US" sz="1050"/>
          </a:p>
        </p:txBody>
      </p:sp>
      <p:sp>
        <p:nvSpPr>
          <p:cNvPr id="26" name="TextBox 25"/>
          <p:cNvSpPr txBox="1"/>
          <p:nvPr/>
        </p:nvSpPr>
        <p:spPr>
          <a:xfrm>
            <a:off x="1369028" y="4942220"/>
            <a:ext cx="965264" cy="338554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1600" b="1">
                <a:solidFill>
                  <a:srgbClr val="0D284F"/>
                </a:solidFill>
                <a:latin typeface="Malgun Gothic"/>
              </a:rPr>
              <a:t>A3 &lt; A0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942219"/>
            <a:ext cx="6015045" cy="338554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1600" b="0" dirty="0" err="1">
                <a:solidFill>
                  <a:srgbClr val="232323"/>
                </a:solidFill>
                <a:latin typeface="Malgun Gothic"/>
              </a:rPr>
              <a:t>멀티모달</a:t>
            </a:r>
            <a:r>
              <a:rPr sz="1600" b="0" dirty="0">
                <a:solidFill>
                  <a:srgbClr val="232323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232323"/>
                </a:solidFill>
                <a:latin typeface="Malgun Gothic"/>
              </a:rPr>
              <a:t>VLM이</a:t>
            </a:r>
            <a:r>
              <a:rPr sz="1600" b="0" dirty="0">
                <a:solidFill>
                  <a:srgbClr val="232323"/>
                </a:solidFill>
                <a:latin typeface="Malgun Gothic"/>
              </a:rPr>
              <a:t> numerical-only </a:t>
            </a:r>
            <a:r>
              <a:rPr sz="1600" b="0" dirty="0" err="1">
                <a:solidFill>
                  <a:srgbClr val="232323"/>
                </a:solidFill>
                <a:latin typeface="Malgun Gothic"/>
              </a:rPr>
              <a:t>baseline보다</a:t>
            </a:r>
            <a:r>
              <a:rPr sz="1600" b="0" dirty="0">
                <a:solidFill>
                  <a:srgbClr val="232323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232323"/>
                </a:solidFill>
                <a:latin typeface="Malgun Gothic"/>
              </a:rPr>
              <a:t>추가</a:t>
            </a:r>
            <a:r>
              <a:rPr sz="1600" b="0" dirty="0">
                <a:solidFill>
                  <a:srgbClr val="232323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232323"/>
                </a:solidFill>
                <a:latin typeface="Malgun Gothic"/>
              </a:rPr>
              <a:t>가치를</a:t>
            </a:r>
            <a:r>
              <a:rPr sz="1600" b="0" dirty="0">
                <a:solidFill>
                  <a:srgbClr val="232323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232323"/>
                </a:solidFill>
                <a:latin typeface="Malgun Gothic"/>
              </a:rPr>
              <a:t>제공</a:t>
            </a:r>
            <a:endParaRPr sz="1600" b="0" dirty="0">
              <a:solidFill>
                <a:srgbClr val="232323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V. 참고문헌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Text 2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[핵심 참고문헌]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74179" y="1292732"/>
            <a:ext cx="10835640" cy="5172075"/>
          </a:xfrm>
          <a:prstGeom prst="rect">
            <a:avLst/>
          </a:prstGeom>
          <a:solidFill>
            <a:srgbClr val="F7FAFB"/>
          </a:solidFill>
          <a:ln w="12700">
            <a:solidFill>
              <a:srgbClr val="4C5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95528" y="1155572"/>
            <a:ext cx="3840480" cy="458411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Text 5"/>
          <p:cNvSpPr/>
          <p:nvPr/>
        </p:nvSpPr>
        <p:spPr>
          <a:xfrm>
            <a:off x="850392" y="1210437"/>
            <a:ext cx="3730752" cy="298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261872" y="1777364"/>
            <a:ext cx="9848088" cy="5381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600" b="1" dirty="0" err="1"/>
              <a:t>Li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V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Kamalakannan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N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Parnandi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A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Schambra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H</a:t>
            </a:r>
            <a:r>
              <a:rPr lang="ko-KR" altLang="ko-KR" sz="1600" b="1" dirty="0"/>
              <a:t>., &amp; </a:t>
            </a:r>
            <a:r>
              <a:rPr lang="ko-KR" altLang="ko-KR" sz="1600" b="1" dirty="0" err="1"/>
              <a:t>Fernandez-Granda</a:t>
            </a:r>
            <a:r>
              <a:rPr lang="ko-KR" altLang="ko-KR" sz="1600" b="1" dirty="0"/>
              <a:t>, C. (2026).</a:t>
            </a:r>
            <a:r>
              <a:rPr lang="ko-KR" altLang="ko-KR" sz="1600" dirty="0"/>
              <a:t> </a:t>
            </a:r>
            <a:r>
              <a:rPr lang="ko-KR" altLang="ko-KR" sz="1600" dirty="0" err="1"/>
              <a:t>Vision-language</a:t>
            </a:r>
            <a:r>
              <a:rPr lang="ko-KR" altLang="ko-KR" sz="1600" dirty="0"/>
              <a:t> </a:t>
            </a:r>
            <a:r>
              <a:rPr lang="ko-KR" altLang="ko-KR" sz="1600" dirty="0" err="1"/>
              <a:t>models</a:t>
            </a:r>
            <a:r>
              <a:rPr lang="ko-KR" altLang="ko-KR" sz="1600" dirty="0"/>
              <a:t> </a:t>
            </a:r>
            <a:r>
              <a:rPr lang="ko-KR" altLang="ko-KR" sz="1600" dirty="0" err="1"/>
              <a:t>for</a:t>
            </a:r>
            <a:r>
              <a:rPr lang="ko-KR" altLang="ko-KR" sz="1600" dirty="0"/>
              <a:t> </a:t>
            </a:r>
            <a:r>
              <a:rPr lang="ko-KR" altLang="ko-KR" sz="1600" dirty="0" err="1"/>
              <a:t>human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motion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understanding</a:t>
            </a:r>
            <a:r>
              <a:rPr lang="ko-KR" altLang="ko-KR" sz="1600" dirty="0"/>
              <a:t>: </a:t>
            </a:r>
            <a:r>
              <a:rPr lang="ko-KR" altLang="ko-KR" sz="1600" dirty="0" err="1"/>
              <a:t>Lessons</a:t>
            </a:r>
            <a:r>
              <a:rPr lang="ko-KR" altLang="ko-KR" sz="1600" dirty="0"/>
              <a:t> </a:t>
            </a:r>
            <a:r>
              <a:rPr lang="ko-KR" altLang="ko-KR" sz="1600" dirty="0" err="1"/>
              <a:t>from</a:t>
            </a:r>
            <a:r>
              <a:rPr lang="ko-KR" altLang="ko-KR" sz="1600" dirty="0"/>
              <a:t> </a:t>
            </a:r>
            <a:r>
              <a:rPr lang="ko-KR" altLang="ko-KR" sz="1600" dirty="0" err="1"/>
              <a:t>stroke</a:t>
            </a:r>
            <a:r>
              <a:rPr lang="ko-KR" altLang="ko-KR" sz="1600" dirty="0"/>
              <a:t> </a:t>
            </a:r>
            <a:r>
              <a:rPr lang="ko-KR" altLang="ko-KR" sz="1600" dirty="0" err="1"/>
              <a:t>rehabilitation</a:t>
            </a:r>
            <a:r>
              <a:rPr lang="ko-KR" altLang="ko-KR" sz="1600" dirty="0"/>
              <a:t>. </a:t>
            </a:r>
            <a:r>
              <a:rPr lang="ko-KR" altLang="ko-KR" sz="1600" i="1" dirty="0"/>
              <a:t>PLOS Digital Health, 5</a:t>
            </a:r>
            <a:r>
              <a:rPr lang="ko-KR" altLang="ko-KR" sz="1600" dirty="0"/>
              <a:t>(7), e0001506. 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1872" y="2406940"/>
            <a:ext cx="9848088" cy="9377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600" b="1" dirty="0" err="1"/>
              <a:t>Tang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J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Abedi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A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Colella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T</a:t>
            </a:r>
            <a:r>
              <a:rPr lang="ko-KR" altLang="ko-KR" sz="1600" b="1" dirty="0"/>
              <a:t>. </a:t>
            </a:r>
            <a:r>
              <a:rPr lang="ko-KR" altLang="ko-KR" sz="1600" b="1" dirty="0" err="1"/>
              <a:t>J</a:t>
            </a:r>
            <a:r>
              <a:rPr lang="ko-KR" altLang="ko-KR" sz="1600" b="1" dirty="0"/>
              <a:t>. </a:t>
            </a:r>
            <a:r>
              <a:rPr lang="ko-KR" altLang="ko-KR" sz="1600" b="1" dirty="0" err="1"/>
              <a:t>F</a:t>
            </a:r>
            <a:r>
              <a:rPr lang="ko-KR" altLang="ko-KR" sz="1600" b="1" dirty="0"/>
              <a:t>., &amp; </a:t>
            </a:r>
            <a:r>
              <a:rPr lang="ko-KR" altLang="ko-KR" sz="1600" b="1" dirty="0" err="1"/>
              <a:t>Khan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S</a:t>
            </a:r>
            <a:r>
              <a:rPr lang="ko-KR" altLang="ko-KR" sz="1600" b="1" dirty="0"/>
              <a:t>. </a:t>
            </a:r>
            <a:r>
              <a:rPr lang="ko-KR" altLang="ko-KR" sz="1600" b="1" dirty="0" err="1"/>
              <a:t>S</a:t>
            </a:r>
            <a:r>
              <a:rPr lang="ko-KR" altLang="ko-KR" sz="1600" b="1" dirty="0"/>
              <a:t>. (2025).</a:t>
            </a:r>
            <a:r>
              <a:rPr lang="ko-KR" altLang="ko-KR" sz="1600" dirty="0"/>
              <a:t> </a:t>
            </a:r>
            <a:r>
              <a:rPr lang="ko-KR" altLang="ko-KR" sz="1600" dirty="0" err="1"/>
              <a:t>Rehabilitation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exercise</a:t>
            </a:r>
            <a:r>
              <a:rPr lang="ko-KR" altLang="ko-KR" sz="1600" dirty="0"/>
              <a:t> </a:t>
            </a:r>
            <a:r>
              <a:rPr lang="ko-KR" altLang="ko-KR" sz="1600" dirty="0" err="1"/>
              <a:t>quality</a:t>
            </a:r>
            <a:r>
              <a:rPr lang="ko-KR" altLang="ko-KR" sz="1600" dirty="0"/>
              <a:t> </a:t>
            </a:r>
            <a:r>
              <a:rPr lang="ko-KR" altLang="ko-KR" sz="1600" dirty="0" err="1"/>
              <a:t>assessment</a:t>
            </a:r>
            <a:r>
              <a:rPr lang="ko-KR" altLang="ko-KR" sz="1600" dirty="0"/>
              <a:t> and </a:t>
            </a:r>
            <a:r>
              <a:rPr lang="ko-KR" altLang="ko-KR" sz="1600" dirty="0" err="1"/>
              <a:t>feedback</a:t>
            </a:r>
            <a:r>
              <a:rPr lang="ko-KR" altLang="ko-KR" sz="1600" dirty="0"/>
              <a:t> </a:t>
            </a:r>
            <a:r>
              <a:rPr lang="ko-KR" altLang="ko-KR" sz="1600" dirty="0" err="1"/>
              <a:t>generation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using</a:t>
            </a:r>
            <a:r>
              <a:rPr lang="ko-KR" altLang="ko-KR" sz="1600" dirty="0"/>
              <a:t> </a:t>
            </a:r>
            <a:r>
              <a:rPr lang="ko-KR" altLang="ko-KR" sz="1600" dirty="0" err="1"/>
              <a:t>large</a:t>
            </a:r>
            <a:r>
              <a:rPr lang="ko-KR" altLang="ko-KR" sz="1600" dirty="0"/>
              <a:t> </a:t>
            </a:r>
            <a:r>
              <a:rPr lang="ko-KR" altLang="ko-KR" sz="1600" dirty="0" err="1"/>
              <a:t>language</a:t>
            </a:r>
            <a:r>
              <a:rPr lang="ko-KR" altLang="ko-KR" sz="1600" dirty="0"/>
              <a:t> </a:t>
            </a:r>
            <a:r>
              <a:rPr lang="ko-KR" altLang="ko-KR" sz="1600" dirty="0" err="1"/>
              <a:t>models</a:t>
            </a:r>
            <a:r>
              <a:rPr lang="ko-KR" altLang="ko-KR" sz="1600" dirty="0"/>
              <a:t> </a:t>
            </a:r>
            <a:r>
              <a:rPr lang="ko-KR" altLang="ko-KR" sz="1600" dirty="0" err="1"/>
              <a:t>with</a:t>
            </a:r>
            <a:r>
              <a:rPr lang="ko-KR" altLang="ko-KR" sz="1600" dirty="0"/>
              <a:t> </a:t>
            </a:r>
            <a:r>
              <a:rPr lang="ko-KR" altLang="ko-KR" sz="1600" dirty="0" err="1"/>
              <a:t>prompt</a:t>
            </a:r>
            <a:r>
              <a:rPr lang="ko-KR" altLang="ko-KR" sz="1600" dirty="0"/>
              <a:t> </a:t>
            </a:r>
            <a:r>
              <a:rPr lang="ko-KR" altLang="ko-KR" sz="1600" dirty="0" err="1"/>
              <a:t>engineering</a:t>
            </a:r>
            <a:r>
              <a:rPr lang="ko-KR" altLang="ko-KR" sz="1600" dirty="0"/>
              <a:t>. </a:t>
            </a:r>
            <a:r>
              <a:rPr lang="ko-KR" altLang="ko-KR" sz="1600" dirty="0" err="1"/>
              <a:t>In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S</a:t>
            </a:r>
            <a:r>
              <a:rPr lang="ko-KR" altLang="ko-KR" sz="1600" dirty="0"/>
              <a:t>. </a:t>
            </a:r>
            <a:r>
              <a:rPr lang="ko-KR" altLang="ko-KR" sz="1600" dirty="0" err="1"/>
              <a:t>S</a:t>
            </a:r>
            <a:r>
              <a:rPr lang="ko-KR" altLang="ko-KR" sz="1600" dirty="0"/>
              <a:t>. </a:t>
            </a:r>
            <a:r>
              <a:rPr lang="ko-KR" altLang="ko-KR" sz="1600" dirty="0" err="1"/>
              <a:t>Khan</a:t>
            </a:r>
            <a:r>
              <a:rPr lang="ko-KR" altLang="ko-KR" sz="1600" dirty="0"/>
              <a:t>, </a:t>
            </a:r>
            <a:r>
              <a:rPr lang="ko-KR" altLang="ko-KR" sz="1600" dirty="0" err="1"/>
              <a:t>L</a:t>
            </a:r>
            <a:r>
              <a:rPr lang="ko-KR" altLang="ko-KR" sz="1600" dirty="0"/>
              <a:t>. </a:t>
            </a:r>
            <a:r>
              <a:rPr lang="ko-KR" altLang="ko-KR" sz="1600" dirty="0" err="1"/>
              <a:t>Romeo</a:t>
            </a:r>
            <a:r>
              <a:rPr lang="ko-KR" altLang="ko-KR" sz="1600" dirty="0"/>
              <a:t>, &amp; </a:t>
            </a:r>
            <a:r>
              <a:rPr lang="ko-KR" altLang="ko-KR" sz="1600" dirty="0" err="1"/>
              <a:t>A</a:t>
            </a:r>
            <a:r>
              <a:rPr lang="ko-KR" altLang="ko-KR" sz="1600" dirty="0"/>
              <a:t>. </a:t>
            </a:r>
            <a:r>
              <a:rPr lang="ko-KR" altLang="ko-KR" sz="1600" dirty="0" err="1"/>
              <a:t>Abedi</a:t>
            </a:r>
            <a:r>
              <a:rPr lang="ko-KR" altLang="ko-KR" sz="1600" dirty="0"/>
              <a:t> (</a:t>
            </a:r>
            <a:r>
              <a:rPr lang="ko-KR" altLang="ko-KR" sz="1600" dirty="0" err="1"/>
              <a:t>Eds</a:t>
            </a:r>
            <a:r>
              <a:rPr lang="ko-KR" altLang="ko-KR" sz="1600" dirty="0"/>
              <a:t>.), </a:t>
            </a:r>
            <a:r>
              <a:rPr lang="ko-KR" altLang="ko-KR" sz="1600" i="1" dirty="0" err="1"/>
              <a:t>ArtifiAI</a:t>
            </a:r>
            <a:r>
              <a:rPr lang="ko-KR" altLang="ko-KR" sz="1600" i="1" dirty="0"/>
              <a:t> </a:t>
            </a:r>
            <a:r>
              <a:rPr lang="ko-KR" altLang="ko-KR" sz="1600" i="1" dirty="0" err="1"/>
              <a:t>for</a:t>
            </a:r>
            <a:r>
              <a:rPr lang="ko-KR" altLang="ko-KR" sz="1600" i="1" dirty="0"/>
              <a:t> </a:t>
            </a:r>
            <a:r>
              <a:rPr lang="ko-KR" altLang="ko-KR" sz="1600" i="1" dirty="0" err="1"/>
              <a:t>Aging</a:t>
            </a:r>
            <a:r>
              <a:rPr lang="ko-KR" altLang="ko-KR" sz="1600" i="1" dirty="0"/>
              <a:t> </a:t>
            </a:r>
            <a:r>
              <a:rPr lang="ko-KR" altLang="ko-KR" sz="1600" i="1" dirty="0" err="1"/>
              <a:t>Rehabilitation</a:t>
            </a:r>
            <a:r>
              <a:rPr lang="ko-KR" altLang="ko-KR" sz="1600" i="1" dirty="0"/>
              <a:t> and </a:t>
            </a:r>
            <a:r>
              <a:rPr lang="ko-KR" altLang="ko-KR" sz="1600" i="1" dirty="0" err="1"/>
              <a:t>Intelligent</a:t>
            </a:r>
            <a:r>
              <a:rPr lang="ko-KR" altLang="ko-KR" sz="1600" i="1" dirty="0"/>
              <a:t> </a:t>
            </a:r>
            <a:r>
              <a:rPr lang="ko-KR" altLang="ko-KR" sz="1600" i="1" dirty="0" err="1"/>
              <a:t>Assisted</a:t>
            </a:r>
            <a:r>
              <a:rPr lang="ko-KR" altLang="ko-KR" sz="1600" i="1" dirty="0"/>
              <a:t> </a:t>
            </a:r>
            <a:r>
              <a:rPr lang="ko-KR" altLang="ko-KR" sz="1600" i="1" dirty="0" err="1"/>
              <a:t>Living</a:t>
            </a:r>
            <a:r>
              <a:rPr lang="ko-KR" altLang="ko-KR" sz="1600" dirty="0"/>
              <a:t> (</a:t>
            </a:r>
            <a:r>
              <a:rPr lang="ko-KR" altLang="ko-KR" sz="1600" dirty="0" err="1"/>
              <a:t>pp</a:t>
            </a:r>
            <a:r>
              <a:rPr lang="ko-KR" altLang="ko-KR" sz="1600" dirty="0"/>
              <a:t>. 60–75). </a:t>
            </a:r>
            <a:r>
              <a:rPr lang="ko-KR" altLang="ko-KR" sz="1600" dirty="0" err="1"/>
              <a:t>Springer</a:t>
            </a:r>
            <a:r>
              <a:rPr lang="ko-KR" altLang="ko-KR" sz="1600" dirty="0"/>
              <a:t>. 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1872" y="3427023"/>
            <a:ext cx="9848088" cy="6743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600" b="1" dirty="0" err="1"/>
              <a:t>Amprimo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G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Masi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G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Pettiti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G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Olmo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G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Priano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L</a:t>
            </a:r>
            <a:r>
              <a:rPr lang="ko-KR" altLang="ko-KR" sz="1600" b="1" dirty="0"/>
              <a:t>., &amp; </a:t>
            </a:r>
            <a:r>
              <a:rPr lang="ko-KR" altLang="ko-KR" sz="1600" b="1" dirty="0" err="1"/>
              <a:t>Ferraris</a:t>
            </a:r>
            <a:r>
              <a:rPr lang="ko-KR" altLang="ko-KR" sz="1600" b="1" dirty="0"/>
              <a:t>, C. (2024).</a:t>
            </a:r>
            <a:r>
              <a:rPr lang="ko-KR" altLang="ko-KR" sz="1600" dirty="0"/>
              <a:t> </a:t>
            </a:r>
            <a:r>
              <a:rPr lang="ko-KR" altLang="ko-KR" sz="1600" dirty="0" err="1"/>
              <a:t>Hand</a:t>
            </a:r>
            <a:r>
              <a:rPr lang="ko-KR" altLang="ko-KR" sz="1600" dirty="0"/>
              <a:t> </a:t>
            </a:r>
            <a:r>
              <a:rPr lang="ko-KR" altLang="ko-KR" sz="1600" dirty="0" err="1"/>
              <a:t>tracking</a:t>
            </a:r>
            <a:r>
              <a:rPr lang="ko-KR" altLang="ko-KR" sz="1600" dirty="0"/>
              <a:t> </a:t>
            </a:r>
            <a:r>
              <a:rPr lang="ko-KR" altLang="ko-KR" sz="1600" dirty="0" err="1"/>
              <a:t>for</a:t>
            </a:r>
            <a:r>
              <a:rPr lang="ko-KR" altLang="ko-KR" sz="1600" dirty="0"/>
              <a:t> </a:t>
            </a:r>
            <a:r>
              <a:rPr lang="ko-KR" altLang="ko-KR" sz="1600" dirty="0" err="1"/>
              <a:t>clinical</a:t>
            </a:r>
            <a:r>
              <a:rPr lang="ko-KR" altLang="ko-KR" sz="1600" dirty="0"/>
              <a:t> </a:t>
            </a:r>
            <a:r>
              <a:rPr lang="ko-KR" altLang="ko-KR" sz="1600" dirty="0" err="1"/>
              <a:t>applications</a:t>
            </a:r>
            <a:r>
              <a:rPr lang="ko-KR" altLang="ko-KR" sz="1600" dirty="0"/>
              <a:t>: </a:t>
            </a:r>
            <a:r>
              <a:rPr lang="ko-KR" altLang="ko-KR" sz="1600" dirty="0" err="1"/>
              <a:t>Validation</a:t>
            </a:r>
            <a:r>
              <a:rPr lang="ko-KR" altLang="ko-KR" sz="1600" dirty="0"/>
              <a:t> of </a:t>
            </a:r>
            <a:r>
              <a:rPr lang="ko-KR" altLang="ko-KR" sz="1600" dirty="0" err="1"/>
              <a:t>the</a:t>
            </a:r>
            <a:r>
              <a:rPr lang="ko-KR" altLang="ko-KR" sz="1600" dirty="0"/>
              <a:t> Google </a:t>
            </a:r>
            <a:r>
              <a:rPr lang="ko-KR" altLang="ko-KR" sz="1600" dirty="0" err="1"/>
              <a:t>MediaPipe</a:t>
            </a:r>
            <a:r>
              <a:rPr lang="ko-KR" altLang="ko-KR" sz="1600" dirty="0"/>
              <a:t> </a:t>
            </a:r>
            <a:r>
              <a:rPr lang="ko-KR" altLang="ko-KR" sz="1600" dirty="0" err="1"/>
              <a:t>Hand</a:t>
            </a:r>
            <a:r>
              <a:rPr lang="ko-KR" altLang="ko-KR" sz="1600" dirty="0"/>
              <a:t> (GMH) and </a:t>
            </a:r>
            <a:r>
              <a:rPr lang="ko-KR" altLang="ko-KR" sz="1600" dirty="0" err="1"/>
              <a:t>the</a:t>
            </a:r>
            <a:r>
              <a:rPr lang="ko-KR" altLang="ko-KR" sz="1600" dirty="0"/>
              <a:t> </a:t>
            </a:r>
            <a:r>
              <a:rPr lang="ko-KR" altLang="ko-KR" sz="1600" dirty="0" err="1"/>
              <a:t>depth-enhanced</a:t>
            </a:r>
            <a:r>
              <a:rPr lang="ko-KR" altLang="ko-KR" sz="1600" dirty="0"/>
              <a:t> GMH-D </a:t>
            </a:r>
            <a:r>
              <a:rPr lang="ko-KR" altLang="ko-KR" sz="1600" dirty="0" err="1"/>
              <a:t>frameworks</a:t>
            </a:r>
            <a:r>
              <a:rPr lang="ko-KR" altLang="ko-KR" sz="1600" dirty="0"/>
              <a:t>. </a:t>
            </a:r>
            <a:r>
              <a:rPr lang="ko-KR" altLang="ko-KR" sz="1600" i="1" dirty="0" err="1"/>
              <a:t>Biomedical</a:t>
            </a:r>
            <a:r>
              <a:rPr lang="ko-KR" altLang="ko-KR" sz="1600" i="1" dirty="0"/>
              <a:t> </a:t>
            </a:r>
            <a:r>
              <a:rPr lang="ko-KR" altLang="ko-KR" sz="1600" i="1" dirty="0" err="1"/>
              <a:t>Signal</a:t>
            </a:r>
            <a:r>
              <a:rPr lang="ko-KR" altLang="ko-KR" sz="1600" i="1" dirty="0"/>
              <a:t> Processing and </a:t>
            </a:r>
            <a:r>
              <a:rPr lang="ko-KR" altLang="ko-KR" sz="1600" i="1" dirty="0" err="1"/>
              <a:t>Control</a:t>
            </a:r>
            <a:r>
              <a:rPr lang="ko-KR" altLang="ko-KR" sz="1600" i="1" dirty="0"/>
              <a:t>, 96</a:t>
            </a:r>
            <a:r>
              <a:rPr lang="ko-KR" altLang="ko-KR" sz="1600" dirty="0"/>
              <a:t>, 106508. 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4183634"/>
            <a:ext cx="9848088" cy="726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600" b="1" dirty="0" err="1"/>
              <a:t>Broome</a:t>
            </a:r>
            <a:r>
              <a:rPr lang="ko-KR" altLang="ko-KR" sz="1600" b="1" dirty="0"/>
              <a:t>, K., </a:t>
            </a:r>
            <a:r>
              <a:rPr lang="ko-KR" altLang="ko-KR" sz="1600" b="1" dirty="0" err="1"/>
              <a:t>Hudson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I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Potter</a:t>
            </a:r>
            <a:r>
              <a:rPr lang="ko-KR" altLang="ko-KR" sz="1600" b="1" dirty="0"/>
              <a:t>, K., </a:t>
            </a:r>
            <a:r>
              <a:rPr lang="ko-KR" altLang="ko-KR" sz="1600" b="1" dirty="0" err="1"/>
              <a:t>Kulk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J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Dunn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A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Arm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J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Zeffiro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T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Cooper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G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Tian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H</a:t>
            </a:r>
            <a:r>
              <a:rPr lang="ko-KR" altLang="ko-KR" sz="1600" b="1" dirty="0"/>
              <a:t>., &amp; </a:t>
            </a:r>
            <a:r>
              <a:rPr lang="ko-KR" altLang="ko-KR" sz="1600" b="1" dirty="0" err="1"/>
              <a:t>van</a:t>
            </a:r>
            <a:r>
              <a:rPr lang="ko-KR" altLang="ko-KR" sz="1600" b="1" dirty="0"/>
              <a:t> </a:t>
            </a:r>
            <a:r>
              <a:rPr lang="ko-KR" altLang="ko-KR" sz="1600" b="1" dirty="0" err="1"/>
              <a:t>Vliet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P</a:t>
            </a:r>
            <a:r>
              <a:rPr lang="ko-KR" altLang="ko-KR" sz="1600" b="1" dirty="0"/>
              <a:t>. (2019).</a:t>
            </a:r>
            <a:r>
              <a:rPr lang="ko-KR" altLang="ko-KR" sz="1600" dirty="0"/>
              <a:t> </a:t>
            </a:r>
            <a:r>
              <a:rPr lang="ko-KR" altLang="ko-KR" sz="1600" dirty="0" err="1"/>
              <a:t>A</a:t>
            </a:r>
            <a:r>
              <a:rPr lang="ko-KR" altLang="ko-KR" sz="1600" dirty="0"/>
              <a:t> </a:t>
            </a:r>
            <a:r>
              <a:rPr lang="ko-KR" altLang="ko-KR" sz="1600" dirty="0" err="1"/>
              <a:t>modified</a:t>
            </a:r>
            <a:r>
              <a:rPr lang="ko-KR" altLang="ko-KR" sz="1600" dirty="0"/>
              <a:t> </a:t>
            </a:r>
            <a:r>
              <a:rPr lang="ko-KR" altLang="ko-KR" sz="1600" dirty="0" err="1"/>
              <a:t>reach-to-grasp</a:t>
            </a:r>
            <a:r>
              <a:rPr lang="ko-KR" altLang="ko-KR" sz="1600" dirty="0"/>
              <a:t> </a:t>
            </a:r>
            <a:r>
              <a:rPr lang="ko-KR" altLang="ko-KR" sz="1600" dirty="0" err="1"/>
              <a:t>task</a:t>
            </a:r>
            <a:r>
              <a:rPr lang="ko-KR" altLang="ko-KR" sz="1600" dirty="0"/>
              <a:t> </a:t>
            </a:r>
            <a:r>
              <a:rPr lang="ko-KR" altLang="ko-KR" sz="1600" dirty="0" err="1"/>
              <a:t>in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a</a:t>
            </a:r>
            <a:r>
              <a:rPr lang="ko-KR" altLang="ko-KR" sz="1600" dirty="0"/>
              <a:t> </a:t>
            </a:r>
            <a:r>
              <a:rPr lang="ko-KR" altLang="ko-KR" sz="1600" dirty="0" err="1"/>
              <a:t>supine</a:t>
            </a:r>
            <a:r>
              <a:rPr lang="ko-KR" altLang="ko-KR" sz="1600" dirty="0"/>
              <a:t> </a:t>
            </a:r>
            <a:r>
              <a:rPr lang="ko-KR" altLang="ko-KR" sz="1600" dirty="0" err="1"/>
              <a:t>position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shows</a:t>
            </a:r>
            <a:r>
              <a:rPr lang="ko-KR" altLang="ko-KR" sz="1600" dirty="0"/>
              <a:t> </a:t>
            </a:r>
            <a:r>
              <a:rPr lang="ko-KR" altLang="ko-KR" sz="1600" dirty="0" err="1"/>
              <a:t>coordination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between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elbow</a:t>
            </a:r>
            <a:r>
              <a:rPr lang="ko-KR" altLang="ko-KR" sz="1600" dirty="0"/>
              <a:t> and </a:t>
            </a:r>
            <a:r>
              <a:rPr lang="ko-KR" altLang="ko-KR" sz="1600" dirty="0" err="1"/>
              <a:t>hand</a:t>
            </a:r>
            <a:r>
              <a:rPr lang="ko-KR" altLang="ko-KR" sz="1600" dirty="0"/>
              <a:t> </a:t>
            </a:r>
            <a:r>
              <a:rPr lang="ko-KR" altLang="ko-KR" sz="1600" dirty="0" err="1"/>
              <a:t>movements</a:t>
            </a:r>
            <a:r>
              <a:rPr lang="ko-KR" altLang="ko-KR" sz="1600" dirty="0"/>
              <a:t> </a:t>
            </a:r>
            <a:r>
              <a:rPr lang="ko-KR" altLang="ko-KR" sz="1600" dirty="0" err="1"/>
              <a:t>after</a:t>
            </a:r>
            <a:r>
              <a:rPr lang="ko-KR" altLang="ko-KR" sz="1600" dirty="0"/>
              <a:t> </a:t>
            </a:r>
            <a:r>
              <a:rPr lang="ko-KR" altLang="ko-KR" sz="1600" dirty="0" err="1"/>
              <a:t>stroke</a:t>
            </a:r>
            <a:r>
              <a:rPr lang="ko-KR" altLang="ko-KR" sz="1600" dirty="0"/>
              <a:t>. </a:t>
            </a:r>
            <a:r>
              <a:rPr lang="ko-KR" altLang="ko-KR" sz="1600" i="1" dirty="0" err="1"/>
              <a:t>Frontiers</a:t>
            </a:r>
            <a:r>
              <a:rPr lang="ko-KR" altLang="ko-KR" sz="1600" i="1" dirty="0"/>
              <a:t> </a:t>
            </a:r>
            <a:r>
              <a:rPr lang="ko-KR" altLang="ko-KR" sz="1600" i="1" dirty="0" err="1"/>
              <a:t>in</a:t>
            </a:r>
            <a:r>
              <a:rPr lang="ko-KR" altLang="ko-KR" sz="1600" i="1" dirty="0"/>
              <a:t> </a:t>
            </a:r>
            <a:r>
              <a:rPr lang="ko-KR" altLang="ko-KR" sz="1600" i="1" dirty="0" err="1"/>
              <a:t>Neurology</a:t>
            </a:r>
            <a:r>
              <a:rPr lang="ko-KR" altLang="ko-KR" sz="1600" i="1" dirty="0"/>
              <a:t>, 10</a:t>
            </a:r>
            <a:r>
              <a:rPr lang="ko-KR" altLang="ko-KR" sz="1600" dirty="0"/>
              <a:t>, 408. 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r>
              <a:rPr sz="900" b="0">
                <a:solidFill>
                  <a:srgbClr val="5A646E"/>
                </a:solidFill>
                <a:latin typeface="Malgun Gothic"/>
              </a:rPr>
              <a:t>17</a:t>
            </a:r>
            <a:endParaRPr lang="en-US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1F993EE8-8D0A-6FC2-1FDC-702CB03C2930}"/>
              </a:ext>
            </a:extLst>
          </p:cNvPr>
          <p:cNvSpPr/>
          <p:nvPr/>
        </p:nvSpPr>
        <p:spPr>
          <a:xfrm>
            <a:off x="1241107" y="4987018"/>
            <a:ext cx="9848088" cy="126614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600" b="1" dirty="0" err="1"/>
              <a:t>Qiu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Q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Fluet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G</a:t>
            </a:r>
            <a:r>
              <a:rPr lang="ko-KR" altLang="ko-KR" sz="1600" b="1" dirty="0"/>
              <a:t>. </a:t>
            </a:r>
            <a:r>
              <a:rPr lang="ko-KR" altLang="ko-KR" sz="1600" b="1" dirty="0" err="1"/>
              <a:t>G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Patel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J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Iyer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S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Karunakaran</a:t>
            </a:r>
            <a:r>
              <a:rPr lang="ko-KR" altLang="ko-KR" sz="1600" b="1" dirty="0"/>
              <a:t>, K., </a:t>
            </a:r>
            <a:r>
              <a:rPr lang="ko-KR" altLang="ko-KR" sz="1600" b="1" dirty="0" err="1"/>
              <a:t>Kaplan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E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Tunik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E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Nolan</a:t>
            </a:r>
            <a:r>
              <a:rPr lang="ko-KR" altLang="ko-KR" sz="1600" b="1" dirty="0"/>
              <a:t>, K. </a:t>
            </a:r>
            <a:r>
              <a:rPr lang="ko-KR" altLang="ko-KR" sz="1600" b="1" dirty="0" err="1"/>
              <a:t>J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Merians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A</a:t>
            </a:r>
            <a:r>
              <a:rPr lang="ko-KR" altLang="ko-KR" sz="1600" b="1" dirty="0"/>
              <a:t>. </a:t>
            </a:r>
            <a:r>
              <a:rPr lang="ko-KR" altLang="ko-KR" sz="1600" b="1" dirty="0" err="1"/>
              <a:t>S</a:t>
            </a:r>
            <a:r>
              <a:rPr lang="ko-KR" altLang="ko-KR" sz="1600" b="1" dirty="0"/>
              <a:t>., </a:t>
            </a:r>
            <a:r>
              <a:rPr lang="ko-KR" altLang="ko-KR" sz="1600" b="1" dirty="0" err="1"/>
              <a:t>Yarossi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M</a:t>
            </a:r>
            <a:r>
              <a:rPr lang="ko-KR" altLang="ko-KR" sz="1600" b="1" dirty="0"/>
              <a:t>., &amp; </a:t>
            </a:r>
            <a:r>
              <a:rPr lang="ko-KR" altLang="ko-KR" sz="1600" b="1" dirty="0" err="1"/>
              <a:t>Adamovich</a:t>
            </a:r>
            <a:r>
              <a:rPr lang="ko-KR" altLang="ko-KR" sz="1600" b="1" dirty="0"/>
              <a:t>, </a:t>
            </a:r>
            <a:r>
              <a:rPr lang="ko-KR" altLang="ko-KR" sz="1600" b="1" dirty="0" err="1"/>
              <a:t>S</a:t>
            </a:r>
            <a:r>
              <a:rPr lang="ko-KR" altLang="ko-KR" sz="1600" b="1" dirty="0"/>
              <a:t>. </a:t>
            </a:r>
            <a:r>
              <a:rPr lang="ko-KR" altLang="ko-KR" sz="1600" b="1" dirty="0" err="1"/>
              <a:t>V</a:t>
            </a:r>
            <a:r>
              <a:rPr lang="ko-KR" altLang="ko-KR" sz="1600" b="1" dirty="0"/>
              <a:t>. (2022).</a:t>
            </a:r>
            <a:r>
              <a:rPr lang="ko-KR" altLang="ko-KR" sz="1600" dirty="0"/>
              <a:t> </a:t>
            </a:r>
            <a:r>
              <a:rPr lang="ko-KR" altLang="ko-KR" sz="1600" dirty="0" err="1"/>
              <a:t>Evaluation</a:t>
            </a:r>
            <a:r>
              <a:rPr lang="ko-KR" altLang="ko-KR" sz="1600" dirty="0"/>
              <a:t> of </a:t>
            </a:r>
            <a:r>
              <a:rPr lang="ko-KR" altLang="ko-KR" sz="1600" dirty="0" err="1"/>
              <a:t>changes</a:t>
            </a:r>
            <a:r>
              <a:rPr lang="ko-KR" altLang="ko-KR" sz="1600" dirty="0"/>
              <a:t> </a:t>
            </a:r>
            <a:r>
              <a:rPr lang="ko-KR" altLang="ko-KR" sz="1600" dirty="0" err="1"/>
              <a:t>in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kinematic</a:t>
            </a:r>
            <a:r>
              <a:rPr lang="ko-KR" altLang="ko-KR" sz="1600" dirty="0"/>
              <a:t> </a:t>
            </a:r>
            <a:r>
              <a:rPr lang="ko-KR" altLang="ko-KR" sz="1600" dirty="0" err="1"/>
              <a:t>measures</a:t>
            </a:r>
            <a:r>
              <a:rPr lang="ko-KR" altLang="ko-KR" sz="1600" dirty="0"/>
              <a:t> of </a:t>
            </a:r>
            <a:r>
              <a:rPr lang="ko-KR" altLang="ko-KR" sz="1600" dirty="0" err="1"/>
              <a:t>three</a:t>
            </a:r>
            <a:r>
              <a:rPr lang="ko-KR" altLang="ko-KR" sz="1600" dirty="0"/>
              <a:t> </a:t>
            </a:r>
            <a:r>
              <a:rPr lang="ko-KR" altLang="ko-KR" sz="1600" dirty="0" err="1"/>
              <a:t>dimensional</a:t>
            </a:r>
            <a:r>
              <a:rPr lang="ko-KR" altLang="ko-KR" sz="1600" dirty="0"/>
              <a:t> </a:t>
            </a:r>
            <a:r>
              <a:rPr lang="ko-KR" altLang="ko-KR" sz="1600" dirty="0" err="1"/>
              <a:t>reach</a:t>
            </a:r>
            <a:r>
              <a:rPr lang="ko-KR" altLang="ko-KR" sz="1600" dirty="0"/>
              <a:t> </a:t>
            </a:r>
            <a:r>
              <a:rPr lang="ko-KR" altLang="ko-KR" sz="1600" dirty="0" err="1"/>
              <a:t>to</a:t>
            </a:r>
            <a:r>
              <a:rPr lang="ko-KR" altLang="ko-KR" sz="1600" dirty="0"/>
              <a:t> </a:t>
            </a:r>
            <a:r>
              <a:rPr lang="ko-KR" altLang="ko-KR" sz="1600" dirty="0" err="1"/>
              <a:t>grasp</a:t>
            </a:r>
            <a:r>
              <a:rPr lang="ko-KR" altLang="ko-KR" sz="1600" dirty="0"/>
              <a:t> </a:t>
            </a:r>
            <a:r>
              <a:rPr lang="ko-KR" altLang="ko-KR" sz="1600" dirty="0" err="1"/>
              <a:t>movements</a:t>
            </a:r>
            <a:r>
              <a:rPr lang="ko-KR" altLang="ko-KR" sz="1600" dirty="0"/>
              <a:t> </a:t>
            </a:r>
            <a:r>
              <a:rPr lang="ko-KR" altLang="ko-KR" sz="1600" dirty="0" err="1"/>
              <a:t>in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the</a:t>
            </a:r>
            <a:r>
              <a:rPr lang="ko-KR" altLang="ko-KR" sz="1600" dirty="0"/>
              <a:t> </a:t>
            </a:r>
            <a:r>
              <a:rPr lang="ko-KR" altLang="ko-KR" sz="1600" dirty="0" err="1"/>
              <a:t>early</a:t>
            </a:r>
            <a:r>
              <a:rPr lang="ko-KR" altLang="ko-KR" sz="1600" dirty="0"/>
              <a:t> </a:t>
            </a:r>
            <a:r>
              <a:rPr lang="ko-KR" altLang="ko-KR" sz="1600" dirty="0" err="1"/>
              <a:t>subacute</a:t>
            </a:r>
            <a:r>
              <a:rPr lang="ko-KR" altLang="ko-KR" sz="1600" dirty="0"/>
              <a:t> </a:t>
            </a:r>
            <a:r>
              <a:rPr lang="ko-KR" altLang="ko-KR" sz="1600" dirty="0" err="1"/>
              <a:t>period</a:t>
            </a:r>
            <a:r>
              <a:rPr lang="ko-KR" altLang="ko-KR" sz="1600" dirty="0"/>
              <a:t> of </a:t>
            </a:r>
            <a:r>
              <a:rPr lang="ko-KR" altLang="ko-KR" sz="1600" dirty="0" err="1"/>
              <a:t>recovery</a:t>
            </a:r>
            <a:r>
              <a:rPr lang="ko-KR" altLang="ko-KR" sz="1600" dirty="0"/>
              <a:t> </a:t>
            </a:r>
            <a:r>
              <a:rPr lang="ko-KR" altLang="ko-KR" sz="1600" dirty="0" err="1"/>
              <a:t>from</a:t>
            </a:r>
            <a:r>
              <a:rPr lang="ko-KR" altLang="ko-KR" sz="1600" dirty="0"/>
              <a:t> </a:t>
            </a:r>
            <a:r>
              <a:rPr lang="ko-KR" altLang="ko-KR" sz="1600" dirty="0" err="1"/>
              <a:t>stroke</a:t>
            </a:r>
            <a:r>
              <a:rPr lang="ko-KR" altLang="ko-KR" sz="1600" dirty="0"/>
              <a:t>. </a:t>
            </a:r>
            <a:r>
              <a:rPr lang="ko-KR" altLang="ko-KR" sz="1600" dirty="0" err="1"/>
              <a:t>In</a:t>
            </a:r>
            <a:r>
              <a:rPr lang="ko-KR" altLang="ko-KR" sz="1600" dirty="0"/>
              <a:t> </a:t>
            </a:r>
            <a:r>
              <a:rPr lang="ko-KR" altLang="ko-KR" sz="1600" i="1" dirty="0"/>
              <a:t>2022 44th </a:t>
            </a:r>
            <a:r>
              <a:rPr lang="ko-KR" altLang="ko-KR" sz="1600" i="1" dirty="0" err="1"/>
              <a:t>Annual</a:t>
            </a:r>
            <a:r>
              <a:rPr lang="ko-KR" altLang="ko-KR" sz="1600" i="1" dirty="0"/>
              <a:t> International </a:t>
            </a:r>
            <a:r>
              <a:rPr lang="ko-KR" altLang="ko-KR" sz="1600" i="1" dirty="0" err="1"/>
              <a:t>Conference</a:t>
            </a:r>
            <a:r>
              <a:rPr lang="ko-KR" altLang="ko-KR" sz="1600" i="1" dirty="0"/>
              <a:t> of </a:t>
            </a:r>
            <a:r>
              <a:rPr lang="ko-KR" altLang="ko-KR" sz="1600" i="1" dirty="0" err="1"/>
              <a:t>the</a:t>
            </a:r>
            <a:r>
              <a:rPr lang="ko-KR" altLang="ko-KR" sz="1600" i="1" dirty="0"/>
              <a:t> IEEE Engineering </a:t>
            </a:r>
            <a:r>
              <a:rPr lang="ko-KR" altLang="ko-KR" sz="1600" i="1" dirty="0" err="1"/>
              <a:t>in</a:t>
            </a:r>
            <a:r>
              <a:rPr lang="ko-KR" altLang="ko-KR" sz="1600" i="1" dirty="0"/>
              <a:t> </a:t>
            </a:r>
            <a:r>
              <a:rPr lang="ko-KR" altLang="ko-KR" sz="1600" i="1" dirty="0" err="1"/>
              <a:t>Medicine</a:t>
            </a:r>
            <a:r>
              <a:rPr lang="ko-KR" altLang="ko-KR" sz="1600" i="1" dirty="0"/>
              <a:t> &amp; </a:t>
            </a:r>
            <a:r>
              <a:rPr lang="ko-KR" altLang="ko-KR" sz="1600" i="1" dirty="0" err="1"/>
              <a:t>Biology</a:t>
            </a:r>
            <a:r>
              <a:rPr lang="ko-KR" altLang="ko-KR" sz="1600" i="1" dirty="0"/>
              <a:t> </a:t>
            </a:r>
            <a:r>
              <a:rPr lang="ko-KR" altLang="ko-KR" sz="1600" i="1" dirty="0" err="1"/>
              <a:t>Society</a:t>
            </a:r>
            <a:r>
              <a:rPr lang="ko-KR" altLang="ko-KR" sz="1600" i="1" dirty="0"/>
              <a:t> (EMBC)</a:t>
            </a:r>
            <a:r>
              <a:rPr lang="ko-KR" altLang="ko-KR" sz="1600" dirty="0"/>
              <a:t> (</a:t>
            </a:r>
            <a:r>
              <a:rPr lang="ko-KR" altLang="ko-KR" sz="1600" dirty="0" err="1"/>
              <a:t>pp</a:t>
            </a:r>
            <a:r>
              <a:rPr lang="ko-KR" altLang="ko-KR" sz="1600" dirty="0"/>
              <a:t>. 5107–5110). IEEE.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1559</Words>
  <Application>Microsoft Office PowerPoint</Application>
  <PresentationFormat>와이드스크린</PresentationFormat>
  <Paragraphs>229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Human Robotics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RGB-D·VLM 손 기능 평가 연구계획 발표</dc:title>
  <dc:subject>RGB-D VLM Hand Function Assessment Research Plan</dc:subject>
  <dc:creator>OpenAI</dc:creator>
  <cp:lastModifiedBy>jeayong lee</cp:lastModifiedBy>
  <cp:revision>5</cp:revision>
  <dcterms:created xsi:type="dcterms:W3CDTF">2026-09-08T11:29:04Z</dcterms:created>
  <dcterms:modified xsi:type="dcterms:W3CDTF">2026-09-09T04:42:57Z</dcterms:modified>
</cp:coreProperties>
</file>