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8" r:id="rId2"/>
    <p:sldId id="259" r:id="rId3"/>
    <p:sldId id="266" r:id="rId4"/>
    <p:sldId id="265" r:id="rId5"/>
    <p:sldId id="263" r:id="rId6"/>
    <p:sldId id="261" r:id="rId7"/>
    <p:sldId id="264" r:id="rId8"/>
    <p:sldId id="262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CF735A-6B6C-4117-9738-4776A213E5C6}" v="113" dt="2026-09-03T08:25:12.1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35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yong lee" userId="0e8205fbd6162578" providerId="LiveId" clId="{AE34F6A3-7111-4D1D-9D41-1048805A1372}"/>
    <pc:docChg chg="undo custSel addSld delSld modSld sldOrd">
      <pc:chgData name="jeayong lee" userId="0e8205fbd6162578" providerId="LiveId" clId="{AE34F6A3-7111-4D1D-9D41-1048805A1372}" dt="2026-09-03T08:25:36.828" v="1822" actId="1076"/>
      <pc:docMkLst>
        <pc:docMk/>
      </pc:docMkLst>
      <pc:sldChg chg="del">
        <pc:chgData name="jeayong lee" userId="0e8205fbd6162578" providerId="LiveId" clId="{AE34F6A3-7111-4D1D-9D41-1048805A1372}" dt="2026-09-02T07:35:37.369" v="986" actId="2696"/>
        <pc:sldMkLst>
          <pc:docMk/>
          <pc:sldMk cId="4185242416" sldId="256"/>
        </pc:sldMkLst>
      </pc:sldChg>
      <pc:sldChg chg="del">
        <pc:chgData name="jeayong lee" userId="0e8205fbd6162578" providerId="LiveId" clId="{AE34F6A3-7111-4D1D-9D41-1048805A1372}" dt="2026-09-02T06:45:41.938" v="9" actId="2696"/>
        <pc:sldMkLst>
          <pc:docMk/>
          <pc:sldMk cId="1270647688" sldId="257"/>
        </pc:sldMkLst>
      </pc:sldChg>
      <pc:sldChg chg="addSp delSp modSp mod setBg">
        <pc:chgData name="jeayong lee" userId="0e8205fbd6162578" providerId="LiveId" clId="{AE34F6A3-7111-4D1D-9D41-1048805A1372}" dt="2026-09-03T07:01:40.020" v="1450" actId="1076"/>
        <pc:sldMkLst>
          <pc:docMk/>
          <pc:sldMk cId="1797167421" sldId="258"/>
        </pc:sldMkLst>
        <pc:spChg chg="mod">
          <ac:chgData name="jeayong lee" userId="0e8205fbd6162578" providerId="LiveId" clId="{AE34F6A3-7111-4D1D-9D41-1048805A1372}" dt="2026-09-02T07:41:15.635" v="1120" actId="207"/>
          <ac:spMkLst>
            <pc:docMk/>
            <pc:sldMk cId="1797167421" sldId="258"/>
            <ac:spMk id="3" creationId="{EFD570B1-9D4F-10F7-4C34-2C925A614F46}"/>
          </ac:spMkLst>
        </pc:spChg>
        <pc:spChg chg="mod">
          <ac:chgData name="jeayong lee" userId="0e8205fbd6162578" providerId="LiveId" clId="{AE34F6A3-7111-4D1D-9D41-1048805A1372}" dt="2026-09-02T06:45:24.764" v="6" actId="164"/>
          <ac:spMkLst>
            <pc:docMk/>
            <pc:sldMk cId="1797167421" sldId="258"/>
            <ac:spMk id="4" creationId="{F6DCC4FA-D794-3EB8-0C72-EF1A3F1B6E11}"/>
          </ac:spMkLst>
        </pc:spChg>
        <pc:spChg chg="mod">
          <ac:chgData name="jeayong lee" userId="0e8205fbd6162578" providerId="LiveId" clId="{AE34F6A3-7111-4D1D-9D41-1048805A1372}" dt="2026-09-02T06:45:24.764" v="6" actId="164"/>
          <ac:spMkLst>
            <pc:docMk/>
            <pc:sldMk cId="1797167421" sldId="258"/>
            <ac:spMk id="6" creationId="{9F664B94-4CE2-DF9A-AB69-8E8251ECE031}"/>
          </ac:spMkLst>
        </pc:spChg>
        <pc:spChg chg="add mod topLvl">
          <ac:chgData name="jeayong lee" userId="0e8205fbd6162578" providerId="LiveId" clId="{AE34F6A3-7111-4D1D-9D41-1048805A1372}" dt="2026-09-03T07:00:55.495" v="1442" actId="1582"/>
          <ac:spMkLst>
            <pc:docMk/>
            <pc:sldMk cId="1797167421" sldId="258"/>
            <ac:spMk id="7" creationId="{AB0A6C2B-7559-D5FC-27D4-7F7DD0C0038E}"/>
          </ac:spMkLst>
        </pc:spChg>
        <pc:spChg chg="add del mod">
          <ac:chgData name="jeayong lee" userId="0e8205fbd6162578" providerId="LiveId" clId="{AE34F6A3-7111-4D1D-9D41-1048805A1372}" dt="2026-09-03T06:56:49.515" v="1246" actId="478"/>
          <ac:spMkLst>
            <pc:docMk/>
            <pc:sldMk cId="1797167421" sldId="258"/>
            <ac:spMk id="8" creationId="{DCF6DE1E-4F27-503A-1288-7DCCF29DA76A}"/>
          </ac:spMkLst>
        </pc:spChg>
        <pc:spChg chg="add mod topLvl">
          <ac:chgData name="jeayong lee" userId="0e8205fbd6162578" providerId="LiveId" clId="{AE34F6A3-7111-4D1D-9D41-1048805A1372}" dt="2026-09-03T07:00:47.587" v="1441" actId="207"/>
          <ac:spMkLst>
            <pc:docMk/>
            <pc:sldMk cId="1797167421" sldId="258"/>
            <ac:spMk id="9" creationId="{D7CFAE92-B46D-C6E5-7B7B-9BC021660336}"/>
          </ac:spMkLst>
        </pc:spChg>
        <pc:spChg chg="add del">
          <ac:chgData name="jeayong lee" userId="0e8205fbd6162578" providerId="LiveId" clId="{AE34F6A3-7111-4D1D-9D41-1048805A1372}" dt="2026-09-03T06:53:40.345" v="1207" actId="26606"/>
          <ac:spMkLst>
            <pc:docMk/>
            <pc:sldMk cId="1797167421" sldId="258"/>
            <ac:spMk id="10" creationId="{42A4FC2C-047E-45A5-965D-8E1E3BF09BC6}"/>
          </ac:spMkLst>
        </pc:spChg>
        <pc:spChg chg="add mod topLvl">
          <ac:chgData name="jeayong lee" userId="0e8205fbd6162578" providerId="LiveId" clId="{AE34F6A3-7111-4D1D-9D41-1048805A1372}" dt="2026-09-03T07:00:26.849" v="1438" actId="688"/>
          <ac:spMkLst>
            <pc:docMk/>
            <pc:sldMk cId="1797167421" sldId="258"/>
            <ac:spMk id="12" creationId="{9207525B-0833-D34F-C65C-1056C7DBADEA}"/>
          </ac:spMkLst>
        </pc:spChg>
        <pc:spChg chg="mod">
          <ac:chgData name="jeayong lee" userId="0e8205fbd6162578" providerId="LiveId" clId="{AE34F6A3-7111-4D1D-9D41-1048805A1372}" dt="2026-09-02T07:41:19.259" v="1122" actId="207"/>
          <ac:spMkLst>
            <pc:docMk/>
            <pc:sldMk cId="1797167421" sldId="258"/>
            <ac:spMk id="20" creationId="{D2DBB48E-B3CF-F162-8224-AF2E944F1322}"/>
          </ac:spMkLst>
        </pc:spChg>
        <pc:spChg chg="mod">
          <ac:chgData name="jeayong lee" userId="0e8205fbd6162578" providerId="LiveId" clId="{AE34F6A3-7111-4D1D-9D41-1048805A1372}" dt="2026-09-02T07:41:19.259" v="1122" actId="207"/>
          <ac:spMkLst>
            <pc:docMk/>
            <pc:sldMk cId="1797167421" sldId="258"/>
            <ac:spMk id="22" creationId="{EA98ACDE-B278-5D29-04E4-57696E84F7B4}"/>
          </ac:spMkLst>
        </pc:spChg>
        <pc:spChg chg="mod">
          <ac:chgData name="jeayong lee" userId="0e8205fbd6162578" providerId="LiveId" clId="{AE34F6A3-7111-4D1D-9D41-1048805A1372}" dt="2026-09-02T07:41:19.259" v="1122" actId="207"/>
          <ac:spMkLst>
            <pc:docMk/>
            <pc:sldMk cId="1797167421" sldId="258"/>
            <ac:spMk id="24" creationId="{D9EA505B-D54D-2E01-3D57-EB4188C8AF07}"/>
          </ac:spMkLst>
        </pc:spChg>
        <pc:spChg chg="mod">
          <ac:chgData name="jeayong lee" userId="0e8205fbd6162578" providerId="LiveId" clId="{AE34F6A3-7111-4D1D-9D41-1048805A1372}" dt="2026-09-02T07:41:22.449" v="1123" actId="207"/>
          <ac:spMkLst>
            <pc:docMk/>
            <pc:sldMk cId="1797167421" sldId="258"/>
            <ac:spMk id="26" creationId="{E449BDCF-AB4E-A474-CBB3-478A76576DB9}"/>
          </ac:spMkLst>
        </pc:spChg>
        <pc:spChg chg="mod">
          <ac:chgData name="jeayong lee" userId="0e8205fbd6162578" providerId="LiveId" clId="{AE34F6A3-7111-4D1D-9D41-1048805A1372}" dt="2026-09-02T07:41:22.449" v="1123" actId="207"/>
          <ac:spMkLst>
            <pc:docMk/>
            <pc:sldMk cId="1797167421" sldId="258"/>
            <ac:spMk id="28" creationId="{90D2C106-50D8-F8B9-4DE9-28437D272CFA}"/>
          </ac:spMkLst>
        </pc:spChg>
        <pc:spChg chg="mod">
          <ac:chgData name="jeayong lee" userId="0e8205fbd6162578" providerId="LiveId" clId="{AE34F6A3-7111-4D1D-9D41-1048805A1372}" dt="2026-09-02T07:41:22.449" v="1123" actId="207"/>
          <ac:spMkLst>
            <pc:docMk/>
            <pc:sldMk cId="1797167421" sldId="258"/>
            <ac:spMk id="30" creationId="{FA59890A-2C07-FA44-F68B-CB3BB953DE1C}"/>
          </ac:spMkLst>
        </pc:spChg>
        <pc:grpChg chg="add del mod">
          <ac:chgData name="jeayong lee" userId="0e8205fbd6162578" providerId="LiveId" clId="{AE34F6A3-7111-4D1D-9D41-1048805A1372}" dt="2026-09-03T06:57:20.802" v="1253" actId="165"/>
          <ac:grpSpMkLst>
            <pc:docMk/>
            <pc:sldMk cId="1797167421" sldId="258"/>
            <ac:grpSpMk id="13" creationId="{1CF0E952-D2E6-41CD-F1DC-7C9047C0BC28}"/>
          </ac:grpSpMkLst>
        </pc:grpChg>
        <pc:grpChg chg="add mod">
          <ac:chgData name="jeayong lee" userId="0e8205fbd6162578" providerId="LiveId" clId="{AE34F6A3-7111-4D1D-9D41-1048805A1372}" dt="2026-09-03T06:57:45.880" v="1261" actId="164"/>
          <ac:grpSpMkLst>
            <pc:docMk/>
            <pc:sldMk cId="1797167421" sldId="258"/>
            <ac:grpSpMk id="14" creationId="{0562ABF1-14C2-A212-7B8B-6633DFF4AE9D}"/>
          </ac:grpSpMkLst>
        </pc:grpChg>
        <pc:grpChg chg="add del mod">
          <ac:chgData name="jeayong lee" userId="0e8205fbd6162578" providerId="LiveId" clId="{AE34F6A3-7111-4D1D-9D41-1048805A1372}" dt="2026-09-03T07:01:15.229" v="1449" actId="478"/>
          <ac:grpSpMkLst>
            <pc:docMk/>
            <pc:sldMk cId="1797167421" sldId="258"/>
            <ac:grpSpMk id="15" creationId="{02601688-30AD-709C-0C09-3670BF211F21}"/>
          </ac:grpSpMkLst>
        </pc:grpChg>
        <pc:grpChg chg="add del mod">
          <ac:chgData name="jeayong lee" userId="0e8205fbd6162578" providerId="LiveId" clId="{AE34F6A3-7111-4D1D-9D41-1048805A1372}" dt="2026-09-03T06:53:12.769" v="1197" actId="478"/>
          <ac:grpSpMkLst>
            <pc:docMk/>
            <pc:sldMk cId="1797167421" sldId="258"/>
            <ac:grpSpMk id="35" creationId="{C8C39248-3CD7-655D-1E7C-D0393226B570}"/>
          </ac:grpSpMkLst>
        </pc:grpChg>
        <pc:grpChg chg="add del mod">
          <ac:chgData name="jeayong lee" userId="0e8205fbd6162578" providerId="LiveId" clId="{AE34F6A3-7111-4D1D-9D41-1048805A1372}" dt="2026-09-03T06:53:12.769" v="1197" actId="478"/>
          <ac:grpSpMkLst>
            <pc:docMk/>
            <pc:sldMk cId="1797167421" sldId="258"/>
            <ac:grpSpMk id="37" creationId="{2F27CEB7-705B-56DD-2F29-CD3ADBD1A867}"/>
          </ac:grpSpMkLst>
        </pc:grpChg>
        <pc:grpChg chg="add del mod">
          <ac:chgData name="jeayong lee" userId="0e8205fbd6162578" providerId="LiveId" clId="{AE34F6A3-7111-4D1D-9D41-1048805A1372}" dt="2026-09-03T06:53:12.769" v="1197" actId="478"/>
          <ac:grpSpMkLst>
            <pc:docMk/>
            <pc:sldMk cId="1797167421" sldId="258"/>
            <ac:grpSpMk id="38" creationId="{4A87151D-0F9F-E992-A892-9F805175653E}"/>
          </ac:grpSpMkLst>
        </pc:grpChg>
        <pc:graphicFrameChg chg="add del">
          <ac:chgData name="jeayong lee" userId="0e8205fbd6162578" providerId="LiveId" clId="{AE34F6A3-7111-4D1D-9D41-1048805A1372}" dt="2026-09-02T07:48:18.393" v="1170" actId="478"/>
          <ac:graphicFrameMkLst>
            <pc:docMk/>
            <pc:sldMk cId="1797167421" sldId="258"/>
            <ac:graphicFrameMk id="39" creationId="{FF0CA356-F3E5-C97E-36B9-52917AD405EA}"/>
          </ac:graphicFrameMkLst>
        </pc:graphicFrameChg>
        <pc:picChg chg="add mod modCrop">
          <ac:chgData name="jeayong lee" userId="0e8205fbd6162578" providerId="LiveId" clId="{AE34F6A3-7111-4D1D-9D41-1048805A1372}" dt="2026-09-03T07:01:40.020" v="1450" actId="1076"/>
          <ac:picMkLst>
            <pc:docMk/>
            <pc:sldMk cId="1797167421" sldId="258"/>
            <ac:picMk id="5" creationId="{DF2146C4-BBFA-55FE-00F3-FBAFD58CC40C}"/>
          </ac:picMkLst>
        </pc:picChg>
        <pc:cxnChg chg="add del mod">
          <ac:chgData name="jeayong lee" userId="0e8205fbd6162578" providerId="LiveId" clId="{AE34F6A3-7111-4D1D-9D41-1048805A1372}" dt="2026-09-03T06:53:12.769" v="1197" actId="478"/>
          <ac:cxnSpMkLst>
            <pc:docMk/>
            <pc:sldMk cId="1797167421" sldId="258"/>
            <ac:cxnSpMk id="32" creationId="{A817B3A1-0A35-CB15-C9E1-9A7FB536A998}"/>
          </ac:cxnSpMkLst>
        </pc:cxnChg>
        <pc:cxnChg chg="add del mod">
          <ac:chgData name="jeayong lee" userId="0e8205fbd6162578" providerId="LiveId" clId="{AE34F6A3-7111-4D1D-9D41-1048805A1372}" dt="2026-09-03T06:53:12.769" v="1197" actId="478"/>
          <ac:cxnSpMkLst>
            <pc:docMk/>
            <pc:sldMk cId="1797167421" sldId="258"/>
            <ac:cxnSpMk id="34" creationId="{DD624D4E-F8C4-EAD7-F2C2-A30388DE8447}"/>
          </ac:cxnSpMkLst>
        </pc:cxnChg>
      </pc:sldChg>
      <pc:sldChg chg="addSp delSp modSp add mod">
        <pc:chgData name="jeayong lee" userId="0e8205fbd6162578" providerId="LiveId" clId="{AE34F6A3-7111-4D1D-9D41-1048805A1372}" dt="2026-09-02T07:41:33.547" v="1125" actId="207"/>
        <pc:sldMkLst>
          <pc:docMk/>
          <pc:sldMk cId="3624932880" sldId="259"/>
        </pc:sldMkLst>
        <pc:spChg chg="mod">
          <ac:chgData name="jeayong lee" userId="0e8205fbd6162578" providerId="LiveId" clId="{AE34F6A3-7111-4D1D-9D41-1048805A1372}" dt="2026-09-02T07:41:29.352" v="1124" actId="207"/>
          <ac:spMkLst>
            <pc:docMk/>
            <pc:sldMk cId="3624932880" sldId="259"/>
            <ac:spMk id="3" creationId="{C0219B2A-3348-8E22-46F8-45A3E2FC5A59}"/>
          </ac:spMkLst>
        </pc:spChg>
        <pc:spChg chg="mod">
          <ac:chgData name="jeayong lee" userId="0e8205fbd6162578" providerId="LiveId" clId="{AE34F6A3-7111-4D1D-9D41-1048805A1372}" dt="2026-09-02T06:46:36.653" v="47" actId="20577"/>
          <ac:spMkLst>
            <pc:docMk/>
            <pc:sldMk cId="3624932880" sldId="259"/>
            <ac:spMk id="4" creationId="{F1430CC0-1F47-3BEE-3543-F436FC2C6D34}"/>
          </ac:spMkLst>
        </pc:spChg>
        <pc:spChg chg="mod">
          <ac:chgData name="jeayong lee" userId="0e8205fbd6162578" providerId="LiveId" clId="{AE34F6A3-7111-4D1D-9D41-1048805A1372}" dt="2026-09-02T06:49:46.946" v="134" actId="20577"/>
          <ac:spMkLst>
            <pc:docMk/>
            <pc:sldMk cId="3624932880" sldId="259"/>
            <ac:spMk id="6" creationId="{BB69436A-916F-4EE4-E0E7-823FD0AB7E04}"/>
          </ac:spMkLst>
        </pc:spChg>
        <pc:spChg chg="mod">
          <ac:chgData name="jeayong lee" userId="0e8205fbd6162578" providerId="LiveId" clId="{AE34F6A3-7111-4D1D-9D41-1048805A1372}" dt="2026-09-02T06:46:25.028" v="25"/>
          <ac:spMkLst>
            <pc:docMk/>
            <pc:sldMk cId="3624932880" sldId="259"/>
            <ac:spMk id="9" creationId="{37921179-0F04-518D-DFFF-029A4315D928}"/>
          </ac:spMkLst>
        </pc:spChg>
        <pc:spChg chg="mod">
          <ac:chgData name="jeayong lee" userId="0e8205fbd6162578" providerId="LiveId" clId="{AE34F6A3-7111-4D1D-9D41-1048805A1372}" dt="2026-09-02T06:46:55.280" v="70" actId="20577"/>
          <ac:spMkLst>
            <pc:docMk/>
            <pc:sldMk cId="3624932880" sldId="259"/>
            <ac:spMk id="10" creationId="{5B23B068-C935-FA9B-20F0-37B77B85569F}"/>
          </ac:spMkLst>
        </pc:spChg>
        <pc:spChg chg="mod">
          <ac:chgData name="jeayong lee" userId="0e8205fbd6162578" providerId="LiveId" clId="{AE34F6A3-7111-4D1D-9D41-1048805A1372}" dt="2026-09-02T06:46:25.028" v="25"/>
          <ac:spMkLst>
            <pc:docMk/>
            <pc:sldMk cId="3624932880" sldId="259"/>
            <ac:spMk id="11" creationId="{D72B72BE-2F14-3450-99A1-0B0F5A3464A7}"/>
          </ac:spMkLst>
        </pc:spChg>
        <pc:spChg chg="add mod">
          <ac:chgData name="jeayong lee" userId="0e8205fbd6162578" providerId="LiveId" clId="{AE34F6A3-7111-4D1D-9D41-1048805A1372}" dt="2026-09-02T06:50:18.470" v="141" actId="164"/>
          <ac:spMkLst>
            <pc:docMk/>
            <pc:sldMk cId="3624932880" sldId="259"/>
            <ac:spMk id="12" creationId="{F6B2B2E3-901A-F24B-9139-6AD07445F466}"/>
          </ac:spMkLst>
        </pc:spChg>
        <pc:spChg chg="add mod">
          <ac:chgData name="jeayong lee" userId="0e8205fbd6162578" providerId="LiveId" clId="{AE34F6A3-7111-4D1D-9D41-1048805A1372}" dt="2026-09-02T06:50:18.470" v="141" actId="164"/>
          <ac:spMkLst>
            <pc:docMk/>
            <pc:sldMk cId="3624932880" sldId="259"/>
            <ac:spMk id="14" creationId="{0082E6B8-5E65-478A-F522-FD36FD9FC310}"/>
          </ac:spMkLst>
        </pc:spChg>
        <pc:spChg chg="del mod">
          <ac:chgData name="jeayong lee" userId="0e8205fbd6162578" providerId="LiveId" clId="{AE34F6A3-7111-4D1D-9D41-1048805A1372}" dt="2026-09-02T06:46:01.322" v="13" actId="478"/>
          <ac:spMkLst>
            <pc:docMk/>
            <pc:sldMk cId="3624932880" sldId="259"/>
            <ac:spMk id="20" creationId="{DF183833-E943-9F82-31BF-9C572BBBF5CB}"/>
          </ac:spMkLst>
        </pc:spChg>
        <pc:spChg chg="del mod topLvl">
          <ac:chgData name="jeayong lee" userId="0e8205fbd6162578" providerId="LiveId" clId="{AE34F6A3-7111-4D1D-9D41-1048805A1372}" dt="2026-09-02T06:46:08.300" v="22" actId="478"/>
          <ac:spMkLst>
            <pc:docMk/>
            <pc:sldMk cId="3624932880" sldId="259"/>
            <ac:spMk id="22" creationId="{EEDBA316-3D16-CFE6-D2E4-357B0785FE66}"/>
          </ac:spMkLst>
        </pc:spChg>
        <pc:spChg chg="mod">
          <ac:chgData name="jeayong lee" userId="0e8205fbd6162578" providerId="LiveId" clId="{AE34F6A3-7111-4D1D-9D41-1048805A1372}" dt="2026-09-02T07:41:33.547" v="1125" actId="207"/>
          <ac:spMkLst>
            <pc:docMk/>
            <pc:sldMk cId="3624932880" sldId="259"/>
            <ac:spMk id="23" creationId="{0338EA74-6C82-EE95-335A-93EDFFC5D812}"/>
          </ac:spMkLst>
        </pc:spChg>
        <pc:spChg chg="del topLvl">
          <ac:chgData name="jeayong lee" userId="0e8205fbd6162578" providerId="LiveId" clId="{AE34F6A3-7111-4D1D-9D41-1048805A1372}" dt="2026-09-02T06:46:09.884" v="23" actId="478"/>
          <ac:spMkLst>
            <pc:docMk/>
            <pc:sldMk cId="3624932880" sldId="259"/>
            <ac:spMk id="24" creationId="{1F446100-7E3C-BE0B-502E-4F47C27EA988}"/>
          </ac:spMkLst>
        </pc:spChg>
        <pc:spChg chg="mod">
          <ac:chgData name="jeayong lee" userId="0e8205fbd6162578" providerId="LiveId" clId="{AE34F6A3-7111-4D1D-9D41-1048805A1372}" dt="2026-09-02T07:41:33.547" v="1125" actId="207"/>
          <ac:spMkLst>
            <pc:docMk/>
            <pc:sldMk cId="3624932880" sldId="259"/>
            <ac:spMk id="25" creationId="{E6356FCE-E8D0-4F13-4B31-E4F915C98A71}"/>
          </ac:spMkLst>
        </pc:spChg>
        <pc:spChg chg="mod">
          <ac:chgData name="jeayong lee" userId="0e8205fbd6162578" providerId="LiveId" clId="{AE34F6A3-7111-4D1D-9D41-1048805A1372}" dt="2026-09-02T07:41:33.547" v="1125" actId="207"/>
          <ac:spMkLst>
            <pc:docMk/>
            <pc:sldMk cId="3624932880" sldId="259"/>
            <ac:spMk id="29" creationId="{8C8A7D8A-96BF-5F4C-7497-B110BB8950D5}"/>
          </ac:spMkLst>
        </pc:spChg>
        <pc:spChg chg="mod">
          <ac:chgData name="jeayong lee" userId="0e8205fbd6162578" providerId="LiveId" clId="{AE34F6A3-7111-4D1D-9D41-1048805A1372}" dt="2026-09-02T07:41:33.547" v="1125" actId="207"/>
          <ac:spMkLst>
            <pc:docMk/>
            <pc:sldMk cId="3624932880" sldId="259"/>
            <ac:spMk id="31" creationId="{35235084-7EBD-6C2D-2302-1A4D4024CB59}"/>
          </ac:spMkLst>
        </pc:spChg>
        <pc:spChg chg="mod">
          <ac:chgData name="jeayong lee" userId="0e8205fbd6162578" providerId="LiveId" clId="{AE34F6A3-7111-4D1D-9D41-1048805A1372}" dt="2026-09-02T07:41:33.547" v="1125" actId="207"/>
          <ac:spMkLst>
            <pc:docMk/>
            <pc:sldMk cId="3624932880" sldId="259"/>
            <ac:spMk id="33" creationId="{0F6BF2B6-BFF3-FB47-FC64-0D445514F198}"/>
          </ac:spMkLst>
        </pc:spChg>
        <pc:grpChg chg="add del mod">
          <ac:chgData name="jeayong lee" userId="0e8205fbd6162578" providerId="LiveId" clId="{AE34F6A3-7111-4D1D-9D41-1048805A1372}" dt="2026-09-02T06:50:11.999" v="139" actId="478"/>
          <ac:grpSpMkLst>
            <pc:docMk/>
            <pc:sldMk cId="3624932880" sldId="259"/>
            <ac:grpSpMk id="8" creationId="{55A19A08-4EC7-CEBC-D075-A220DFB9C943}"/>
          </ac:grpSpMkLst>
        </pc:grpChg>
        <pc:grpChg chg="add mod">
          <ac:chgData name="jeayong lee" userId="0e8205fbd6162578" providerId="LiveId" clId="{AE34F6A3-7111-4D1D-9D41-1048805A1372}" dt="2026-09-02T06:50:18.470" v="141" actId="164"/>
          <ac:grpSpMkLst>
            <pc:docMk/>
            <pc:sldMk cId="3624932880" sldId="259"/>
            <ac:grpSpMk id="18" creationId="{ABB0EB37-3D39-4FED-0B96-92AB6A15DA21}"/>
          </ac:grpSpMkLst>
        </pc:grpChg>
        <pc:grpChg chg="add mod">
          <ac:chgData name="jeayong lee" userId="0e8205fbd6162578" providerId="LiveId" clId="{AE34F6A3-7111-4D1D-9D41-1048805A1372}" dt="2026-09-02T07:41:33.547" v="1125" actId="207"/>
          <ac:grpSpMkLst>
            <pc:docMk/>
            <pc:sldMk cId="3624932880" sldId="259"/>
            <ac:grpSpMk id="19" creationId="{DEAF5EFA-CDBE-515F-2EC6-CBBCD1F5021E}"/>
          </ac:grpSpMkLst>
        </pc:grpChg>
        <pc:grpChg chg="mod">
          <ac:chgData name="jeayong lee" userId="0e8205fbd6162578" providerId="LiveId" clId="{AE34F6A3-7111-4D1D-9D41-1048805A1372}" dt="2026-09-02T07:41:33.547" v="1125" actId="207"/>
          <ac:grpSpMkLst>
            <pc:docMk/>
            <pc:sldMk cId="3624932880" sldId="259"/>
            <ac:grpSpMk id="21" creationId="{87020208-A936-0468-5AAA-0EAEFE68927B}"/>
          </ac:grpSpMkLst>
        </pc:grpChg>
        <pc:grpChg chg="del mod">
          <ac:chgData name="jeayong lee" userId="0e8205fbd6162578" providerId="LiveId" clId="{AE34F6A3-7111-4D1D-9D41-1048805A1372}" dt="2026-09-02T06:46:02.004" v="15" actId="478"/>
          <ac:grpSpMkLst>
            <pc:docMk/>
            <pc:sldMk cId="3624932880" sldId="259"/>
            <ac:grpSpMk id="35" creationId="{49BC5295-E2BA-9A88-F508-56477CCD8C56}"/>
          </ac:grpSpMkLst>
        </pc:grpChg>
        <pc:grpChg chg="del">
          <ac:chgData name="jeayong lee" userId="0e8205fbd6162578" providerId="LiveId" clId="{AE34F6A3-7111-4D1D-9D41-1048805A1372}" dt="2026-09-02T06:46:08.300" v="22" actId="478"/>
          <ac:grpSpMkLst>
            <pc:docMk/>
            <pc:sldMk cId="3624932880" sldId="259"/>
            <ac:grpSpMk id="37" creationId="{E34BDA0B-4656-C4AA-9DB3-9A7A14C6E8B0}"/>
          </ac:grpSpMkLst>
        </pc:grpChg>
        <pc:grpChg chg="mod">
          <ac:chgData name="jeayong lee" userId="0e8205fbd6162578" providerId="LiveId" clId="{AE34F6A3-7111-4D1D-9D41-1048805A1372}" dt="2026-09-02T06:50:18.470" v="141" actId="164"/>
          <ac:grpSpMkLst>
            <pc:docMk/>
            <pc:sldMk cId="3624932880" sldId="259"/>
            <ac:grpSpMk id="38" creationId="{08944199-31CA-4874-2BF7-CBDBEA74380E}"/>
          </ac:grpSpMkLst>
        </pc:grpChg>
        <pc:cxnChg chg="add mod">
          <ac:chgData name="jeayong lee" userId="0e8205fbd6162578" providerId="LiveId" clId="{AE34F6A3-7111-4D1D-9D41-1048805A1372}" dt="2026-09-02T06:50:18.470" v="141" actId="164"/>
          <ac:cxnSpMkLst>
            <pc:docMk/>
            <pc:sldMk cId="3624932880" sldId="259"/>
            <ac:cxnSpMk id="16" creationId="{18FFD94D-1B9E-C52B-FD9D-B8826B7384A4}"/>
          </ac:cxnSpMkLst>
        </pc:cxnChg>
        <pc:cxnChg chg="del mod">
          <ac:chgData name="jeayong lee" userId="0e8205fbd6162578" providerId="LiveId" clId="{AE34F6A3-7111-4D1D-9D41-1048805A1372}" dt="2026-09-02T06:50:53.684" v="180" actId="478"/>
          <ac:cxnSpMkLst>
            <pc:docMk/>
            <pc:sldMk cId="3624932880" sldId="259"/>
            <ac:cxnSpMk id="27" creationId="{CF605744-BB3C-A153-7E62-02EBCD26AFB4}"/>
          </ac:cxnSpMkLst>
        </pc:cxnChg>
        <pc:cxnChg chg="del mod">
          <ac:chgData name="jeayong lee" userId="0e8205fbd6162578" providerId="LiveId" clId="{AE34F6A3-7111-4D1D-9D41-1048805A1372}" dt="2026-09-02T06:46:04.199" v="18" actId="478"/>
          <ac:cxnSpMkLst>
            <pc:docMk/>
            <pc:sldMk cId="3624932880" sldId="259"/>
            <ac:cxnSpMk id="32" creationId="{8FE3FCC0-F7EC-7345-772B-FAFA7DC22C4A}"/>
          </ac:cxnSpMkLst>
        </pc:cxnChg>
        <pc:cxnChg chg="del">
          <ac:chgData name="jeayong lee" userId="0e8205fbd6162578" providerId="LiveId" clId="{AE34F6A3-7111-4D1D-9D41-1048805A1372}" dt="2026-09-02T06:46:03.129" v="16" actId="478"/>
          <ac:cxnSpMkLst>
            <pc:docMk/>
            <pc:sldMk cId="3624932880" sldId="259"/>
            <ac:cxnSpMk id="34" creationId="{9CCE0922-03E5-46C4-DFB3-561D785B5CC1}"/>
          </ac:cxnSpMkLst>
        </pc:cxnChg>
        <pc:cxnChg chg="add mod">
          <ac:chgData name="jeayong lee" userId="0e8205fbd6162578" providerId="LiveId" clId="{AE34F6A3-7111-4D1D-9D41-1048805A1372}" dt="2026-09-02T06:51:42.330" v="186" actId="1582"/>
          <ac:cxnSpMkLst>
            <pc:docMk/>
            <pc:sldMk cId="3624932880" sldId="259"/>
            <ac:cxnSpMk id="41" creationId="{BCF29387-AF08-10A9-DCC7-EE7ACDAE5603}"/>
          </ac:cxnSpMkLst>
        </pc:cxnChg>
      </pc:sldChg>
      <pc:sldChg chg="addSp delSp modSp add del mod">
        <pc:chgData name="jeayong lee" userId="0e8205fbd6162578" providerId="LiveId" clId="{AE34F6A3-7111-4D1D-9D41-1048805A1372}" dt="2026-09-02T07:03:16.521" v="456" actId="47"/>
        <pc:sldMkLst>
          <pc:docMk/>
          <pc:sldMk cId="3471279993" sldId="260"/>
        </pc:sldMkLst>
        <pc:spChg chg="del">
          <ac:chgData name="jeayong lee" userId="0e8205fbd6162578" providerId="LiveId" clId="{AE34F6A3-7111-4D1D-9D41-1048805A1372}" dt="2026-09-02T06:52:33.085" v="205" actId="478"/>
          <ac:spMkLst>
            <pc:docMk/>
            <pc:sldMk cId="3471279993" sldId="260"/>
            <ac:spMk id="3" creationId="{F8E4D2B1-E711-6475-730F-D22BAEB4E324}"/>
          </ac:spMkLst>
        </pc:spChg>
        <pc:spChg chg="mod">
          <ac:chgData name="jeayong lee" userId="0e8205fbd6162578" providerId="LiveId" clId="{AE34F6A3-7111-4D1D-9D41-1048805A1372}" dt="2026-09-02T06:52:24.681" v="199" actId="571"/>
          <ac:spMkLst>
            <pc:docMk/>
            <pc:sldMk cId="3471279993" sldId="260"/>
            <ac:spMk id="7" creationId="{DD75A543-EE49-2D7A-88DD-FACCAE47F6C0}"/>
          </ac:spMkLst>
        </pc:spChg>
        <pc:spChg chg="mod">
          <ac:chgData name="jeayong lee" userId="0e8205fbd6162578" providerId="LiveId" clId="{AE34F6A3-7111-4D1D-9D41-1048805A1372}" dt="2026-09-02T06:52:24.681" v="199" actId="571"/>
          <ac:spMkLst>
            <pc:docMk/>
            <pc:sldMk cId="3471279993" sldId="260"/>
            <ac:spMk id="8" creationId="{1F6E676C-C3B1-E82A-FD21-1C168A4B47D4}"/>
          </ac:spMkLst>
        </pc:spChg>
        <pc:spChg chg="mod">
          <ac:chgData name="jeayong lee" userId="0e8205fbd6162578" providerId="LiveId" clId="{AE34F6A3-7111-4D1D-9D41-1048805A1372}" dt="2026-09-02T06:52:24.681" v="199" actId="571"/>
          <ac:spMkLst>
            <pc:docMk/>
            <pc:sldMk cId="3471279993" sldId="260"/>
            <ac:spMk id="10" creationId="{A6BD690B-BA6F-0D63-19DC-19AB10351018}"/>
          </ac:spMkLst>
        </pc:spChg>
        <pc:spChg chg="mod">
          <ac:chgData name="jeayong lee" userId="0e8205fbd6162578" providerId="LiveId" clId="{AE34F6A3-7111-4D1D-9D41-1048805A1372}" dt="2026-09-02T06:52:24.681" v="199" actId="571"/>
          <ac:spMkLst>
            <pc:docMk/>
            <pc:sldMk cId="3471279993" sldId="260"/>
            <ac:spMk id="11" creationId="{75481AD8-5B22-5FB9-E89E-AA5FBDF4F58E}"/>
          </ac:spMkLst>
        </pc:spChg>
        <pc:spChg chg="mod">
          <ac:chgData name="jeayong lee" userId="0e8205fbd6162578" providerId="LiveId" clId="{AE34F6A3-7111-4D1D-9D41-1048805A1372}" dt="2026-09-02T06:52:24.681" v="199" actId="571"/>
          <ac:spMkLst>
            <pc:docMk/>
            <pc:sldMk cId="3471279993" sldId="260"/>
            <ac:spMk id="13" creationId="{AACE5F03-79C9-DC60-EF0E-461DA09C4172}"/>
          </ac:spMkLst>
        </pc:spChg>
        <pc:spChg chg="mod">
          <ac:chgData name="jeayong lee" userId="0e8205fbd6162578" providerId="LiveId" clId="{AE34F6A3-7111-4D1D-9D41-1048805A1372}" dt="2026-09-02T06:52:24.681" v="199" actId="571"/>
          <ac:spMkLst>
            <pc:docMk/>
            <pc:sldMk cId="3471279993" sldId="260"/>
            <ac:spMk id="20" creationId="{BE2DA7C0-0CFA-EF75-13A8-9AC9D5D1793C}"/>
          </ac:spMkLst>
        </pc:spChg>
        <pc:spChg chg="mod">
          <ac:chgData name="jeayong lee" userId="0e8205fbd6162578" providerId="LiveId" clId="{AE34F6A3-7111-4D1D-9D41-1048805A1372}" dt="2026-09-02T06:52:24.681" v="199" actId="571"/>
          <ac:spMkLst>
            <pc:docMk/>
            <pc:sldMk cId="3471279993" sldId="260"/>
            <ac:spMk id="22" creationId="{F4F743E7-1907-56CE-20FD-9F221104B2A5}"/>
          </ac:spMkLst>
        </pc:spChg>
        <pc:spChg chg="mod">
          <ac:chgData name="jeayong lee" userId="0e8205fbd6162578" providerId="LiveId" clId="{AE34F6A3-7111-4D1D-9D41-1048805A1372}" dt="2026-09-02T06:52:24.681" v="199" actId="571"/>
          <ac:spMkLst>
            <pc:docMk/>
            <pc:sldMk cId="3471279993" sldId="260"/>
            <ac:spMk id="24" creationId="{802B78BA-F573-2FFE-9C45-E5E77EAFF0DE}"/>
          </ac:spMkLst>
        </pc:spChg>
        <pc:spChg chg="mod">
          <ac:chgData name="jeayong lee" userId="0e8205fbd6162578" providerId="LiveId" clId="{AE34F6A3-7111-4D1D-9D41-1048805A1372}" dt="2026-09-02T06:52:24.681" v="199" actId="571"/>
          <ac:spMkLst>
            <pc:docMk/>
            <pc:sldMk cId="3471279993" sldId="260"/>
            <ac:spMk id="26" creationId="{F0ACFCF4-284A-B2E5-E8DC-C1D43E8AE87C}"/>
          </ac:spMkLst>
        </pc:spChg>
        <pc:spChg chg="mod">
          <ac:chgData name="jeayong lee" userId="0e8205fbd6162578" providerId="LiveId" clId="{AE34F6A3-7111-4D1D-9D41-1048805A1372}" dt="2026-09-02T06:52:24.681" v="199" actId="571"/>
          <ac:spMkLst>
            <pc:docMk/>
            <pc:sldMk cId="3471279993" sldId="260"/>
            <ac:spMk id="27" creationId="{2E1BBB84-5891-E5CA-AE59-14F836DA6408}"/>
          </ac:spMkLst>
        </pc:spChg>
        <pc:spChg chg="del mod">
          <ac:chgData name="jeayong lee" userId="0e8205fbd6162578" providerId="LiveId" clId="{AE34F6A3-7111-4D1D-9D41-1048805A1372}" dt="2026-09-02T06:52:34.280" v="207" actId="478"/>
          <ac:spMkLst>
            <pc:docMk/>
            <pc:sldMk cId="3471279993" sldId="260"/>
            <ac:spMk id="29" creationId="{9A1141B8-77A7-AA24-26B1-BED80ABA2837}"/>
          </ac:spMkLst>
        </pc:spChg>
        <pc:grpChg chg="del mod">
          <ac:chgData name="jeayong lee" userId="0e8205fbd6162578" providerId="LiveId" clId="{AE34F6A3-7111-4D1D-9D41-1048805A1372}" dt="2026-09-02T06:52:38.750" v="208" actId="478"/>
          <ac:grpSpMkLst>
            <pc:docMk/>
            <pc:sldMk cId="3471279993" sldId="260"/>
            <ac:grpSpMk id="2" creationId="{296B320D-DD27-A634-1F65-1053032AAD6E}"/>
          </ac:grpSpMkLst>
        </pc:grpChg>
        <pc:grpChg chg="del mod">
          <ac:chgData name="jeayong lee" userId="0e8205fbd6162578" providerId="LiveId" clId="{AE34F6A3-7111-4D1D-9D41-1048805A1372}" dt="2026-09-02T06:52:38.750" v="208" actId="478"/>
          <ac:grpSpMkLst>
            <pc:docMk/>
            <pc:sldMk cId="3471279993" sldId="260"/>
            <ac:grpSpMk id="15" creationId="{75E0B393-7FE0-56BF-ED9A-E06C9FB00766}"/>
          </ac:grpSpMkLst>
        </pc:grpChg>
        <pc:grpChg chg="del mod">
          <ac:chgData name="jeayong lee" userId="0e8205fbd6162578" providerId="LiveId" clId="{AE34F6A3-7111-4D1D-9D41-1048805A1372}" dt="2026-09-02T06:52:38.750" v="208" actId="478"/>
          <ac:grpSpMkLst>
            <pc:docMk/>
            <pc:sldMk cId="3471279993" sldId="260"/>
            <ac:grpSpMk id="18" creationId="{71E539EE-9622-8D08-74FF-A38588E5211D}"/>
          </ac:grpSpMkLst>
        </pc:grpChg>
        <pc:grpChg chg="del mod">
          <ac:chgData name="jeayong lee" userId="0e8205fbd6162578" providerId="LiveId" clId="{AE34F6A3-7111-4D1D-9D41-1048805A1372}" dt="2026-09-02T06:52:38.750" v="208" actId="478"/>
          <ac:grpSpMkLst>
            <pc:docMk/>
            <pc:sldMk cId="3471279993" sldId="260"/>
            <ac:grpSpMk id="19" creationId="{BC466A0B-2281-5DE0-4838-BC5CA999EE18}"/>
          </ac:grpSpMkLst>
        </pc:grpChg>
        <pc:cxnChg chg="del mod">
          <ac:chgData name="jeayong lee" userId="0e8205fbd6162578" providerId="LiveId" clId="{AE34F6A3-7111-4D1D-9D41-1048805A1372}" dt="2026-09-02T06:52:38.750" v="208" actId="478"/>
          <ac:cxnSpMkLst>
            <pc:docMk/>
            <pc:sldMk cId="3471279993" sldId="260"/>
            <ac:cxnSpMk id="41" creationId="{18BAFDB5-740D-9175-ADDF-2CCC119D20DE}"/>
          </ac:cxnSpMkLst>
        </pc:cxnChg>
      </pc:sldChg>
      <pc:sldChg chg="addSp delSp modSp add mod">
        <pc:chgData name="jeayong lee" userId="0e8205fbd6162578" providerId="LiveId" clId="{AE34F6A3-7111-4D1D-9D41-1048805A1372}" dt="2026-09-02T07:58:13.980" v="1181" actId="27918"/>
        <pc:sldMkLst>
          <pc:docMk/>
          <pc:sldMk cId="2948334852" sldId="261"/>
        </pc:sldMkLst>
        <pc:spChg chg="mod">
          <ac:chgData name="jeayong lee" userId="0e8205fbd6162578" providerId="LiveId" clId="{AE34F6A3-7111-4D1D-9D41-1048805A1372}" dt="2026-09-02T07:41:38.480" v="1126" actId="207"/>
          <ac:spMkLst>
            <pc:docMk/>
            <pc:sldMk cId="2948334852" sldId="261"/>
            <ac:spMk id="3" creationId="{380E63A0-6351-1A98-8592-EF043A3FE4D4}"/>
          </ac:spMkLst>
        </pc:spChg>
        <pc:spChg chg="mod">
          <ac:chgData name="jeayong lee" userId="0e8205fbd6162578" providerId="LiveId" clId="{AE34F6A3-7111-4D1D-9D41-1048805A1372}" dt="2026-09-02T07:41:38.480" v="1126" actId="207"/>
          <ac:spMkLst>
            <pc:docMk/>
            <pc:sldMk cId="2948334852" sldId="261"/>
            <ac:spMk id="4" creationId="{364D8307-F78A-D645-7C41-A82FD00F2F3F}"/>
          </ac:spMkLst>
        </pc:spChg>
        <pc:spChg chg="mod">
          <ac:chgData name="jeayong lee" userId="0e8205fbd6162578" providerId="LiveId" clId="{AE34F6A3-7111-4D1D-9D41-1048805A1372}" dt="2026-09-02T07:41:38.480" v="1126" actId="207"/>
          <ac:spMkLst>
            <pc:docMk/>
            <pc:sldMk cId="2948334852" sldId="261"/>
            <ac:spMk id="6" creationId="{8179535E-5DBB-D43F-10DE-D1914760AAFF}"/>
          </ac:spMkLst>
        </pc:spChg>
        <pc:spChg chg="del">
          <ac:chgData name="jeayong lee" userId="0e8205fbd6162578" providerId="LiveId" clId="{AE34F6A3-7111-4D1D-9D41-1048805A1372}" dt="2026-09-02T06:53:11.155" v="229" actId="478"/>
          <ac:spMkLst>
            <pc:docMk/>
            <pc:sldMk cId="2948334852" sldId="261"/>
            <ac:spMk id="12" creationId="{570CAD61-51E1-4817-80FE-9E07E9A36D85}"/>
          </ac:spMkLst>
        </pc:spChg>
        <pc:spChg chg="mod topLvl">
          <ac:chgData name="jeayong lee" userId="0e8205fbd6162578" providerId="LiveId" clId="{AE34F6A3-7111-4D1D-9D41-1048805A1372}" dt="2026-09-02T07:41:41.654" v="1127" actId="207"/>
          <ac:spMkLst>
            <pc:docMk/>
            <pc:sldMk cId="2948334852" sldId="261"/>
            <ac:spMk id="13" creationId="{14EA13A6-8F93-080D-DCFA-FFB2F5E93067}"/>
          </ac:spMkLst>
        </pc:spChg>
        <pc:spChg chg="del topLvl">
          <ac:chgData name="jeayong lee" userId="0e8205fbd6162578" providerId="LiveId" clId="{AE34F6A3-7111-4D1D-9D41-1048805A1372}" dt="2026-09-02T06:53:12.896" v="230" actId="478"/>
          <ac:spMkLst>
            <pc:docMk/>
            <pc:sldMk cId="2948334852" sldId="261"/>
            <ac:spMk id="14" creationId="{DBBB292A-ABA8-652E-810B-7035F8796481}"/>
          </ac:spMkLst>
        </pc:spChg>
        <pc:spChg chg="mod topLvl">
          <ac:chgData name="jeayong lee" userId="0e8205fbd6162578" providerId="LiveId" clId="{AE34F6A3-7111-4D1D-9D41-1048805A1372}" dt="2026-09-02T07:41:41.654" v="1127" actId="207"/>
          <ac:spMkLst>
            <pc:docMk/>
            <pc:sldMk cId="2948334852" sldId="261"/>
            <ac:spMk id="15" creationId="{ED0C670B-0A0B-3B11-DDCC-B39D25502F2A}"/>
          </ac:spMkLst>
        </pc:spChg>
        <pc:spChg chg="mod topLvl">
          <ac:chgData name="jeayong lee" userId="0e8205fbd6162578" providerId="LiveId" clId="{AE34F6A3-7111-4D1D-9D41-1048805A1372}" dt="2026-09-02T07:41:41.654" v="1127" actId="207"/>
          <ac:spMkLst>
            <pc:docMk/>
            <pc:sldMk cId="2948334852" sldId="261"/>
            <ac:spMk id="17" creationId="{B676971E-1194-F108-80EE-ED919813011F}"/>
          </ac:spMkLst>
        </pc:spChg>
        <pc:spChg chg="mod">
          <ac:chgData name="jeayong lee" userId="0e8205fbd6162578" providerId="LiveId" clId="{AE34F6A3-7111-4D1D-9D41-1048805A1372}" dt="2026-09-02T06:54:44.684" v="291" actId="1076"/>
          <ac:spMkLst>
            <pc:docMk/>
            <pc:sldMk cId="2948334852" sldId="261"/>
            <ac:spMk id="29" creationId="{0D70738A-A9DC-9748-28F1-214BDDC3CE35}"/>
          </ac:spMkLst>
        </pc:spChg>
        <pc:spChg chg="add mod">
          <ac:chgData name="jeayong lee" userId="0e8205fbd6162578" providerId="LiveId" clId="{AE34F6A3-7111-4D1D-9D41-1048805A1372}" dt="2026-09-02T06:59:24.641" v="446" actId="164"/>
          <ac:spMkLst>
            <pc:docMk/>
            <pc:sldMk cId="2948334852" sldId="261"/>
            <ac:spMk id="30" creationId="{EE521AF2-1A5E-1599-87FF-9BDC5A4AF47B}"/>
          </ac:spMkLst>
        </pc:spChg>
        <pc:grpChg chg="add mod">
          <ac:chgData name="jeayong lee" userId="0e8205fbd6162578" providerId="LiveId" clId="{AE34F6A3-7111-4D1D-9D41-1048805A1372}" dt="2026-09-02T07:41:38.480" v="1126" actId="207"/>
          <ac:grpSpMkLst>
            <pc:docMk/>
            <pc:sldMk cId="2948334852" sldId="261"/>
            <ac:grpSpMk id="8" creationId="{1F0127E7-FBE2-EEA4-9AAA-77CCED43A9E9}"/>
          </ac:grpSpMkLst>
        </pc:grpChg>
        <pc:grpChg chg="add del mod">
          <ac:chgData name="jeayong lee" userId="0e8205fbd6162578" providerId="LiveId" clId="{AE34F6A3-7111-4D1D-9D41-1048805A1372}" dt="2026-09-02T06:55:13.816" v="333" actId="478"/>
          <ac:grpSpMkLst>
            <pc:docMk/>
            <pc:sldMk cId="2948334852" sldId="261"/>
            <ac:grpSpMk id="9" creationId="{1D1BA901-17E6-9BB6-8559-66C216315114}"/>
          </ac:grpSpMkLst>
        </pc:grpChg>
        <pc:grpChg chg="del mod topLvl">
          <ac:chgData name="jeayong lee" userId="0e8205fbd6162578" providerId="LiveId" clId="{AE34F6A3-7111-4D1D-9D41-1048805A1372}" dt="2026-09-02T06:55:50.320" v="343" actId="165"/>
          <ac:grpSpMkLst>
            <pc:docMk/>
            <pc:sldMk cId="2948334852" sldId="261"/>
            <ac:grpSpMk id="10" creationId="{B3B57F43-92C6-013F-13D5-48B74C45496E}"/>
          </ac:grpSpMkLst>
        </pc:grpChg>
        <pc:grpChg chg="del">
          <ac:chgData name="jeayong lee" userId="0e8205fbd6162578" providerId="LiveId" clId="{AE34F6A3-7111-4D1D-9D41-1048805A1372}" dt="2026-09-02T06:53:12.896" v="230" actId="478"/>
          <ac:grpSpMkLst>
            <pc:docMk/>
            <pc:sldMk cId="2948334852" sldId="261"/>
            <ac:grpSpMk id="18" creationId="{B4E5BA40-6DE7-63D9-7B53-E962454140E8}"/>
          </ac:grpSpMkLst>
        </pc:grpChg>
        <pc:grpChg chg="del">
          <ac:chgData name="jeayong lee" userId="0e8205fbd6162578" providerId="LiveId" clId="{AE34F6A3-7111-4D1D-9D41-1048805A1372}" dt="2026-09-02T06:54:47.056" v="292" actId="478"/>
          <ac:grpSpMkLst>
            <pc:docMk/>
            <pc:sldMk cId="2948334852" sldId="261"/>
            <ac:grpSpMk id="19" creationId="{A12FD168-6CF4-2D63-6F85-A8399929F794}"/>
          </ac:grpSpMkLst>
        </pc:grpChg>
        <pc:grpChg chg="add mod">
          <ac:chgData name="jeayong lee" userId="0e8205fbd6162578" providerId="LiveId" clId="{AE34F6A3-7111-4D1D-9D41-1048805A1372}" dt="2026-09-02T07:41:41.654" v="1127" actId="207"/>
          <ac:grpSpMkLst>
            <pc:docMk/>
            <pc:sldMk cId="2948334852" sldId="261"/>
            <ac:grpSpMk id="20" creationId="{22220853-427C-4F81-DB3E-2FC16E88FD8D}"/>
          </ac:grpSpMkLst>
        </pc:grpChg>
        <pc:grpChg chg="add mod">
          <ac:chgData name="jeayong lee" userId="0e8205fbd6162578" providerId="LiveId" clId="{AE34F6A3-7111-4D1D-9D41-1048805A1372}" dt="2026-09-02T06:59:48.227" v="454" actId="1076"/>
          <ac:grpSpMkLst>
            <pc:docMk/>
            <pc:sldMk cId="2948334852" sldId="261"/>
            <ac:grpSpMk id="35" creationId="{1AD232DD-9492-63AB-7598-844DE19F024B}"/>
          </ac:grpSpMkLst>
        </pc:grpChg>
        <pc:grpChg chg="mod topLvl">
          <ac:chgData name="jeayong lee" userId="0e8205fbd6162578" providerId="LiveId" clId="{AE34F6A3-7111-4D1D-9D41-1048805A1372}" dt="2026-09-02T07:41:38.480" v="1126" actId="207"/>
          <ac:grpSpMkLst>
            <pc:docMk/>
            <pc:sldMk cId="2948334852" sldId="261"/>
            <ac:grpSpMk id="38" creationId="{0789E5D4-BBC4-AEB9-06EA-C1B5D8EA6E48}"/>
          </ac:grpSpMkLst>
        </pc:grpChg>
        <pc:graphicFrameChg chg="add mod">
          <ac:chgData name="jeayong lee" userId="0e8205fbd6162578" providerId="LiveId" clId="{AE34F6A3-7111-4D1D-9D41-1048805A1372}" dt="2026-09-02T06:54:51.079" v="293" actId="164"/>
          <ac:graphicFrameMkLst>
            <pc:docMk/>
            <pc:sldMk cId="2948334852" sldId="261"/>
            <ac:graphicFrameMk id="7" creationId="{846A2E1D-6899-5437-0A33-75DCB73C4837}"/>
          </ac:graphicFrameMkLst>
        </pc:graphicFrameChg>
        <pc:graphicFrameChg chg="del mod topLvl">
          <ac:chgData name="jeayong lee" userId="0e8205fbd6162578" providerId="LiveId" clId="{AE34F6A3-7111-4D1D-9D41-1048805A1372}" dt="2026-09-02T06:55:13.816" v="333" actId="478"/>
          <ac:graphicFrameMkLst>
            <pc:docMk/>
            <pc:sldMk cId="2948334852" sldId="261"/>
            <ac:graphicFrameMk id="11" creationId="{8DD39677-3434-0492-4749-B18C031EF3EE}"/>
          </ac:graphicFrameMkLst>
        </pc:graphicFrameChg>
        <pc:graphicFrameChg chg="add mod">
          <ac:chgData name="jeayong lee" userId="0e8205fbd6162578" providerId="LiveId" clId="{AE34F6A3-7111-4D1D-9D41-1048805A1372}" dt="2026-09-02T06:59:28.219" v="448"/>
          <ac:graphicFrameMkLst>
            <pc:docMk/>
            <pc:sldMk cId="2948334852" sldId="261"/>
            <ac:graphicFrameMk id="28" creationId="{1CC54CDC-6B88-0040-BE56-A661E7CD2A86}"/>
          </ac:graphicFrameMkLst>
        </pc:graphicFrameChg>
        <pc:picChg chg="add del mod">
          <ac:chgData name="jeayong lee" userId="0e8205fbd6162578" providerId="LiveId" clId="{AE34F6A3-7111-4D1D-9D41-1048805A1372}" dt="2026-09-02T07:30:42.890" v="826" actId="21"/>
          <ac:picMkLst>
            <pc:docMk/>
            <pc:sldMk cId="2948334852" sldId="261"/>
            <ac:picMk id="37" creationId="{2ECC504C-2EC8-0CDE-8884-9C5F3653F62D}"/>
          </ac:picMkLst>
        </pc:picChg>
        <pc:cxnChg chg="del mod">
          <ac:chgData name="jeayong lee" userId="0e8205fbd6162578" providerId="LiveId" clId="{AE34F6A3-7111-4D1D-9D41-1048805A1372}" dt="2026-09-02T06:53:09.302" v="228" actId="478"/>
          <ac:cxnSpMkLst>
            <pc:docMk/>
            <pc:sldMk cId="2948334852" sldId="261"/>
            <ac:cxnSpMk id="16" creationId="{3637AE29-8EAF-424A-DCB4-2BD14287BA86}"/>
          </ac:cxnSpMkLst>
        </pc:cxnChg>
        <pc:cxnChg chg="add mod">
          <ac:chgData name="jeayong lee" userId="0e8205fbd6162578" providerId="LiveId" clId="{AE34F6A3-7111-4D1D-9D41-1048805A1372}" dt="2026-09-02T06:58:29.930" v="395" actId="33986"/>
          <ac:cxnSpMkLst>
            <pc:docMk/>
            <pc:sldMk cId="2948334852" sldId="261"/>
            <ac:cxnSpMk id="24" creationId="{DB73A12C-D813-8873-512F-076A38D0801D}"/>
          </ac:cxnSpMkLst>
        </pc:cxnChg>
        <pc:cxnChg chg="add mod">
          <ac:chgData name="jeayong lee" userId="0e8205fbd6162578" providerId="LiveId" clId="{AE34F6A3-7111-4D1D-9D41-1048805A1372}" dt="2026-09-02T06:59:48.227" v="454" actId="1076"/>
          <ac:cxnSpMkLst>
            <pc:docMk/>
            <pc:sldMk cId="2948334852" sldId="261"/>
            <ac:cxnSpMk id="34" creationId="{B656FE4A-5E0B-32D2-05CD-75401472593A}"/>
          </ac:cxnSpMkLst>
        </pc:cxnChg>
        <pc:cxnChg chg="del mod">
          <ac:chgData name="jeayong lee" userId="0e8205fbd6162578" providerId="LiveId" clId="{AE34F6A3-7111-4D1D-9D41-1048805A1372}" dt="2026-09-02T06:54:47.056" v="292" actId="478"/>
          <ac:cxnSpMkLst>
            <pc:docMk/>
            <pc:sldMk cId="2948334852" sldId="261"/>
            <ac:cxnSpMk id="41" creationId="{C6F6E060-59A9-345B-3C40-5D7C57731412}"/>
          </ac:cxnSpMkLst>
        </pc:cxnChg>
      </pc:sldChg>
      <pc:sldChg chg="addSp delSp modSp add mod ord">
        <pc:chgData name="jeayong lee" userId="0e8205fbd6162578" providerId="LiveId" clId="{AE34F6A3-7111-4D1D-9D41-1048805A1372}" dt="2026-09-02T07:59:43.183" v="1190" actId="14100"/>
        <pc:sldMkLst>
          <pc:docMk/>
          <pc:sldMk cId="2816297726" sldId="262"/>
        </pc:sldMkLst>
        <pc:spChg chg="mod">
          <ac:chgData name="jeayong lee" userId="0e8205fbd6162578" providerId="LiveId" clId="{AE34F6A3-7111-4D1D-9D41-1048805A1372}" dt="2026-09-02T07:03:44.613" v="462" actId="571"/>
          <ac:spMkLst>
            <pc:docMk/>
            <pc:sldMk cId="2816297726" sldId="262"/>
            <ac:spMk id="5" creationId="{6E7C3EEE-A036-298A-0F8D-AFCCD3816457}"/>
          </ac:spMkLst>
        </pc:spChg>
        <pc:spChg chg="mod">
          <ac:chgData name="jeayong lee" userId="0e8205fbd6162578" providerId="LiveId" clId="{AE34F6A3-7111-4D1D-9D41-1048805A1372}" dt="2026-09-02T07:03:44.613" v="462" actId="571"/>
          <ac:spMkLst>
            <pc:docMk/>
            <pc:sldMk cId="2816297726" sldId="262"/>
            <ac:spMk id="9" creationId="{44470861-F0E4-8A3A-93A7-98327F77709E}"/>
          </ac:spMkLst>
        </pc:spChg>
        <pc:spChg chg="mod">
          <ac:chgData name="jeayong lee" userId="0e8205fbd6162578" providerId="LiveId" clId="{AE34F6A3-7111-4D1D-9D41-1048805A1372}" dt="2026-09-02T07:03:44.613" v="462" actId="571"/>
          <ac:spMkLst>
            <pc:docMk/>
            <pc:sldMk cId="2816297726" sldId="262"/>
            <ac:spMk id="10" creationId="{B8078C4C-AB92-6C0E-B8B0-43EC8B4AABF0}"/>
          </ac:spMkLst>
        </pc:spChg>
        <pc:spChg chg="mod">
          <ac:chgData name="jeayong lee" userId="0e8205fbd6162578" providerId="LiveId" clId="{AE34F6A3-7111-4D1D-9D41-1048805A1372}" dt="2026-09-02T07:42:03.982" v="1132" actId="207"/>
          <ac:spMkLst>
            <pc:docMk/>
            <pc:sldMk cId="2816297726" sldId="262"/>
            <ac:spMk id="13" creationId="{5F981AB5-6281-2D1C-4D21-67122C2315E7}"/>
          </ac:spMkLst>
        </pc:spChg>
        <pc:spChg chg="mod">
          <ac:chgData name="jeayong lee" userId="0e8205fbd6162578" providerId="LiveId" clId="{AE34F6A3-7111-4D1D-9D41-1048805A1372}" dt="2026-09-02T07:42:03.982" v="1132" actId="207"/>
          <ac:spMkLst>
            <pc:docMk/>
            <pc:sldMk cId="2816297726" sldId="262"/>
            <ac:spMk id="15" creationId="{7F01C36D-B45C-171F-06EC-80D9253E5DA5}"/>
          </ac:spMkLst>
        </pc:spChg>
        <pc:spChg chg="mod">
          <ac:chgData name="jeayong lee" userId="0e8205fbd6162578" providerId="LiveId" clId="{AE34F6A3-7111-4D1D-9D41-1048805A1372}" dt="2026-09-02T07:42:09.265" v="1133" actId="207"/>
          <ac:spMkLst>
            <pc:docMk/>
            <pc:sldMk cId="2816297726" sldId="262"/>
            <ac:spMk id="16" creationId="{3BC96665-3794-D425-EF53-B6F2188EA9A2}"/>
          </ac:spMkLst>
        </pc:spChg>
        <pc:spChg chg="mod">
          <ac:chgData name="jeayong lee" userId="0e8205fbd6162578" providerId="LiveId" clId="{AE34F6A3-7111-4D1D-9D41-1048805A1372}" dt="2026-09-02T07:42:03.982" v="1132" actId="207"/>
          <ac:spMkLst>
            <pc:docMk/>
            <pc:sldMk cId="2816297726" sldId="262"/>
            <ac:spMk id="17" creationId="{D658228D-126F-F4CF-8C0A-D2DAD892ECF0}"/>
          </ac:spMkLst>
        </pc:spChg>
        <pc:spChg chg="mod">
          <ac:chgData name="jeayong lee" userId="0e8205fbd6162578" providerId="LiveId" clId="{AE34F6A3-7111-4D1D-9D41-1048805A1372}" dt="2026-09-02T07:25:20.843" v="728" actId="20577"/>
          <ac:spMkLst>
            <pc:docMk/>
            <pc:sldMk cId="2816297726" sldId="262"/>
            <ac:spMk id="18" creationId="{6435DEE0-57A6-CABD-B5FB-5FB913C44C5C}"/>
          </ac:spMkLst>
        </pc:spChg>
        <pc:spChg chg="mod">
          <ac:chgData name="jeayong lee" userId="0e8205fbd6162578" providerId="LiveId" clId="{AE34F6A3-7111-4D1D-9D41-1048805A1372}" dt="2026-09-02T07:25:26.821" v="761" actId="20577"/>
          <ac:spMkLst>
            <pc:docMk/>
            <pc:sldMk cId="2816297726" sldId="262"/>
            <ac:spMk id="19" creationId="{9979DC2A-0A51-1724-FB0D-772AFAF898D4}"/>
          </ac:spMkLst>
        </pc:spChg>
        <pc:spChg chg="add mod">
          <ac:chgData name="jeayong lee" userId="0e8205fbd6162578" providerId="LiveId" clId="{AE34F6A3-7111-4D1D-9D41-1048805A1372}" dt="2026-09-02T07:59:31.486" v="1188" actId="1076"/>
          <ac:spMkLst>
            <pc:docMk/>
            <pc:sldMk cId="2816297726" sldId="262"/>
            <ac:spMk id="58" creationId="{9DC1442D-08F7-8F06-F999-9B4DA06EDBA5}"/>
          </ac:spMkLst>
        </pc:spChg>
        <pc:spChg chg="add mod">
          <ac:chgData name="jeayong lee" userId="0e8205fbd6162578" providerId="LiveId" clId="{AE34F6A3-7111-4D1D-9D41-1048805A1372}" dt="2026-09-02T07:59:34.173" v="1189" actId="1076"/>
          <ac:spMkLst>
            <pc:docMk/>
            <pc:sldMk cId="2816297726" sldId="262"/>
            <ac:spMk id="60" creationId="{6B24F886-52B1-E893-F105-BD5199709F95}"/>
          </ac:spMkLst>
        </pc:spChg>
        <pc:grpChg chg="add mod">
          <ac:chgData name="jeayong lee" userId="0e8205fbd6162578" providerId="LiveId" clId="{AE34F6A3-7111-4D1D-9D41-1048805A1372}" dt="2026-09-02T07:03:44.613" v="462" actId="571"/>
          <ac:grpSpMkLst>
            <pc:docMk/>
            <pc:sldMk cId="2816297726" sldId="262"/>
            <ac:grpSpMk id="2" creationId="{89E26CE1-92AC-1A5D-44C2-E023DD4073DE}"/>
          </ac:grpSpMkLst>
        </pc:grpChg>
        <pc:grpChg chg="del">
          <ac:chgData name="jeayong lee" userId="0e8205fbd6162578" providerId="LiveId" clId="{AE34F6A3-7111-4D1D-9D41-1048805A1372}" dt="2026-09-02T07:03:33.012" v="457" actId="478"/>
          <ac:grpSpMkLst>
            <pc:docMk/>
            <pc:sldMk cId="2816297726" sldId="262"/>
            <ac:grpSpMk id="8" creationId="{BE69B585-D043-6F65-B766-5C4A8C96E2B3}"/>
          </ac:grpSpMkLst>
        </pc:grpChg>
        <pc:grpChg chg="add mod topLvl">
          <ac:chgData name="jeayong lee" userId="0e8205fbd6162578" providerId="LiveId" clId="{AE34F6A3-7111-4D1D-9D41-1048805A1372}" dt="2026-09-02T07:26:25.738" v="769" actId="1076"/>
          <ac:grpSpMkLst>
            <pc:docMk/>
            <pc:sldMk cId="2816297726" sldId="262"/>
            <ac:grpSpMk id="14" creationId="{F63D3FC0-B373-BB01-DFFC-1BBE82641E52}"/>
          </ac:grpSpMkLst>
        </pc:grpChg>
        <pc:grpChg chg="mod">
          <ac:chgData name="jeayong lee" userId="0e8205fbd6162578" providerId="LiveId" clId="{AE34F6A3-7111-4D1D-9D41-1048805A1372}" dt="2026-09-02T07:59:11.901" v="1186" actId="164"/>
          <ac:grpSpMkLst>
            <pc:docMk/>
            <pc:sldMk cId="2816297726" sldId="262"/>
            <ac:grpSpMk id="20" creationId="{7805634F-862E-530C-0E38-E1AB47EB3E86}"/>
          </ac:grpSpMkLst>
        </pc:grpChg>
        <pc:grpChg chg="add del mod">
          <ac:chgData name="jeayong lee" userId="0e8205fbd6162578" providerId="LiveId" clId="{AE34F6A3-7111-4D1D-9D41-1048805A1372}" dt="2026-09-02T07:25:06.719" v="697" actId="478"/>
          <ac:grpSpMkLst>
            <pc:docMk/>
            <pc:sldMk cId="2816297726" sldId="262"/>
            <ac:grpSpMk id="23" creationId="{BB04FDD2-D316-31C2-B663-6CD646DCC552}"/>
          </ac:grpSpMkLst>
        </pc:grpChg>
        <pc:grpChg chg="del">
          <ac:chgData name="jeayong lee" userId="0e8205fbd6162578" providerId="LiveId" clId="{AE34F6A3-7111-4D1D-9D41-1048805A1372}" dt="2026-09-02T07:03:34.945" v="459" actId="478"/>
          <ac:grpSpMkLst>
            <pc:docMk/>
            <pc:sldMk cId="2816297726" sldId="262"/>
            <ac:grpSpMk id="35" creationId="{AECC7317-3BAA-5442-9A1A-27FDE8021B86}"/>
          </ac:grpSpMkLst>
        </pc:grpChg>
        <pc:grpChg chg="add mod">
          <ac:chgData name="jeayong lee" userId="0e8205fbd6162578" providerId="LiveId" clId="{AE34F6A3-7111-4D1D-9D41-1048805A1372}" dt="2026-09-02T07:59:43.183" v="1190" actId="14100"/>
          <ac:grpSpMkLst>
            <pc:docMk/>
            <pc:sldMk cId="2816297726" sldId="262"/>
            <ac:grpSpMk id="61" creationId="{C3BCD3CB-78A8-29C7-8C2D-1EB0892D064C}"/>
          </ac:grpSpMkLst>
        </pc:grpChg>
        <pc:picChg chg="add del mod">
          <ac:chgData name="jeayong lee" userId="0e8205fbd6162578" providerId="LiveId" clId="{AE34F6A3-7111-4D1D-9D41-1048805A1372}" dt="2026-09-02T07:22:35.619" v="619" actId="478"/>
          <ac:picMkLst>
            <pc:docMk/>
            <pc:sldMk cId="2816297726" sldId="262"/>
            <ac:picMk id="12" creationId="{F639AD21-D95D-EB44-4506-8040D883B122}"/>
          </ac:picMkLst>
        </pc:picChg>
        <pc:picChg chg="add del mod topLvl">
          <ac:chgData name="jeayong lee" userId="0e8205fbd6162578" providerId="LiveId" clId="{AE34F6A3-7111-4D1D-9D41-1048805A1372}" dt="2026-09-02T07:25:06.719" v="697" actId="478"/>
          <ac:picMkLst>
            <pc:docMk/>
            <pc:sldMk cId="2816297726" sldId="262"/>
            <ac:picMk id="22" creationId="{74B906DC-9824-CC9A-6957-DE2134AB0141}"/>
          </ac:picMkLst>
        </pc:picChg>
        <pc:picChg chg="add mod">
          <ac:chgData name="jeayong lee" userId="0e8205fbd6162578" providerId="LiveId" clId="{AE34F6A3-7111-4D1D-9D41-1048805A1372}" dt="2026-09-02T07:59:11.901" v="1186" actId="164"/>
          <ac:picMkLst>
            <pc:docMk/>
            <pc:sldMk cId="2816297726" sldId="262"/>
            <ac:picMk id="32" creationId="{5DC57FA3-2CDE-0769-D913-9BD238E29F30}"/>
          </ac:picMkLst>
        </pc:picChg>
        <pc:picChg chg="add mod">
          <ac:chgData name="jeayong lee" userId="0e8205fbd6162578" providerId="LiveId" clId="{AE34F6A3-7111-4D1D-9D41-1048805A1372}" dt="2026-09-02T07:59:11.901" v="1186" actId="164"/>
          <ac:picMkLst>
            <pc:docMk/>
            <pc:sldMk cId="2816297726" sldId="262"/>
            <ac:picMk id="36" creationId="{4D058B47-A02E-FADB-95DC-F531A459967D}"/>
          </ac:picMkLst>
        </pc:picChg>
        <pc:picChg chg="add mod">
          <ac:chgData name="jeayong lee" userId="0e8205fbd6162578" providerId="LiveId" clId="{AE34F6A3-7111-4D1D-9D41-1048805A1372}" dt="2026-09-02T07:59:11.901" v="1186" actId="164"/>
          <ac:picMkLst>
            <pc:docMk/>
            <pc:sldMk cId="2816297726" sldId="262"/>
            <ac:picMk id="39" creationId="{5CDFB9C9-5491-A526-E57E-353FADD73BA9}"/>
          </ac:picMkLst>
        </pc:picChg>
        <pc:picChg chg="add mod">
          <ac:chgData name="jeayong lee" userId="0e8205fbd6162578" providerId="LiveId" clId="{AE34F6A3-7111-4D1D-9D41-1048805A1372}" dt="2026-09-02T07:59:11.901" v="1186" actId="164"/>
          <ac:picMkLst>
            <pc:docMk/>
            <pc:sldMk cId="2816297726" sldId="262"/>
            <ac:picMk id="41" creationId="{0B1BAEE8-25EA-E911-4436-424AA8D6194F}"/>
          </ac:picMkLst>
        </pc:picChg>
        <pc:picChg chg="add mod">
          <ac:chgData name="jeayong lee" userId="0e8205fbd6162578" providerId="LiveId" clId="{AE34F6A3-7111-4D1D-9D41-1048805A1372}" dt="2026-09-02T07:59:11.901" v="1186" actId="164"/>
          <ac:picMkLst>
            <pc:docMk/>
            <pc:sldMk cId="2816297726" sldId="262"/>
            <ac:picMk id="51" creationId="{DCCBD021-4292-3615-E624-8078A52425EC}"/>
          </ac:picMkLst>
        </pc:picChg>
        <pc:picChg chg="add mod">
          <ac:chgData name="jeayong lee" userId="0e8205fbd6162578" providerId="LiveId" clId="{AE34F6A3-7111-4D1D-9D41-1048805A1372}" dt="2026-09-02T07:59:11.901" v="1186" actId="164"/>
          <ac:picMkLst>
            <pc:docMk/>
            <pc:sldMk cId="2816297726" sldId="262"/>
            <ac:picMk id="53" creationId="{B71B5766-A109-051E-0422-3EA6AD8FD36A}"/>
          </ac:picMkLst>
        </pc:picChg>
        <pc:cxnChg chg="del mod">
          <ac:chgData name="jeayong lee" userId="0e8205fbd6162578" providerId="LiveId" clId="{AE34F6A3-7111-4D1D-9D41-1048805A1372}" dt="2026-09-02T07:03:33.778" v="458" actId="478"/>
          <ac:cxnSpMkLst>
            <pc:docMk/>
            <pc:sldMk cId="2816297726" sldId="262"/>
            <ac:cxnSpMk id="24" creationId="{7D64F588-EFDA-C2A0-337D-FD32A49F4A25}"/>
          </ac:cxnSpMkLst>
        </pc:cxnChg>
        <pc:cxnChg chg="add del mod">
          <ac:chgData name="jeayong lee" userId="0e8205fbd6162578" providerId="LiveId" clId="{AE34F6A3-7111-4D1D-9D41-1048805A1372}" dt="2026-09-02T07:23:42.995" v="683" actId="478"/>
          <ac:cxnSpMkLst>
            <pc:docMk/>
            <pc:sldMk cId="2816297726" sldId="262"/>
            <ac:cxnSpMk id="26" creationId="{F2A0EA3A-540F-1D4F-2D52-1868950C98B3}"/>
          </ac:cxnSpMkLst>
        </pc:cxnChg>
        <pc:cxnChg chg="del mod">
          <ac:chgData name="jeayong lee" userId="0e8205fbd6162578" providerId="LiveId" clId="{AE34F6A3-7111-4D1D-9D41-1048805A1372}" dt="2026-09-02T07:03:53.407" v="464" actId="478"/>
          <ac:cxnSpMkLst>
            <pc:docMk/>
            <pc:sldMk cId="2816297726" sldId="262"/>
            <ac:cxnSpMk id="34" creationId="{183A9F3D-3167-ED86-8C70-A2C6DB1607A5}"/>
          </ac:cxnSpMkLst>
        </pc:cxnChg>
        <pc:cxnChg chg="add mod">
          <ac:chgData name="jeayong lee" userId="0e8205fbd6162578" providerId="LiveId" clId="{AE34F6A3-7111-4D1D-9D41-1048805A1372}" dt="2026-09-02T07:26:58.704" v="772" actId="1076"/>
          <ac:cxnSpMkLst>
            <pc:docMk/>
            <pc:sldMk cId="2816297726" sldId="262"/>
            <ac:cxnSpMk id="43" creationId="{BB82D8C7-4986-068E-5C0F-CAA67596A9E7}"/>
          </ac:cxnSpMkLst>
        </pc:cxnChg>
        <pc:cxnChg chg="add del mod">
          <ac:chgData name="jeayong lee" userId="0e8205fbd6162578" providerId="LiveId" clId="{AE34F6A3-7111-4D1D-9D41-1048805A1372}" dt="2026-09-02T07:24:41.211" v="693" actId="11529"/>
          <ac:cxnSpMkLst>
            <pc:docMk/>
            <pc:sldMk cId="2816297726" sldId="262"/>
            <ac:cxnSpMk id="45" creationId="{DCF63D14-2B1C-234F-21CD-88685CA97178}"/>
          </ac:cxnSpMkLst>
        </pc:cxnChg>
        <pc:cxnChg chg="add mod">
          <ac:chgData name="jeayong lee" userId="0e8205fbd6162578" providerId="LiveId" clId="{AE34F6A3-7111-4D1D-9D41-1048805A1372}" dt="2026-09-02T07:27:06.468" v="773" actId="1076"/>
          <ac:cxnSpMkLst>
            <pc:docMk/>
            <pc:sldMk cId="2816297726" sldId="262"/>
            <ac:cxnSpMk id="47" creationId="{819E6B38-9056-2B4B-7A34-479AF22AFA1D}"/>
          </ac:cxnSpMkLst>
        </pc:cxnChg>
        <pc:cxnChg chg="add mod">
          <ac:chgData name="jeayong lee" userId="0e8205fbd6162578" providerId="LiveId" clId="{AE34F6A3-7111-4D1D-9D41-1048805A1372}" dt="2026-09-02T07:27:15.498" v="776" actId="14100"/>
          <ac:cxnSpMkLst>
            <pc:docMk/>
            <pc:sldMk cId="2816297726" sldId="262"/>
            <ac:cxnSpMk id="49" creationId="{FFCD16B1-88CF-5BDD-9177-3108241D02C4}"/>
          </ac:cxnSpMkLst>
        </pc:cxnChg>
      </pc:sldChg>
      <pc:sldChg chg="addSp delSp modSp add mod ord">
        <pc:chgData name="jeayong lee" userId="0e8205fbd6162578" providerId="LiveId" clId="{AE34F6A3-7111-4D1D-9D41-1048805A1372}" dt="2026-09-02T08:37:49.782" v="1196" actId="14100"/>
        <pc:sldMkLst>
          <pc:docMk/>
          <pc:sldMk cId="3430814141" sldId="263"/>
        </pc:sldMkLst>
        <pc:spChg chg="mod">
          <ac:chgData name="jeayong lee" userId="0e8205fbd6162578" providerId="LiveId" clId="{AE34F6A3-7111-4D1D-9D41-1048805A1372}" dt="2026-09-02T07:41:46.567" v="1128" actId="207"/>
          <ac:spMkLst>
            <pc:docMk/>
            <pc:sldMk cId="3430814141" sldId="263"/>
            <ac:spMk id="13" creationId="{3881FCD9-A857-DE28-4524-3AC7790775BE}"/>
          </ac:spMkLst>
        </pc:spChg>
        <pc:spChg chg="mod">
          <ac:chgData name="jeayong lee" userId="0e8205fbd6162578" providerId="LiveId" clId="{AE34F6A3-7111-4D1D-9D41-1048805A1372}" dt="2026-09-02T07:41:46.567" v="1128" actId="207"/>
          <ac:spMkLst>
            <pc:docMk/>
            <pc:sldMk cId="3430814141" sldId="263"/>
            <ac:spMk id="15" creationId="{E0A43317-2766-61C6-7E77-799EFAEADE5A}"/>
          </ac:spMkLst>
        </pc:spChg>
        <pc:spChg chg="mod">
          <ac:chgData name="jeayong lee" userId="0e8205fbd6162578" providerId="LiveId" clId="{AE34F6A3-7111-4D1D-9D41-1048805A1372}" dt="2026-09-02T07:41:50.728" v="1129" actId="207"/>
          <ac:spMkLst>
            <pc:docMk/>
            <pc:sldMk cId="3430814141" sldId="263"/>
            <ac:spMk id="16" creationId="{B6A22E40-64BA-CD49-8B6E-96854E1761BB}"/>
          </ac:spMkLst>
        </pc:spChg>
        <pc:spChg chg="mod">
          <ac:chgData name="jeayong lee" userId="0e8205fbd6162578" providerId="LiveId" clId="{AE34F6A3-7111-4D1D-9D41-1048805A1372}" dt="2026-09-02T07:41:46.567" v="1128" actId="207"/>
          <ac:spMkLst>
            <pc:docMk/>
            <pc:sldMk cId="3430814141" sldId="263"/>
            <ac:spMk id="17" creationId="{005C3BC6-2A97-50EA-1010-90DDD17E1526}"/>
          </ac:spMkLst>
        </pc:spChg>
        <pc:spChg chg="mod">
          <ac:chgData name="jeayong lee" userId="0e8205fbd6162578" providerId="LiveId" clId="{AE34F6A3-7111-4D1D-9D41-1048805A1372}" dt="2026-09-02T07:32:02.551" v="941" actId="20577"/>
          <ac:spMkLst>
            <pc:docMk/>
            <pc:sldMk cId="3430814141" sldId="263"/>
            <ac:spMk id="18" creationId="{CB6E923A-0946-692B-C61E-55CE7514511C}"/>
          </ac:spMkLst>
        </pc:spChg>
        <pc:spChg chg="mod">
          <ac:chgData name="jeayong lee" userId="0e8205fbd6162578" providerId="LiveId" clId="{AE34F6A3-7111-4D1D-9D41-1048805A1372}" dt="2026-09-02T07:32:13.371" v="983" actId="20577"/>
          <ac:spMkLst>
            <pc:docMk/>
            <pc:sldMk cId="3430814141" sldId="263"/>
            <ac:spMk id="19" creationId="{22D5B338-C134-BAB0-388A-8DB94944B32C}"/>
          </ac:spMkLst>
        </pc:spChg>
        <pc:grpChg chg="mod topLvl">
          <ac:chgData name="jeayong lee" userId="0e8205fbd6162578" providerId="LiveId" clId="{AE34F6A3-7111-4D1D-9D41-1048805A1372}" dt="2026-09-02T08:37:46.449" v="1195" actId="14100"/>
          <ac:grpSpMkLst>
            <pc:docMk/>
            <pc:sldMk cId="3430814141" sldId="263"/>
            <ac:grpSpMk id="14" creationId="{9CE433EC-4600-AA9F-B97C-B754E86E29BC}"/>
          </ac:grpSpMkLst>
        </pc:grpChg>
        <pc:grpChg chg="mod">
          <ac:chgData name="jeayong lee" userId="0e8205fbd6162578" providerId="LiveId" clId="{AE34F6A3-7111-4D1D-9D41-1048805A1372}" dt="2026-09-02T08:37:46.449" v="1195" actId="14100"/>
          <ac:grpSpMkLst>
            <pc:docMk/>
            <pc:sldMk cId="3430814141" sldId="263"/>
            <ac:grpSpMk id="20" creationId="{B6E0FA3E-9153-6277-7B1F-60FE74C9945A}"/>
          </ac:grpSpMkLst>
        </pc:grpChg>
        <pc:grpChg chg="del mod">
          <ac:chgData name="jeayong lee" userId="0e8205fbd6162578" providerId="LiveId" clId="{AE34F6A3-7111-4D1D-9D41-1048805A1372}" dt="2026-09-02T07:31:54.491" v="923" actId="478"/>
          <ac:grpSpMkLst>
            <pc:docMk/>
            <pc:sldMk cId="3430814141" sldId="263"/>
            <ac:grpSpMk id="23" creationId="{1B9264A9-FF15-851C-FA5F-F72BAA9C0017}"/>
          </ac:grpSpMkLst>
        </pc:grpChg>
        <pc:picChg chg="add del mod">
          <ac:chgData name="jeayong lee" userId="0e8205fbd6162578" providerId="LiveId" clId="{AE34F6A3-7111-4D1D-9D41-1048805A1372}" dt="2026-09-02T07:31:19.544" v="839" actId="478"/>
          <ac:picMkLst>
            <pc:docMk/>
            <pc:sldMk cId="3430814141" sldId="263"/>
            <ac:picMk id="3" creationId="{07F920E7-E2BA-4ECA-01EE-DF6D42DB0BAC}"/>
          </ac:picMkLst>
        </pc:picChg>
        <pc:picChg chg="del">
          <ac:chgData name="jeayong lee" userId="0e8205fbd6162578" providerId="LiveId" clId="{AE34F6A3-7111-4D1D-9D41-1048805A1372}" dt="2026-09-02T07:30:52.069" v="832" actId="478"/>
          <ac:picMkLst>
            <pc:docMk/>
            <pc:sldMk cId="3430814141" sldId="263"/>
            <ac:picMk id="12" creationId="{3096057A-951B-4DD5-9016-AC5629AFB77C}"/>
          </ac:picMkLst>
        </pc:picChg>
        <pc:picChg chg="del topLvl">
          <ac:chgData name="jeayong lee" userId="0e8205fbd6162578" providerId="LiveId" clId="{AE34F6A3-7111-4D1D-9D41-1048805A1372}" dt="2026-09-02T07:31:54.491" v="923" actId="478"/>
          <ac:picMkLst>
            <pc:docMk/>
            <pc:sldMk cId="3430814141" sldId="263"/>
            <ac:picMk id="22" creationId="{76F895E3-C59F-47FA-573B-E092745F8B76}"/>
          </ac:picMkLst>
        </pc:picChg>
        <pc:cxnChg chg="mod">
          <ac:chgData name="jeayong lee" userId="0e8205fbd6162578" providerId="LiveId" clId="{AE34F6A3-7111-4D1D-9D41-1048805A1372}" dt="2026-09-02T08:37:49.782" v="1196" actId="14100"/>
          <ac:cxnSpMkLst>
            <pc:docMk/>
            <pc:sldMk cId="3430814141" sldId="263"/>
            <ac:cxnSpMk id="26" creationId="{E2E2BE26-CEF7-8EB1-EFA0-E4A6F47B17D7}"/>
          </ac:cxnSpMkLst>
        </pc:cxnChg>
      </pc:sldChg>
      <pc:sldChg chg="addSp modSp add mod">
        <pc:chgData name="jeayong lee" userId="0e8205fbd6162578" providerId="LiveId" clId="{AE34F6A3-7111-4D1D-9D41-1048805A1372}" dt="2026-09-02T07:58:53.840" v="1185" actId="14100"/>
        <pc:sldMkLst>
          <pc:docMk/>
          <pc:sldMk cId="3459975416" sldId="264"/>
        </pc:sldMkLst>
        <pc:spChg chg="mod">
          <ac:chgData name="jeayong lee" userId="0e8205fbd6162578" providerId="LiveId" clId="{AE34F6A3-7111-4D1D-9D41-1048805A1372}" dt="2026-09-02T07:41:55.199" v="1130" actId="207"/>
          <ac:spMkLst>
            <pc:docMk/>
            <pc:sldMk cId="3459975416" sldId="264"/>
            <ac:spMk id="13" creationId="{A9EA0D8E-A5E5-B61B-CE8B-AA530EF9125A}"/>
          </ac:spMkLst>
        </pc:spChg>
        <pc:spChg chg="mod">
          <ac:chgData name="jeayong lee" userId="0e8205fbd6162578" providerId="LiveId" clId="{AE34F6A3-7111-4D1D-9D41-1048805A1372}" dt="2026-09-02T07:41:55.199" v="1130" actId="207"/>
          <ac:spMkLst>
            <pc:docMk/>
            <pc:sldMk cId="3459975416" sldId="264"/>
            <ac:spMk id="15" creationId="{22D1B887-C096-8637-A1BE-C05A234E1C14}"/>
          </ac:spMkLst>
        </pc:spChg>
        <pc:spChg chg="mod">
          <ac:chgData name="jeayong lee" userId="0e8205fbd6162578" providerId="LiveId" clId="{AE34F6A3-7111-4D1D-9D41-1048805A1372}" dt="2026-09-02T07:41:58.692" v="1131" actId="207"/>
          <ac:spMkLst>
            <pc:docMk/>
            <pc:sldMk cId="3459975416" sldId="264"/>
            <ac:spMk id="16" creationId="{519A9D91-916B-A94C-44FE-C270565E1EEC}"/>
          </ac:spMkLst>
        </pc:spChg>
        <pc:spChg chg="mod">
          <ac:chgData name="jeayong lee" userId="0e8205fbd6162578" providerId="LiveId" clId="{AE34F6A3-7111-4D1D-9D41-1048805A1372}" dt="2026-09-02T07:41:55.199" v="1130" actId="207"/>
          <ac:spMkLst>
            <pc:docMk/>
            <pc:sldMk cId="3459975416" sldId="264"/>
            <ac:spMk id="17" creationId="{DECE90F3-0443-2F67-9A18-937F2269D6C7}"/>
          </ac:spMkLst>
        </pc:spChg>
        <pc:spChg chg="mod">
          <ac:chgData name="jeayong lee" userId="0e8205fbd6162578" providerId="LiveId" clId="{AE34F6A3-7111-4D1D-9D41-1048805A1372}" dt="2026-09-02T07:41:58.692" v="1131" actId="207"/>
          <ac:spMkLst>
            <pc:docMk/>
            <pc:sldMk cId="3459975416" sldId="264"/>
            <ac:spMk id="18" creationId="{5D797860-28F1-E1E8-9FAD-67E00EE15C56}"/>
          </ac:spMkLst>
        </pc:spChg>
        <pc:spChg chg="mod">
          <ac:chgData name="jeayong lee" userId="0e8205fbd6162578" providerId="LiveId" clId="{AE34F6A3-7111-4D1D-9D41-1048805A1372}" dt="2026-09-02T07:41:58.692" v="1131" actId="207"/>
          <ac:spMkLst>
            <pc:docMk/>
            <pc:sldMk cId="3459975416" sldId="264"/>
            <ac:spMk id="19" creationId="{C36B4F24-C8D1-6C5C-610C-EAE3C9DAE20F}"/>
          </ac:spMkLst>
        </pc:spChg>
        <pc:grpChg chg="add mod">
          <ac:chgData name="jeayong lee" userId="0e8205fbd6162578" providerId="LiveId" clId="{AE34F6A3-7111-4D1D-9D41-1048805A1372}" dt="2026-09-02T07:58:53.840" v="1185" actId="14100"/>
          <ac:grpSpMkLst>
            <pc:docMk/>
            <pc:sldMk cId="3459975416" sldId="264"/>
            <ac:grpSpMk id="2" creationId="{B36A0A93-3714-E0BA-2C1A-0B154FE653B7}"/>
          </ac:grpSpMkLst>
        </pc:grpChg>
        <pc:grpChg chg="mod">
          <ac:chgData name="jeayong lee" userId="0e8205fbd6162578" providerId="LiveId" clId="{AE34F6A3-7111-4D1D-9D41-1048805A1372}" dt="2026-09-02T07:41:58.692" v="1131" actId="207"/>
          <ac:grpSpMkLst>
            <pc:docMk/>
            <pc:sldMk cId="3459975416" sldId="264"/>
            <ac:grpSpMk id="14" creationId="{8D16D654-223A-8E44-B717-D6ACADC547CF}"/>
          </ac:grpSpMkLst>
        </pc:grpChg>
        <pc:grpChg chg="mod">
          <ac:chgData name="jeayong lee" userId="0e8205fbd6162578" providerId="LiveId" clId="{AE34F6A3-7111-4D1D-9D41-1048805A1372}" dt="2026-09-02T07:58:49.286" v="1184" actId="164"/>
          <ac:grpSpMkLst>
            <pc:docMk/>
            <pc:sldMk cId="3459975416" sldId="264"/>
            <ac:grpSpMk id="20" creationId="{CAC4324C-5968-0850-FD8D-81F2B0AAF0D6}"/>
          </ac:grpSpMkLst>
        </pc:grpChg>
        <pc:grpChg chg="mod">
          <ac:chgData name="jeayong lee" userId="0e8205fbd6162578" providerId="LiveId" clId="{AE34F6A3-7111-4D1D-9D41-1048805A1372}" dt="2026-09-02T07:58:49.286" v="1184" actId="164"/>
          <ac:grpSpMkLst>
            <pc:docMk/>
            <pc:sldMk cId="3459975416" sldId="264"/>
            <ac:grpSpMk id="23" creationId="{7EBEF985-BBDB-2B71-0F8B-78925C76E0BA}"/>
          </ac:grpSpMkLst>
        </pc:grpChg>
        <pc:picChg chg="mod">
          <ac:chgData name="jeayong lee" userId="0e8205fbd6162578" providerId="LiveId" clId="{AE34F6A3-7111-4D1D-9D41-1048805A1372}" dt="2026-09-02T07:58:49.286" v="1184" actId="164"/>
          <ac:picMkLst>
            <pc:docMk/>
            <pc:sldMk cId="3459975416" sldId="264"/>
            <ac:picMk id="3" creationId="{22F87916-6B47-D5D9-FEF2-E1D4E4D3FD34}"/>
          </ac:picMkLst>
        </pc:picChg>
        <pc:picChg chg="mod">
          <ac:chgData name="jeayong lee" userId="0e8205fbd6162578" providerId="LiveId" clId="{AE34F6A3-7111-4D1D-9D41-1048805A1372}" dt="2026-09-02T07:41:58.692" v="1131" actId="207"/>
          <ac:picMkLst>
            <pc:docMk/>
            <pc:sldMk cId="3459975416" sldId="264"/>
            <ac:picMk id="22" creationId="{B66A9292-E7B6-0FE2-7BCA-52D164A4861E}"/>
          </ac:picMkLst>
        </pc:picChg>
        <pc:cxnChg chg="mod">
          <ac:chgData name="jeayong lee" userId="0e8205fbd6162578" providerId="LiveId" clId="{AE34F6A3-7111-4D1D-9D41-1048805A1372}" dt="2026-09-02T07:58:49.286" v="1184" actId="164"/>
          <ac:cxnSpMkLst>
            <pc:docMk/>
            <pc:sldMk cId="3459975416" sldId="264"/>
            <ac:cxnSpMk id="26" creationId="{EFBBAD45-6932-B9B4-9E41-B68BB1C3D223}"/>
          </ac:cxnSpMkLst>
        </pc:cxnChg>
      </pc:sldChg>
      <pc:sldChg chg="addSp delSp modSp add mod ord">
        <pc:chgData name="jeayong lee" userId="0e8205fbd6162578" providerId="LiveId" clId="{AE34F6A3-7111-4D1D-9D41-1048805A1372}" dt="2026-09-02T08:37:24.020" v="1192"/>
        <pc:sldMkLst>
          <pc:docMk/>
          <pc:sldMk cId="2008113227" sldId="265"/>
        </pc:sldMkLst>
        <pc:spChg chg="add mod">
          <ac:chgData name="jeayong lee" userId="0e8205fbd6162578" providerId="LiveId" clId="{AE34F6A3-7111-4D1D-9D41-1048805A1372}" dt="2026-09-02T07:37:42.957" v="995" actId="14100"/>
          <ac:spMkLst>
            <pc:docMk/>
            <pc:sldMk cId="2008113227" sldId="265"/>
            <ac:spMk id="2" creationId="{F7574F40-CDA0-ECDA-0D29-84C563834F79}"/>
          </ac:spMkLst>
        </pc:spChg>
        <pc:spChg chg="add del mod">
          <ac:chgData name="jeayong lee" userId="0e8205fbd6162578" providerId="LiveId" clId="{AE34F6A3-7111-4D1D-9D41-1048805A1372}" dt="2026-09-02T07:56:34.878" v="1173" actId="478"/>
          <ac:spMkLst>
            <pc:docMk/>
            <pc:sldMk cId="2008113227" sldId="265"/>
            <ac:spMk id="3" creationId="{287A4B8B-07C6-827F-0853-36D84D1ECA0C}"/>
          </ac:spMkLst>
        </pc:spChg>
        <pc:spChg chg="mod topLvl">
          <ac:chgData name="jeayong lee" userId="0e8205fbd6162578" providerId="LiveId" clId="{AE34F6A3-7111-4D1D-9D41-1048805A1372}" dt="2026-09-02T07:42:13.662" v="1134" actId="207"/>
          <ac:spMkLst>
            <pc:docMk/>
            <pc:sldMk cId="2008113227" sldId="265"/>
            <ac:spMk id="5" creationId="{A8453ED8-B3D0-B4E6-71C9-DB85066C8356}"/>
          </ac:spMkLst>
        </pc:spChg>
        <pc:spChg chg="del mod">
          <ac:chgData name="jeayong lee" userId="0e8205fbd6162578" providerId="LiveId" clId="{AE34F6A3-7111-4D1D-9D41-1048805A1372}" dt="2026-09-02T07:38:22.787" v="1008" actId="478"/>
          <ac:spMkLst>
            <pc:docMk/>
            <pc:sldMk cId="2008113227" sldId="265"/>
            <ac:spMk id="6" creationId="{79CB9310-4BE2-3885-AC56-185937B967FB}"/>
          </ac:spMkLst>
        </pc:spChg>
        <pc:spChg chg="del mod topLvl">
          <ac:chgData name="jeayong lee" userId="0e8205fbd6162578" providerId="LiveId" clId="{AE34F6A3-7111-4D1D-9D41-1048805A1372}" dt="2026-09-02T07:38:25.442" v="1009" actId="478"/>
          <ac:spMkLst>
            <pc:docMk/>
            <pc:sldMk cId="2008113227" sldId="265"/>
            <ac:spMk id="7" creationId="{978F5089-462F-3C61-CF35-429E831D8408}"/>
          </ac:spMkLst>
        </pc:spChg>
        <pc:spChg chg="add mod">
          <ac:chgData name="jeayong lee" userId="0e8205fbd6162578" providerId="LiveId" clId="{AE34F6A3-7111-4D1D-9D41-1048805A1372}" dt="2026-09-02T07:56:32.975" v="1171" actId="1076"/>
          <ac:spMkLst>
            <pc:docMk/>
            <pc:sldMk cId="2008113227" sldId="265"/>
            <ac:spMk id="8" creationId="{AA3FF6ED-6D33-2340-FCD5-F3B6ED237E6C}"/>
          </ac:spMkLst>
        </pc:spChg>
        <pc:spChg chg="mod">
          <ac:chgData name="jeayong lee" userId="0e8205fbd6162578" providerId="LiveId" clId="{AE34F6A3-7111-4D1D-9D41-1048805A1372}" dt="2026-09-02T07:42:34.698" v="1139" actId="207"/>
          <ac:spMkLst>
            <pc:docMk/>
            <pc:sldMk cId="2008113227" sldId="265"/>
            <ac:spMk id="11" creationId="{09E959F2-DD68-286D-1E9F-B4D9350EE467}"/>
          </ac:spMkLst>
        </pc:spChg>
        <pc:spChg chg="mod">
          <ac:chgData name="jeayong lee" userId="0e8205fbd6162578" providerId="LiveId" clId="{AE34F6A3-7111-4D1D-9D41-1048805A1372}" dt="2026-09-02T07:56:32.975" v="1171" actId="1076"/>
          <ac:spMkLst>
            <pc:docMk/>
            <pc:sldMk cId="2008113227" sldId="265"/>
            <ac:spMk id="12" creationId="{ADEC4C9A-7068-2DBA-0CEF-5892A95D2655}"/>
          </ac:spMkLst>
        </pc:spChg>
        <pc:spChg chg="mod">
          <ac:chgData name="jeayong lee" userId="0e8205fbd6162578" providerId="LiveId" clId="{AE34F6A3-7111-4D1D-9D41-1048805A1372}" dt="2026-09-02T07:40:04.065" v="1058"/>
          <ac:spMkLst>
            <pc:docMk/>
            <pc:sldMk cId="2008113227" sldId="265"/>
            <ac:spMk id="22" creationId="{126ED271-2575-50A7-EAE7-970CF05514D8}"/>
          </ac:spMkLst>
        </pc:spChg>
        <pc:spChg chg="mod">
          <ac:chgData name="jeayong lee" userId="0e8205fbd6162578" providerId="LiveId" clId="{AE34F6A3-7111-4D1D-9D41-1048805A1372}" dt="2026-09-02T07:40:04.065" v="1058"/>
          <ac:spMkLst>
            <pc:docMk/>
            <pc:sldMk cId="2008113227" sldId="265"/>
            <ac:spMk id="23" creationId="{3D0B25E0-745F-DFA7-E86A-28BB23D03731}"/>
          </ac:spMkLst>
        </pc:spChg>
        <pc:spChg chg="mod">
          <ac:chgData name="jeayong lee" userId="0e8205fbd6162578" providerId="LiveId" clId="{AE34F6A3-7111-4D1D-9D41-1048805A1372}" dt="2026-09-02T07:56:32.975" v="1171" actId="1076"/>
          <ac:spMkLst>
            <pc:docMk/>
            <pc:sldMk cId="2008113227" sldId="265"/>
            <ac:spMk id="25" creationId="{5C7C6B66-2276-19AB-B05F-B0CF090C0EFC}"/>
          </ac:spMkLst>
        </pc:spChg>
        <pc:spChg chg="mod">
          <ac:chgData name="jeayong lee" userId="0e8205fbd6162578" providerId="LiveId" clId="{AE34F6A3-7111-4D1D-9D41-1048805A1372}" dt="2026-09-02T07:56:32.975" v="1171" actId="1076"/>
          <ac:spMkLst>
            <pc:docMk/>
            <pc:sldMk cId="2008113227" sldId="265"/>
            <ac:spMk id="26" creationId="{A89CA2AC-F409-D1CC-A3A6-5A40AF546518}"/>
          </ac:spMkLst>
        </pc:spChg>
        <pc:spChg chg="mod">
          <ac:chgData name="jeayong lee" userId="0e8205fbd6162578" providerId="LiveId" clId="{AE34F6A3-7111-4D1D-9D41-1048805A1372}" dt="2026-09-02T07:56:32.975" v="1171" actId="1076"/>
          <ac:spMkLst>
            <pc:docMk/>
            <pc:sldMk cId="2008113227" sldId="265"/>
            <ac:spMk id="28" creationId="{CE1AA7F1-B87D-9B4D-7E9B-1D79B343A40C}"/>
          </ac:spMkLst>
        </pc:spChg>
        <pc:spChg chg="mod">
          <ac:chgData name="jeayong lee" userId="0e8205fbd6162578" providerId="LiveId" clId="{AE34F6A3-7111-4D1D-9D41-1048805A1372}" dt="2026-09-02T07:42:37.861" v="1141" actId="207"/>
          <ac:spMkLst>
            <pc:docMk/>
            <pc:sldMk cId="2008113227" sldId="265"/>
            <ac:spMk id="29" creationId="{82BF0343-6379-5D2B-441D-F4825DFA9A2C}"/>
          </ac:spMkLst>
        </pc:spChg>
        <pc:spChg chg="mod">
          <ac:chgData name="jeayong lee" userId="0e8205fbd6162578" providerId="LiveId" clId="{AE34F6A3-7111-4D1D-9D41-1048805A1372}" dt="2026-09-02T07:56:32.975" v="1171" actId="1076"/>
          <ac:spMkLst>
            <pc:docMk/>
            <pc:sldMk cId="2008113227" sldId="265"/>
            <ac:spMk id="31" creationId="{75486090-D20F-A7D6-AB96-C3458C38CDE2}"/>
          </ac:spMkLst>
        </pc:spChg>
        <pc:spChg chg="mod">
          <ac:chgData name="jeayong lee" userId="0e8205fbd6162578" providerId="LiveId" clId="{AE34F6A3-7111-4D1D-9D41-1048805A1372}" dt="2026-09-02T07:56:32.975" v="1171" actId="1076"/>
          <ac:spMkLst>
            <pc:docMk/>
            <pc:sldMk cId="2008113227" sldId="265"/>
            <ac:spMk id="33" creationId="{F02BE8CC-1C3A-3D04-2A74-822C31BFC5DF}"/>
          </ac:spMkLst>
        </pc:spChg>
        <pc:spChg chg="mod">
          <ac:chgData name="jeayong lee" userId="0e8205fbd6162578" providerId="LiveId" clId="{AE34F6A3-7111-4D1D-9D41-1048805A1372}" dt="2026-09-02T07:56:32.975" v="1171" actId="1076"/>
          <ac:spMkLst>
            <pc:docMk/>
            <pc:sldMk cId="2008113227" sldId="265"/>
            <ac:spMk id="35" creationId="{505DE8D2-FDE6-5757-FBBC-B26474C45C46}"/>
          </ac:spMkLst>
        </pc:spChg>
        <pc:spChg chg="mod">
          <ac:chgData name="jeayong lee" userId="0e8205fbd6162578" providerId="LiveId" clId="{AE34F6A3-7111-4D1D-9D41-1048805A1372}" dt="2026-09-02T07:56:32.975" v="1171" actId="1076"/>
          <ac:spMkLst>
            <pc:docMk/>
            <pc:sldMk cId="2008113227" sldId="265"/>
            <ac:spMk id="37" creationId="{27EE44AF-AA2B-624D-E8B7-610D663D4F5E}"/>
          </ac:spMkLst>
        </pc:spChg>
        <pc:spChg chg="del">
          <ac:chgData name="jeayong lee" userId="0e8205fbd6162578" providerId="LiveId" clId="{AE34F6A3-7111-4D1D-9D41-1048805A1372}" dt="2026-09-02T07:37:11.197" v="988" actId="478"/>
          <ac:spMkLst>
            <pc:docMk/>
            <pc:sldMk cId="2008113227" sldId="265"/>
            <ac:spMk id="58" creationId="{46A9B49A-7D2C-A7AF-125C-2D0C18EB0FFE}"/>
          </ac:spMkLst>
        </pc:spChg>
        <pc:spChg chg="del">
          <ac:chgData name="jeayong lee" userId="0e8205fbd6162578" providerId="LiveId" clId="{AE34F6A3-7111-4D1D-9D41-1048805A1372}" dt="2026-09-02T07:37:11.197" v="988" actId="478"/>
          <ac:spMkLst>
            <pc:docMk/>
            <pc:sldMk cId="2008113227" sldId="265"/>
            <ac:spMk id="60" creationId="{F40429FE-22BA-EF6B-A487-16512517BDC1}"/>
          </ac:spMkLst>
        </pc:spChg>
        <pc:grpChg chg="add del mod">
          <ac:chgData name="jeayong lee" userId="0e8205fbd6162578" providerId="LiveId" clId="{AE34F6A3-7111-4D1D-9D41-1048805A1372}" dt="2026-09-02T07:38:25.442" v="1009" actId="478"/>
          <ac:grpSpMkLst>
            <pc:docMk/>
            <pc:sldMk cId="2008113227" sldId="265"/>
            <ac:grpSpMk id="4" creationId="{5C440412-230A-D65E-6762-68D95C4FC0DE}"/>
          </ac:grpSpMkLst>
        </pc:grpChg>
        <pc:grpChg chg="add mod">
          <ac:chgData name="jeayong lee" userId="0e8205fbd6162578" providerId="LiveId" clId="{AE34F6A3-7111-4D1D-9D41-1048805A1372}" dt="2026-09-02T07:56:44.254" v="1176" actId="1076"/>
          <ac:grpSpMkLst>
            <pc:docMk/>
            <pc:sldMk cId="2008113227" sldId="265"/>
            <ac:grpSpMk id="9" creationId="{C094D44C-47B5-DA81-995B-D1C5D3DE5708}"/>
          </ac:grpSpMkLst>
        </pc:grpChg>
        <pc:grpChg chg="add mod">
          <ac:chgData name="jeayong lee" userId="0e8205fbd6162578" providerId="LiveId" clId="{AE34F6A3-7111-4D1D-9D41-1048805A1372}" dt="2026-09-02T07:56:44.254" v="1176" actId="1076"/>
          <ac:grpSpMkLst>
            <pc:docMk/>
            <pc:sldMk cId="2008113227" sldId="265"/>
            <ac:grpSpMk id="10" creationId="{FACF0E26-3C20-4633-7FB9-FF90CA67C450}"/>
          </ac:grpSpMkLst>
        </pc:grpChg>
        <pc:grpChg chg="del">
          <ac:chgData name="jeayong lee" userId="0e8205fbd6162578" providerId="LiveId" clId="{AE34F6A3-7111-4D1D-9D41-1048805A1372}" dt="2026-09-02T07:37:11.197" v="988" actId="478"/>
          <ac:grpSpMkLst>
            <pc:docMk/>
            <pc:sldMk cId="2008113227" sldId="265"/>
            <ac:grpSpMk id="14" creationId="{8FE365B1-DEC5-AAA8-E8BE-4981A1C06AB5}"/>
          </ac:grpSpMkLst>
        </pc:grpChg>
        <pc:grpChg chg="del">
          <ac:chgData name="jeayong lee" userId="0e8205fbd6162578" providerId="LiveId" clId="{AE34F6A3-7111-4D1D-9D41-1048805A1372}" dt="2026-09-02T07:37:11.197" v="988" actId="478"/>
          <ac:grpSpMkLst>
            <pc:docMk/>
            <pc:sldMk cId="2008113227" sldId="265"/>
            <ac:grpSpMk id="20" creationId="{8CFEBC7F-5F27-25BF-DA0F-1DC6C1255D4D}"/>
          </ac:grpSpMkLst>
        </pc:grpChg>
        <pc:grpChg chg="add mod">
          <ac:chgData name="jeayong lee" userId="0e8205fbd6162578" providerId="LiveId" clId="{AE34F6A3-7111-4D1D-9D41-1048805A1372}" dt="2026-09-02T07:40:04.065" v="1058"/>
          <ac:grpSpMkLst>
            <pc:docMk/>
            <pc:sldMk cId="2008113227" sldId="265"/>
            <ac:grpSpMk id="21" creationId="{080B711E-BD88-EB1D-11B8-BC2CAA493E0E}"/>
          </ac:grpSpMkLst>
        </pc:grpChg>
        <pc:grpChg chg="add mod">
          <ac:chgData name="jeayong lee" userId="0e8205fbd6162578" providerId="LiveId" clId="{AE34F6A3-7111-4D1D-9D41-1048805A1372}" dt="2026-09-02T07:56:44.254" v="1176" actId="1076"/>
          <ac:grpSpMkLst>
            <pc:docMk/>
            <pc:sldMk cId="2008113227" sldId="265"/>
            <ac:grpSpMk id="24" creationId="{FCB9DDAE-66C9-DB77-AA01-8912230A3306}"/>
          </ac:grpSpMkLst>
        </pc:grpChg>
        <pc:grpChg chg="add mod">
          <ac:chgData name="jeayong lee" userId="0e8205fbd6162578" providerId="LiveId" clId="{AE34F6A3-7111-4D1D-9D41-1048805A1372}" dt="2026-09-02T07:56:44.254" v="1176" actId="1076"/>
          <ac:grpSpMkLst>
            <pc:docMk/>
            <pc:sldMk cId="2008113227" sldId="265"/>
            <ac:grpSpMk id="27" creationId="{2FACCFA9-9D95-3718-9D3A-2EEC4666C2DF}"/>
          </ac:grpSpMkLst>
        </pc:grpChg>
        <pc:grpChg chg="add mod">
          <ac:chgData name="jeayong lee" userId="0e8205fbd6162578" providerId="LiveId" clId="{AE34F6A3-7111-4D1D-9D41-1048805A1372}" dt="2026-09-02T07:56:44.254" v="1176" actId="1076"/>
          <ac:grpSpMkLst>
            <pc:docMk/>
            <pc:sldMk cId="2008113227" sldId="265"/>
            <ac:grpSpMk id="30" creationId="{09AB894C-4F95-9D41-1875-511E7D55182D}"/>
          </ac:grpSpMkLst>
        </pc:grpChg>
        <pc:grpChg chg="add mod">
          <ac:chgData name="jeayong lee" userId="0e8205fbd6162578" providerId="LiveId" clId="{AE34F6A3-7111-4D1D-9D41-1048805A1372}" dt="2026-09-02T07:56:44.254" v="1176" actId="1076"/>
          <ac:grpSpMkLst>
            <pc:docMk/>
            <pc:sldMk cId="2008113227" sldId="265"/>
            <ac:grpSpMk id="34" creationId="{A14FABC6-1B16-D9C4-AB40-C0C98D5DAB64}"/>
          </ac:grpSpMkLst>
        </pc:grpChg>
        <pc:picChg chg="del">
          <ac:chgData name="jeayong lee" userId="0e8205fbd6162578" providerId="LiveId" clId="{AE34F6A3-7111-4D1D-9D41-1048805A1372}" dt="2026-09-02T07:37:11.197" v="988" actId="478"/>
          <ac:picMkLst>
            <pc:docMk/>
            <pc:sldMk cId="2008113227" sldId="265"/>
            <ac:picMk id="32" creationId="{188AADB8-7D4A-874D-25E1-5179EEC35205}"/>
          </ac:picMkLst>
        </pc:picChg>
        <pc:picChg chg="del">
          <ac:chgData name="jeayong lee" userId="0e8205fbd6162578" providerId="LiveId" clId="{AE34F6A3-7111-4D1D-9D41-1048805A1372}" dt="2026-09-02T07:37:11.197" v="988" actId="478"/>
          <ac:picMkLst>
            <pc:docMk/>
            <pc:sldMk cId="2008113227" sldId="265"/>
            <ac:picMk id="36" creationId="{CD0A672E-A304-B1DA-B83B-386CCEE0F7D1}"/>
          </ac:picMkLst>
        </pc:picChg>
        <pc:picChg chg="del">
          <ac:chgData name="jeayong lee" userId="0e8205fbd6162578" providerId="LiveId" clId="{AE34F6A3-7111-4D1D-9D41-1048805A1372}" dt="2026-09-02T07:37:11.197" v="988" actId="478"/>
          <ac:picMkLst>
            <pc:docMk/>
            <pc:sldMk cId="2008113227" sldId="265"/>
            <ac:picMk id="39" creationId="{CCA43086-D7FD-82D1-25FE-4C0C57311AAB}"/>
          </ac:picMkLst>
        </pc:picChg>
        <pc:picChg chg="del">
          <ac:chgData name="jeayong lee" userId="0e8205fbd6162578" providerId="LiveId" clId="{AE34F6A3-7111-4D1D-9D41-1048805A1372}" dt="2026-09-02T07:37:11.197" v="988" actId="478"/>
          <ac:picMkLst>
            <pc:docMk/>
            <pc:sldMk cId="2008113227" sldId="265"/>
            <ac:picMk id="41" creationId="{68C46375-921C-A0B8-9A0A-8B919AC00E33}"/>
          </ac:picMkLst>
        </pc:picChg>
        <pc:picChg chg="del">
          <ac:chgData name="jeayong lee" userId="0e8205fbd6162578" providerId="LiveId" clId="{AE34F6A3-7111-4D1D-9D41-1048805A1372}" dt="2026-09-02T07:37:11.197" v="988" actId="478"/>
          <ac:picMkLst>
            <pc:docMk/>
            <pc:sldMk cId="2008113227" sldId="265"/>
            <ac:picMk id="51" creationId="{74F06901-F5D3-5B9F-39B8-53ACF426728C}"/>
          </ac:picMkLst>
        </pc:picChg>
        <pc:picChg chg="del">
          <ac:chgData name="jeayong lee" userId="0e8205fbd6162578" providerId="LiveId" clId="{AE34F6A3-7111-4D1D-9D41-1048805A1372}" dt="2026-09-02T07:37:11.197" v="988" actId="478"/>
          <ac:picMkLst>
            <pc:docMk/>
            <pc:sldMk cId="2008113227" sldId="265"/>
            <ac:picMk id="53" creationId="{C55AE17C-4822-9187-4B1A-E689685ACC04}"/>
          </ac:picMkLst>
        </pc:picChg>
        <pc:picChg chg="add mod">
          <ac:chgData name="jeayong lee" userId="0e8205fbd6162578" providerId="LiveId" clId="{AE34F6A3-7111-4D1D-9D41-1048805A1372}" dt="2026-09-02T07:37:42.957" v="995" actId="14100"/>
          <ac:picMkLst>
            <pc:docMk/>
            <pc:sldMk cId="2008113227" sldId="265"/>
            <ac:picMk id="1025" creationId="{F17F93EF-CA0C-8946-2E12-63AEABDFF09E}"/>
          </ac:picMkLst>
        </pc:picChg>
        <pc:picChg chg="add del mod">
          <ac:chgData name="jeayong lee" userId="0e8205fbd6162578" providerId="LiveId" clId="{AE34F6A3-7111-4D1D-9D41-1048805A1372}" dt="2026-09-02T07:41:05.465" v="1119" actId="478"/>
          <ac:picMkLst>
            <pc:docMk/>
            <pc:sldMk cId="2008113227" sldId="265"/>
            <ac:picMk id="1027" creationId="{6D2B3061-EAAB-06C5-55D2-77B6D48FC70D}"/>
          </ac:picMkLst>
        </pc:picChg>
        <pc:cxnChg chg="add del mod">
          <ac:chgData name="jeayong lee" userId="0e8205fbd6162578" providerId="LiveId" clId="{AE34F6A3-7111-4D1D-9D41-1048805A1372}" dt="2026-09-02T07:42:54.709" v="1144" actId="11529"/>
          <ac:cxnSpMkLst>
            <pc:docMk/>
            <pc:sldMk cId="2008113227" sldId="265"/>
            <ac:cxnSpMk id="40" creationId="{93CF90AC-BCD6-2E72-D7D6-55989F339D91}"/>
          </ac:cxnSpMkLst>
        </pc:cxnChg>
        <pc:cxnChg chg="add mod">
          <ac:chgData name="jeayong lee" userId="0e8205fbd6162578" providerId="LiveId" clId="{AE34F6A3-7111-4D1D-9D41-1048805A1372}" dt="2026-09-02T07:44:58.413" v="1163" actId="1076"/>
          <ac:cxnSpMkLst>
            <pc:docMk/>
            <pc:sldMk cId="2008113227" sldId="265"/>
            <ac:cxnSpMk id="44" creationId="{DB43A200-DD87-4713-D347-B5AFDA785EF3}"/>
          </ac:cxnSpMkLst>
        </pc:cxnChg>
        <pc:cxnChg chg="add mod">
          <ac:chgData name="jeayong lee" userId="0e8205fbd6162578" providerId="LiveId" clId="{AE34F6A3-7111-4D1D-9D41-1048805A1372}" dt="2026-09-02T07:44:51.518" v="1162" actId="1076"/>
          <ac:cxnSpMkLst>
            <pc:docMk/>
            <pc:sldMk cId="2008113227" sldId="265"/>
            <ac:cxnSpMk id="46" creationId="{D020092A-BF74-726C-3BD8-BA82E59167FA}"/>
          </ac:cxnSpMkLst>
        </pc:cxnChg>
        <pc:cxnChg chg="add mod">
          <ac:chgData name="jeayong lee" userId="0e8205fbd6162578" providerId="LiveId" clId="{AE34F6A3-7111-4D1D-9D41-1048805A1372}" dt="2026-09-02T07:44:32.105" v="1160" actId="1076"/>
          <ac:cxnSpMkLst>
            <pc:docMk/>
            <pc:sldMk cId="2008113227" sldId="265"/>
            <ac:cxnSpMk id="50" creationId="{97A33BA3-159D-1B25-6635-D32B0AE7DBA1}"/>
          </ac:cxnSpMkLst>
        </pc:cxnChg>
        <pc:cxnChg chg="add mod">
          <ac:chgData name="jeayong lee" userId="0e8205fbd6162578" providerId="LiveId" clId="{AE34F6A3-7111-4D1D-9D41-1048805A1372}" dt="2026-09-02T07:44:40.326" v="1161" actId="1076"/>
          <ac:cxnSpMkLst>
            <pc:docMk/>
            <pc:sldMk cId="2008113227" sldId="265"/>
            <ac:cxnSpMk id="54" creationId="{C3867D28-7CBD-086B-F906-C873BD41BFF2}"/>
          </ac:cxnSpMkLst>
        </pc:cxnChg>
        <pc:cxnChg chg="add mod">
          <ac:chgData name="jeayong lee" userId="0e8205fbd6162578" providerId="LiveId" clId="{AE34F6A3-7111-4D1D-9D41-1048805A1372}" dt="2026-09-02T07:56:44.254" v="1176" actId="1076"/>
          <ac:cxnSpMkLst>
            <pc:docMk/>
            <pc:sldMk cId="2008113227" sldId="265"/>
            <ac:cxnSpMk id="56" creationId="{FCC67C97-8196-03A7-BBFD-1F9248EFD4E9}"/>
          </ac:cxnSpMkLst>
        </pc:cxnChg>
        <pc:cxnChg chg="add mod">
          <ac:chgData name="jeayong lee" userId="0e8205fbd6162578" providerId="LiveId" clId="{AE34F6A3-7111-4D1D-9D41-1048805A1372}" dt="2026-09-02T07:44:51.518" v="1162" actId="1076"/>
          <ac:cxnSpMkLst>
            <pc:docMk/>
            <pc:sldMk cId="2008113227" sldId="265"/>
            <ac:cxnSpMk id="59" creationId="{B617FA6A-2196-00B2-99C6-EE340FF8205C}"/>
          </ac:cxnSpMkLst>
        </pc:cxnChg>
        <pc:cxnChg chg="add mod">
          <ac:chgData name="jeayong lee" userId="0e8205fbd6162578" providerId="LiveId" clId="{AE34F6A3-7111-4D1D-9D41-1048805A1372}" dt="2026-09-02T07:56:44.254" v="1176" actId="1076"/>
          <ac:cxnSpMkLst>
            <pc:docMk/>
            <pc:sldMk cId="2008113227" sldId="265"/>
            <ac:cxnSpMk id="62" creationId="{F7DB434F-421A-E0D6-CC49-695E5AB64B08}"/>
          </ac:cxnSpMkLst>
        </pc:cxnChg>
        <pc:cxnChg chg="add mod">
          <ac:chgData name="jeayong lee" userId="0e8205fbd6162578" providerId="LiveId" clId="{AE34F6A3-7111-4D1D-9D41-1048805A1372}" dt="2026-09-02T07:44:40.326" v="1161" actId="1076"/>
          <ac:cxnSpMkLst>
            <pc:docMk/>
            <pc:sldMk cId="2008113227" sldId="265"/>
            <ac:cxnSpMk id="1024" creationId="{7C688C76-3D62-7572-B4F8-C60550F3AE83}"/>
          </ac:cxnSpMkLst>
        </pc:cxnChg>
        <pc:cxnChg chg="add mod">
          <ac:chgData name="jeayong lee" userId="0e8205fbd6162578" providerId="LiveId" clId="{AE34F6A3-7111-4D1D-9D41-1048805A1372}" dt="2026-09-02T07:56:39.279" v="1175" actId="1076"/>
          <ac:cxnSpMkLst>
            <pc:docMk/>
            <pc:sldMk cId="2008113227" sldId="265"/>
            <ac:cxnSpMk id="1026" creationId="{5D1B3522-6051-4E1B-5780-BC86A51F4A60}"/>
          </ac:cxnSpMkLst>
        </pc:cxnChg>
        <pc:cxnChg chg="add mod">
          <ac:chgData name="jeayong lee" userId="0e8205fbd6162578" providerId="LiveId" clId="{AE34F6A3-7111-4D1D-9D41-1048805A1372}" dt="2026-09-02T07:45:15.779" v="1166" actId="1582"/>
          <ac:cxnSpMkLst>
            <pc:docMk/>
            <pc:sldMk cId="2008113227" sldId="265"/>
            <ac:cxnSpMk id="1028" creationId="{E896A261-39A2-1FE8-5F47-135C4593E838}"/>
          </ac:cxnSpMkLst>
        </pc:cxnChg>
        <pc:cxnChg chg="add mod">
          <ac:chgData name="jeayong lee" userId="0e8205fbd6162578" providerId="LiveId" clId="{AE34F6A3-7111-4D1D-9D41-1048805A1372}" dt="2026-09-02T07:56:44.254" v="1176" actId="1076"/>
          <ac:cxnSpMkLst>
            <pc:docMk/>
            <pc:sldMk cId="2008113227" sldId="265"/>
            <ac:cxnSpMk id="1029" creationId="{A88D57A9-A973-FA4C-F631-3ED7643B47F7}"/>
          </ac:cxnSpMkLst>
        </pc:cxnChg>
        <pc:cxnChg chg="add mod">
          <ac:chgData name="jeayong lee" userId="0e8205fbd6162578" providerId="LiveId" clId="{AE34F6A3-7111-4D1D-9D41-1048805A1372}" dt="2026-09-02T07:56:44.254" v="1176" actId="1076"/>
          <ac:cxnSpMkLst>
            <pc:docMk/>
            <pc:sldMk cId="2008113227" sldId="265"/>
            <ac:cxnSpMk id="1030" creationId="{57421C11-DA4C-6CA5-CA09-B9251A9F52D1}"/>
          </ac:cxnSpMkLst>
        </pc:cxnChg>
      </pc:sldChg>
      <pc:sldChg chg="addSp delSp modSp new mod setBg">
        <pc:chgData name="jeayong lee" userId="0e8205fbd6162578" providerId="LiveId" clId="{AE34F6A3-7111-4D1D-9D41-1048805A1372}" dt="2026-09-03T07:31:13.891" v="1532" actId="1076"/>
        <pc:sldMkLst>
          <pc:docMk/>
          <pc:sldMk cId="2163362041" sldId="266"/>
        </pc:sldMkLst>
        <pc:spChg chg="add del">
          <ac:chgData name="jeayong lee" userId="0e8205fbd6162578" providerId="LiveId" clId="{AE34F6A3-7111-4D1D-9D41-1048805A1372}" dt="2026-09-03T07:17:04.211" v="1459" actId="11529"/>
          <ac:spMkLst>
            <pc:docMk/>
            <pc:sldMk cId="2163362041" sldId="266"/>
            <ac:spMk id="4" creationId="{E470D48C-23CE-BF96-EDF0-8839C819EFE8}"/>
          </ac:spMkLst>
        </pc:spChg>
        <pc:spChg chg="add del">
          <ac:chgData name="jeayong lee" userId="0e8205fbd6162578" providerId="LiveId" clId="{AE34F6A3-7111-4D1D-9D41-1048805A1372}" dt="2026-09-03T07:17:16.780" v="1463" actId="11529"/>
          <ac:spMkLst>
            <pc:docMk/>
            <pc:sldMk cId="2163362041" sldId="266"/>
            <ac:spMk id="5" creationId="{1B383279-B236-99E3-240D-DC2356A0D078}"/>
          </ac:spMkLst>
        </pc:spChg>
        <pc:spChg chg="add mod">
          <ac:chgData name="jeayong lee" userId="0e8205fbd6162578" providerId="LiveId" clId="{AE34F6A3-7111-4D1D-9D41-1048805A1372}" dt="2026-09-03T07:19:34.350" v="1499" actId="164"/>
          <ac:spMkLst>
            <pc:docMk/>
            <pc:sldMk cId="2163362041" sldId="266"/>
            <ac:spMk id="6" creationId="{A1BF0E75-6A9B-FC80-C128-03AAD8ECF044}"/>
          </ac:spMkLst>
        </pc:spChg>
        <pc:spChg chg="add mod">
          <ac:chgData name="jeayong lee" userId="0e8205fbd6162578" providerId="LiveId" clId="{AE34F6A3-7111-4D1D-9D41-1048805A1372}" dt="2026-09-03T07:19:34.350" v="1499" actId="164"/>
          <ac:spMkLst>
            <pc:docMk/>
            <pc:sldMk cId="2163362041" sldId="266"/>
            <ac:spMk id="8" creationId="{2A7A5708-ECBB-0FA2-71F3-D3752DF25FA1}"/>
          </ac:spMkLst>
        </pc:spChg>
        <pc:spChg chg="add del mod">
          <ac:chgData name="jeayong lee" userId="0e8205fbd6162578" providerId="LiveId" clId="{AE34F6A3-7111-4D1D-9D41-1048805A1372}" dt="2026-09-03T07:17:57.680" v="1477" actId="478"/>
          <ac:spMkLst>
            <pc:docMk/>
            <pc:sldMk cId="2163362041" sldId="266"/>
            <ac:spMk id="10" creationId="{B6874C19-A772-A6B8-1929-E3C2F0F21A64}"/>
          </ac:spMkLst>
        </pc:spChg>
        <pc:spChg chg="add del">
          <ac:chgData name="jeayong lee" userId="0e8205fbd6162578" providerId="LiveId" clId="{AE34F6A3-7111-4D1D-9D41-1048805A1372}" dt="2026-09-03T07:18:11.250" v="1479" actId="11529"/>
          <ac:spMkLst>
            <pc:docMk/>
            <pc:sldMk cId="2163362041" sldId="266"/>
            <ac:spMk id="11" creationId="{50CD41D8-519E-1B5B-982F-42B1B5D6795C}"/>
          </ac:spMkLst>
        </pc:spChg>
        <pc:spChg chg="add mod">
          <ac:chgData name="jeayong lee" userId="0e8205fbd6162578" providerId="LiveId" clId="{AE34F6A3-7111-4D1D-9D41-1048805A1372}" dt="2026-09-03T07:19:34.350" v="1499" actId="164"/>
          <ac:spMkLst>
            <pc:docMk/>
            <pc:sldMk cId="2163362041" sldId="266"/>
            <ac:spMk id="12" creationId="{15DE6A70-C40E-26B2-67F4-C4A6507D12A0}"/>
          </ac:spMkLst>
        </pc:spChg>
        <pc:spChg chg="add mod">
          <ac:chgData name="jeayong lee" userId="0e8205fbd6162578" providerId="LiveId" clId="{AE34F6A3-7111-4D1D-9D41-1048805A1372}" dt="2026-09-03T07:19:34.350" v="1499" actId="164"/>
          <ac:spMkLst>
            <pc:docMk/>
            <pc:sldMk cId="2163362041" sldId="266"/>
            <ac:spMk id="14" creationId="{DD4A3751-208E-62E1-BF79-CF39EF0DA07D}"/>
          </ac:spMkLst>
        </pc:spChg>
        <pc:spChg chg="add mod">
          <ac:chgData name="jeayong lee" userId="0e8205fbd6162578" providerId="LiveId" clId="{AE34F6A3-7111-4D1D-9D41-1048805A1372}" dt="2026-09-03T07:19:34.350" v="1499" actId="164"/>
          <ac:spMkLst>
            <pc:docMk/>
            <pc:sldMk cId="2163362041" sldId="266"/>
            <ac:spMk id="15" creationId="{DBF97349-C97A-715D-1692-A1691EC959CA}"/>
          </ac:spMkLst>
        </pc:spChg>
        <pc:spChg chg="add mod">
          <ac:chgData name="jeayong lee" userId="0e8205fbd6162578" providerId="LiveId" clId="{AE34F6A3-7111-4D1D-9D41-1048805A1372}" dt="2026-09-03T07:19:34.350" v="1499" actId="164"/>
          <ac:spMkLst>
            <pc:docMk/>
            <pc:sldMk cId="2163362041" sldId="266"/>
            <ac:spMk id="17" creationId="{973B67DA-ECA2-B0F4-917D-F7C9FFF1FFDD}"/>
          </ac:spMkLst>
        </pc:spChg>
        <pc:spChg chg="add del mod">
          <ac:chgData name="jeayong lee" userId="0e8205fbd6162578" providerId="LiveId" clId="{AE34F6A3-7111-4D1D-9D41-1048805A1372}" dt="2026-09-03T07:19:17.424" v="1495" actId="22"/>
          <ac:spMkLst>
            <pc:docMk/>
            <pc:sldMk cId="2163362041" sldId="266"/>
            <ac:spMk id="19" creationId="{CCB1AC1F-DFC6-7281-ABD9-FCBD16BC1BFE}"/>
          </ac:spMkLst>
        </pc:spChg>
        <pc:spChg chg="add del">
          <ac:chgData name="jeayong lee" userId="0e8205fbd6162578" providerId="LiveId" clId="{AE34F6A3-7111-4D1D-9D41-1048805A1372}" dt="2026-09-03T07:23:58.960" v="1515" actId="26606"/>
          <ac:spMkLst>
            <pc:docMk/>
            <pc:sldMk cId="2163362041" sldId="266"/>
            <ac:spMk id="26" creationId="{42A4FC2C-047E-45A5-965D-8E1E3BF09BC6}"/>
          </ac:spMkLst>
        </pc:spChg>
        <pc:spChg chg="add del">
          <ac:chgData name="jeayong lee" userId="0e8205fbd6162578" providerId="LiveId" clId="{AE34F6A3-7111-4D1D-9D41-1048805A1372}" dt="2026-09-03T07:23:48.881" v="1509" actId="26606"/>
          <ac:spMkLst>
            <pc:docMk/>
            <pc:sldMk cId="2163362041" sldId="266"/>
            <ac:spMk id="29" creationId="{42A4FC2C-047E-45A5-965D-8E1E3BF09BC6}"/>
          </ac:spMkLst>
        </pc:spChg>
        <pc:grpChg chg="add del mod">
          <ac:chgData name="jeayong lee" userId="0e8205fbd6162578" providerId="LiveId" clId="{AE34F6A3-7111-4D1D-9D41-1048805A1372}" dt="2026-09-03T07:21:14.964" v="1500" actId="478"/>
          <ac:grpSpMkLst>
            <pc:docMk/>
            <pc:sldMk cId="2163362041" sldId="266"/>
            <ac:grpSpMk id="20" creationId="{9FF45356-5E82-A4AC-0A95-E51654B299A4}"/>
          </ac:grpSpMkLst>
        </pc:grpChg>
        <pc:picChg chg="add mod">
          <ac:chgData name="jeayong lee" userId="0e8205fbd6162578" providerId="LiveId" clId="{AE34F6A3-7111-4D1D-9D41-1048805A1372}" dt="2026-09-03T07:19:34.350" v="1499" actId="164"/>
          <ac:picMkLst>
            <pc:docMk/>
            <pc:sldMk cId="2163362041" sldId="266"/>
            <ac:picMk id="3" creationId="{D9FED0C7-088A-C6FA-D1D2-42A43B28E3FC}"/>
          </ac:picMkLst>
        </pc:picChg>
        <pc:picChg chg="add del mod modCrop">
          <ac:chgData name="jeayong lee" userId="0e8205fbd6162578" providerId="LiveId" clId="{AE34F6A3-7111-4D1D-9D41-1048805A1372}" dt="2026-09-03T07:23:45.441" v="1506" actId="478"/>
          <ac:picMkLst>
            <pc:docMk/>
            <pc:sldMk cId="2163362041" sldId="266"/>
            <ac:picMk id="22" creationId="{727E6DF4-4ACC-08D9-8B0D-58E37C0E5521}"/>
          </ac:picMkLst>
        </pc:picChg>
        <pc:picChg chg="add del mod">
          <ac:chgData name="jeayong lee" userId="0e8205fbd6162578" providerId="LiveId" clId="{AE34F6A3-7111-4D1D-9D41-1048805A1372}" dt="2026-09-03T07:25:38.475" v="1525" actId="478"/>
          <ac:picMkLst>
            <pc:docMk/>
            <pc:sldMk cId="2163362041" sldId="266"/>
            <ac:picMk id="24" creationId="{A91F017E-F382-84CE-91A9-2EA0ECBB5E5D}"/>
          </ac:picMkLst>
        </pc:picChg>
        <pc:picChg chg="add mod">
          <ac:chgData name="jeayong lee" userId="0e8205fbd6162578" providerId="LiveId" clId="{AE34F6A3-7111-4D1D-9D41-1048805A1372}" dt="2026-09-03T07:31:13.891" v="1532" actId="1076"/>
          <ac:picMkLst>
            <pc:docMk/>
            <pc:sldMk cId="2163362041" sldId="266"/>
            <ac:picMk id="27" creationId="{7A8BC928-36BB-9579-D047-57E900016A24}"/>
          </ac:picMkLst>
        </pc:picChg>
      </pc:sldChg>
      <pc:sldChg chg="addSp modSp new mod">
        <pc:chgData name="jeayong lee" userId="0e8205fbd6162578" providerId="LiveId" clId="{AE34F6A3-7111-4D1D-9D41-1048805A1372}" dt="2026-09-03T07:35:17.021" v="1535" actId="1076"/>
        <pc:sldMkLst>
          <pc:docMk/>
          <pc:sldMk cId="3268224829" sldId="267"/>
        </pc:sldMkLst>
        <pc:picChg chg="add mod">
          <ac:chgData name="jeayong lee" userId="0e8205fbd6162578" providerId="LiveId" clId="{AE34F6A3-7111-4D1D-9D41-1048805A1372}" dt="2026-09-03T07:35:17.021" v="1535" actId="1076"/>
          <ac:picMkLst>
            <pc:docMk/>
            <pc:sldMk cId="3268224829" sldId="267"/>
            <ac:picMk id="3" creationId="{508DD2E5-D2B7-5684-7A0E-EFE3915696AD}"/>
          </ac:picMkLst>
        </pc:picChg>
      </pc:sldChg>
      <pc:sldChg chg="addSp delSp modSp new mod">
        <pc:chgData name="jeayong lee" userId="0e8205fbd6162578" providerId="LiveId" clId="{AE34F6A3-7111-4D1D-9D41-1048805A1372}" dt="2026-09-03T07:42:47.811" v="1585" actId="164"/>
        <pc:sldMkLst>
          <pc:docMk/>
          <pc:sldMk cId="637137896" sldId="268"/>
        </pc:sldMkLst>
        <pc:spChg chg="add mod">
          <ac:chgData name="jeayong lee" userId="0e8205fbd6162578" providerId="LiveId" clId="{AE34F6A3-7111-4D1D-9D41-1048805A1372}" dt="2026-09-03T07:42:16.799" v="1578" actId="164"/>
          <ac:spMkLst>
            <pc:docMk/>
            <pc:sldMk cId="637137896" sldId="268"/>
            <ac:spMk id="6" creationId="{5EBD3111-B084-A8B1-6DFE-EE3464CD7BE5}"/>
          </ac:spMkLst>
        </pc:spChg>
        <pc:spChg chg="add mod">
          <ac:chgData name="jeayong lee" userId="0e8205fbd6162578" providerId="LiveId" clId="{AE34F6A3-7111-4D1D-9D41-1048805A1372}" dt="2026-09-03T07:42:16.799" v="1578" actId="164"/>
          <ac:spMkLst>
            <pc:docMk/>
            <pc:sldMk cId="637137896" sldId="268"/>
            <ac:spMk id="8" creationId="{379BD7C6-D51D-C4EC-6B51-59944D0B10B3}"/>
          </ac:spMkLst>
        </pc:spChg>
        <pc:spChg chg="add del">
          <ac:chgData name="jeayong lee" userId="0e8205fbd6162578" providerId="LiveId" clId="{AE34F6A3-7111-4D1D-9D41-1048805A1372}" dt="2026-09-03T07:41:07.343" v="1560" actId="22"/>
          <ac:spMkLst>
            <pc:docMk/>
            <pc:sldMk cId="637137896" sldId="268"/>
            <ac:spMk id="10" creationId="{FAC7D930-CE85-A561-640B-857FD1DE5ECA}"/>
          </ac:spMkLst>
        </pc:spChg>
        <pc:spChg chg="add mod">
          <ac:chgData name="jeayong lee" userId="0e8205fbd6162578" providerId="LiveId" clId="{AE34F6A3-7111-4D1D-9D41-1048805A1372}" dt="2026-09-03T07:42:16.799" v="1578" actId="164"/>
          <ac:spMkLst>
            <pc:docMk/>
            <pc:sldMk cId="637137896" sldId="268"/>
            <ac:spMk id="12" creationId="{05DC7F71-22A5-92DC-E23D-5DBEC8E5C10E}"/>
          </ac:spMkLst>
        </pc:spChg>
        <pc:spChg chg="add mod">
          <ac:chgData name="jeayong lee" userId="0e8205fbd6162578" providerId="LiveId" clId="{AE34F6A3-7111-4D1D-9D41-1048805A1372}" dt="2026-09-03T07:42:16.799" v="1578" actId="164"/>
          <ac:spMkLst>
            <pc:docMk/>
            <pc:sldMk cId="637137896" sldId="268"/>
            <ac:spMk id="14" creationId="{A6354FD2-69D7-AFFC-D86C-8937D4DF80E0}"/>
          </ac:spMkLst>
        </pc:spChg>
        <pc:spChg chg="add mod">
          <ac:chgData name="jeayong lee" userId="0e8205fbd6162578" providerId="LiveId" clId="{AE34F6A3-7111-4D1D-9D41-1048805A1372}" dt="2026-09-03T07:42:16.799" v="1578" actId="164"/>
          <ac:spMkLst>
            <pc:docMk/>
            <pc:sldMk cId="637137896" sldId="268"/>
            <ac:spMk id="16" creationId="{8B5DB5BC-043E-B016-A3BB-C9B4C1FA5E7C}"/>
          </ac:spMkLst>
        </pc:spChg>
        <pc:spChg chg="add mod">
          <ac:chgData name="jeayong lee" userId="0e8205fbd6162578" providerId="LiveId" clId="{AE34F6A3-7111-4D1D-9D41-1048805A1372}" dt="2026-09-03T07:42:47.811" v="1585" actId="164"/>
          <ac:spMkLst>
            <pc:docMk/>
            <pc:sldMk cId="637137896" sldId="268"/>
            <ac:spMk id="19" creationId="{1F18BF9F-6DE2-A0B1-30D7-3FB58BD79D01}"/>
          </ac:spMkLst>
        </pc:spChg>
        <pc:spChg chg="add mod">
          <ac:chgData name="jeayong lee" userId="0e8205fbd6162578" providerId="LiveId" clId="{AE34F6A3-7111-4D1D-9D41-1048805A1372}" dt="2026-09-03T07:42:47.811" v="1585" actId="164"/>
          <ac:spMkLst>
            <pc:docMk/>
            <pc:sldMk cId="637137896" sldId="268"/>
            <ac:spMk id="21" creationId="{7B1E0AEA-334C-EC10-B93F-B5F16C158B12}"/>
          </ac:spMkLst>
        </pc:spChg>
        <pc:grpChg chg="add mod">
          <ac:chgData name="jeayong lee" userId="0e8205fbd6162578" providerId="LiveId" clId="{AE34F6A3-7111-4D1D-9D41-1048805A1372}" dt="2026-09-03T07:42:47.811" v="1585" actId="164"/>
          <ac:grpSpMkLst>
            <pc:docMk/>
            <pc:sldMk cId="637137896" sldId="268"/>
            <ac:grpSpMk id="17" creationId="{B61A95C2-EFB0-2505-F3AB-8B68CCE6D9C8}"/>
          </ac:grpSpMkLst>
        </pc:grpChg>
        <pc:grpChg chg="add mod">
          <ac:chgData name="jeayong lee" userId="0e8205fbd6162578" providerId="LiveId" clId="{AE34F6A3-7111-4D1D-9D41-1048805A1372}" dt="2026-09-03T07:42:47.811" v="1585" actId="164"/>
          <ac:grpSpMkLst>
            <pc:docMk/>
            <pc:sldMk cId="637137896" sldId="268"/>
            <ac:grpSpMk id="22" creationId="{BC5915CD-C855-783F-9B7C-CE2EF651C104}"/>
          </ac:grpSpMkLst>
        </pc:grpChg>
        <pc:picChg chg="add del mod">
          <ac:chgData name="jeayong lee" userId="0e8205fbd6162578" providerId="LiveId" clId="{AE34F6A3-7111-4D1D-9D41-1048805A1372}" dt="2026-09-03T07:38:23.001" v="1539" actId="478"/>
          <ac:picMkLst>
            <pc:docMk/>
            <pc:sldMk cId="637137896" sldId="268"/>
            <ac:picMk id="3" creationId="{E74CB3EB-704C-B39E-4322-4AA9EF1F9931}"/>
          </ac:picMkLst>
        </pc:picChg>
        <pc:picChg chg="add mod modCrop">
          <ac:chgData name="jeayong lee" userId="0e8205fbd6162578" providerId="LiveId" clId="{AE34F6A3-7111-4D1D-9D41-1048805A1372}" dt="2026-09-03T07:42:16.799" v="1578" actId="164"/>
          <ac:picMkLst>
            <pc:docMk/>
            <pc:sldMk cId="637137896" sldId="268"/>
            <ac:picMk id="5" creationId="{07D0557F-E68C-D687-EF47-A335CB707C1A}"/>
          </ac:picMkLst>
        </pc:picChg>
      </pc:sldChg>
      <pc:sldChg chg="addSp delSp modSp new mod">
        <pc:chgData name="jeayong lee" userId="0e8205fbd6162578" providerId="LiveId" clId="{AE34F6A3-7111-4D1D-9D41-1048805A1372}" dt="2026-09-03T08:21:07.137" v="1798" actId="478"/>
        <pc:sldMkLst>
          <pc:docMk/>
          <pc:sldMk cId="4230941103" sldId="269"/>
        </pc:sldMkLst>
        <pc:spChg chg="add mod">
          <ac:chgData name="jeayong lee" userId="0e8205fbd6162578" providerId="LiveId" clId="{AE34F6A3-7111-4D1D-9D41-1048805A1372}" dt="2026-09-03T07:45:44.821" v="1599" actId="164"/>
          <ac:spMkLst>
            <pc:docMk/>
            <pc:sldMk cId="4230941103" sldId="269"/>
            <ac:spMk id="4" creationId="{4BF13595-7574-334A-9A54-EC750BC0E098}"/>
          </ac:spMkLst>
        </pc:spChg>
        <pc:spChg chg="add mod">
          <ac:chgData name="jeayong lee" userId="0e8205fbd6162578" providerId="LiveId" clId="{AE34F6A3-7111-4D1D-9D41-1048805A1372}" dt="2026-09-03T07:45:44.821" v="1599" actId="164"/>
          <ac:spMkLst>
            <pc:docMk/>
            <pc:sldMk cId="4230941103" sldId="269"/>
            <ac:spMk id="6" creationId="{841532EB-F1BE-17F9-BA99-78EE77B8B82A}"/>
          </ac:spMkLst>
        </pc:spChg>
        <pc:spChg chg="del mod">
          <ac:chgData name="jeayong lee" userId="0e8205fbd6162578" providerId="LiveId" clId="{AE34F6A3-7111-4D1D-9D41-1048805A1372}" dt="2026-09-03T07:54:46.431" v="1645" actId="478"/>
          <ac:spMkLst>
            <pc:docMk/>
            <pc:sldMk cId="4230941103" sldId="269"/>
            <ac:spMk id="10" creationId="{82F868C2-E4B1-F8A6-0534-019003EAF623}"/>
          </ac:spMkLst>
        </pc:spChg>
        <pc:spChg chg="del mod">
          <ac:chgData name="jeayong lee" userId="0e8205fbd6162578" providerId="LiveId" clId="{AE34F6A3-7111-4D1D-9D41-1048805A1372}" dt="2026-09-03T07:54:47.861" v="1646" actId="478"/>
          <ac:spMkLst>
            <pc:docMk/>
            <pc:sldMk cId="4230941103" sldId="269"/>
            <ac:spMk id="11" creationId="{EC63B59A-1148-91A5-D02E-2A99B193A0B2}"/>
          </ac:spMkLst>
        </pc:spChg>
        <pc:spChg chg="del mod">
          <ac:chgData name="jeayong lee" userId="0e8205fbd6162578" providerId="LiveId" clId="{AE34F6A3-7111-4D1D-9D41-1048805A1372}" dt="2026-09-03T07:54:49.033" v="1648" actId="478"/>
          <ac:spMkLst>
            <pc:docMk/>
            <pc:sldMk cId="4230941103" sldId="269"/>
            <ac:spMk id="14" creationId="{A472D62A-6BAA-3ED8-B92B-24374C66710D}"/>
          </ac:spMkLst>
        </pc:spChg>
        <pc:spChg chg="del mod">
          <ac:chgData name="jeayong lee" userId="0e8205fbd6162578" providerId="LiveId" clId="{AE34F6A3-7111-4D1D-9D41-1048805A1372}" dt="2026-09-03T07:54:50.472" v="1649" actId="478"/>
          <ac:spMkLst>
            <pc:docMk/>
            <pc:sldMk cId="4230941103" sldId="269"/>
            <ac:spMk id="15" creationId="{0FA41465-F5D8-C890-1761-3091D2AAC7D8}"/>
          </ac:spMkLst>
        </pc:spChg>
        <pc:spChg chg="add mod">
          <ac:chgData name="jeayong lee" userId="0e8205fbd6162578" providerId="LiveId" clId="{AE34F6A3-7111-4D1D-9D41-1048805A1372}" dt="2026-09-03T07:48:54.271" v="1633" actId="164"/>
          <ac:spMkLst>
            <pc:docMk/>
            <pc:sldMk cId="4230941103" sldId="269"/>
            <ac:spMk id="16" creationId="{0EC20DFE-29C0-789B-1C69-58C0FD8526CF}"/>
          </ac:spMkLst>
        </pc:spChg>
        <pc:spChg chg="del mod topLvl">
          <ac:chgData name="jeayong lee" userId="0e8205fbd6162578" providerId="LiveId" clId="{AE34F6A3-7111-4D1D-9D41-1048805A1372}" dt="2026-09-03T07:58:53.051" v="1752" actId="478"/>
          <ac:spMkLst>
            <pc:docMk/>
            <pc:sldMk cId="4230941103" sldId="269"/>
            <ac:spMk id="22" creationId="{C2B69C9B-2ABD-6824-2A5E-937A614C3178}"/>
          </ac:spMkLst>
        </pc:spChg>
        <pc:spChg chg="add del mod topLvl">
          <ac:chgData name="jeayong lee" userId="0e8205fbd6162578" providerId="LiveId" clId="{AE34F6A3-7111-4D1D-9D41-1048805A1372}" dt="2026-09-03T07:56:23.451" v="1697" actId="478"/>
          <ac:spMkLst>
            <pc:docMk/>
            <pc:sldMk cId="4230941103" sldId="269"/>
            <ac:spMk id="24" creationId="{B24D801F-5FE2-184C-4D39-08E6C97A6E81}"/>
          </ac:spMkLst>
        </pc:spChg>
        <pc:spChg chg="add del mod topLvl">
          <ac:chgData name="jeayong lee" userId="0e8205fbd6162578" providerId="LiveId" clId="{AE34F6A3-7111-4D1D-9D41-1048805A1372}" dt="2026-09-03T07:56:22.935" v="1696" actId="478"/>
          <ac:spMkLst>
            <pc:docMk/>
            <pc:sldMk cId="4230941103" sldId="269"/>
            <ac:spMk id="25" creationId="{D21C78D4-B9D0-C977-98CF-D380A45D0445}"/>
          </ac:spMkLst>
        </pc:spChg>
        <pc:spChg chg="del mod topLvl">
          <ac:chgData name="jeayong lee" userId="0e8205fbd6162578" providerId="LiveId" clId="{AE34F6A3-7111-4D1D-9D41-1048805A1372}" dt="2026-09-03T07:57:23.513" v="1718" actId="478"/>
          <ac:spMkLst>
            <pc:docMk/>
            <pc:sldMk cId="4230941103" sldId="269"/>
            <ac:spMk id="30" creationId="{D7B04361-CCF3-4319-5BD6-E6CB6EE84836}"/>
          </ac:spMkLst>
        </pc:spChg>
        <pc:spChg chg="add del mod topLvl">
          <ac:chgData name="jeayong lee" userId="0e8205fbd6162578" providerId="LiveId" clId="{AE34F6A3-7111-4D1D-9D41-1048805A1372}" dt="2026-09-03T07:58:55.732" v="1753" actId="478"/>
          <ac:spMkLst>
            <pc:docMk/>
            <pc:sldMk cId="4230941103" sldId="269"/>
            <ac:spMk id="32" creationId="{E835AA63-9357-777D-9CAF-4F1AF557995C}"/>
          </ac:spMkLst>
        </pc:spChg>
        <pc:spChg chg="add del mod topLvl">
          <ac:chgData name="jeayong lee" userId="0e8205fbd6162578" providerId="LiveId" clId="{AE34F6A3-7111-4D1D-9D41-1048805A1372}" dt="2026-09-03T07:58:53.051" v="1752" actId="478"/>
          <ac:spMkLst>
            <pc:docMk/>
            <pc:sldMk cId="4230941103" sldId="269"/>
            <ac:spMk id="33" creationId="{2611C0B0-233A-2B38-412A-06580D74B499}"/>
          </ac:spMkLst>
        </pc:spChg>
        <pc:spChg chg="add del mod">
          <ac:chgData name="jeayong lee" userId="0e8205fbd6162578" providerId="LiveId" clId="{AE34F6A3-7111-4D1D-9D41-1048805A1372}" dt="2026-09-03T08:21:07.137" v="1798" actId="478"/>
          <ac:spMkLst>
            <pc:docMk/>
            <pc:sldMk cId="4230941103" sldId="269"/>
            <ac:spMk id="37" creationId="{F57EF402-5330-8AC7-8D69-C77FE2170878}"/>
          </ac:spMkLst>
        </pc:spChg>
        <pc:grpChg chg="add mod">
          <ac:chgData name="jeayong lee" userId="0e8205fbd6162578" providerId="LiveId" clId="{AE34F6A3-7111-4D1D-9D41-1048805A1372}" dt="2026-09-03T07:48:54.271" v="1633" actId="164"/>
          <ac:grpSpMkLst>
            <pc:docMk/>
            <pc:sldMk cId="4230941103" sldId="269"/>
            <ac:grpSpMk id="7" creationId="{61C4CD1B-0F29-1F47-04D8-5253185E6AF3}"/>
          </ac:grpSpMkLst>
        </pc:grpChg>
        <pc:grpChg chg="add del mod">
          <ac:chgData name="jeayong lee" userId="0e8205fbd6162578" providerId="LiveId" clId="{AE34F6A3-7111-4D1D-9D41-1048805A1372}" dt="2026-09-03T07:54:47.861" v="1646" actId="478"/>
          <ac:grpSpMkLst>
            <pc:docMk/>
            <pc:sldMk cId="4230941103" sldId="269"/>
            <ac:grpSpMk id="8" creationId="{9C7DA583-D2E0-2446-F0E8-A104E94CA822}"/>
          </ac:grpSpMkLst>
        </pc:grpChg>
        <pc:grpChg chg="add del mod">
          <ac:chgData name="jeayong lee" userId="0e8205fbd6162578" providerId="LiveId" clId="{AE34F6A3-7111-4D1D-9D41-1048805A1372}" dt="2026-09-03T07:54:50.472" v="1649" actId="478"/>
          <ac:grpSpMkLst>
            <pc:docMk/>
            <pc:sldMk cId="4230941103" sldId="269"/>
            <ac:grpSpMk id="12" creationId="{3CABECB5-EF35-C33B-D1CE-6C7F68237E8A}"/>
          </ac:grpSpMkLst>
        </pc:grpChg>
        <pc:grpChg chg="add mod">
          <ac:chgData name="jeayong lee" userId="0e8205fbd6162578" providerId="LiveId" clId="{AE34F6A3-7111-4D1D-9D41-1048805A1372}" dt="2026-09-03T07:59:00.021" v="1754" actId="164"/>
          <ac:grpSpMkLst>
            <pc:docMk/>
            <pc:sldMk cId="4230941103" sldId="269"/>
            <ac:grpSpMk id="17" creationId="{1FF3A66C-520A-F0CF-FCA6-9F12453ED53A}"/>
          </ac:grpSpMkLst>
        </pc:grpChg>
        <pc:grpChg chg="add del mod">
          <ac:chgData name="jeayong lee" userId="0e8205fbd6162578" providerId="LiveId" clId="{AE34F6A3-7111-4D1D-9D41-1048805A1372}" dt="2026-09-03T07:56:07.565" v="1683" actId="165"/>
          <ac:grpSpMkLst>
            <pc:docMk/>
            <pc:sldMk cId="4230941103" sldId="269"/>
            <ac:grpSpMk id="18" creationId="{854766FD-CD9E-127F-EA84-DD940F12B9D6}"/>
          </ac:grpSpMkLst>
        </pc:grpChg>
        <pc:grpChg chg="del mod topLvl">
          <ac:chgData name="jeayong lee" userId="0e8205fbd6162578" providerId="LiveId" clId="{AE34F6A3-7111-4D1D-9D41-1048805A1372}" dt="2026-09-03T07:56:18.703" v="1693" actId="165"/>
          <ac:grpSpMkLst>
            <pc:docMk/>
            <pc:sldMk cId="4230941103" sldId="269"/>
            <ac:grpSpMk id="19" creationId="{4D06367B-EFB1-DE71-6F9C-71EEA4BD19AB}"/>
          </ac:grpSpMkLst>
        </pc:grpChg>
        <pc:grpChg chg="add del mod">
          <ac:chgData name="jeayong lee" userId="0e8205fbd6162578" providerId="LiveId" clId="{AE34F6A3-7111-4D1D-9D41-1048805A1372}" dt="2026-09-03T07:57:18.721" v="1715" actId="165"/>
          <ac:grpSpMkLst>
            <pc:docMk/>
            <pc:sldMk cId="4230941103" sldId="269"/>
            <ac:grpSpMk id="26" creationId="{0CF44E43-01E6-5BFB-AC07-9F406C7CD1DB}"/>
          </ac:grpSpMkLst>
        </pc:grpChg>
        <pc:grpChg chg="del mod topLvl">
          <ac:chgData name="jeayong lee" userId="0e8205fbd6162578" providerId="LiveId" clId="{AE34F6A3-7111-4D1D-9D41-1048805A1372}" dt="2026-09-03T07:57:30.291" v="1723" actId="165"/>
          <ac:grpSpMkLst>
            <pc:docMk/>
            <pc:sldMk cId="4230941103" sldId="269"/>
            <ac:grpSpMk id="27" creationId="{5D5ECA2F-BFF0-C0E6-B6EC-045E34DCB342}"/>
          </ac:grpSpMkLst>
        </pc:grpChg>
        <pc:grpChg chg="add del mod">
          <ac:chgData name="jeayong lee" userId="0e8205fbd6162578" providerId="LiveId" clId="{AE34F6A3-7111-4D1D-9D41-1048805A1372}" dt="2026-09-03T08:01:54.521" v="1756" actId="478"/>
          <ac:grpSpMkLst>
            <pc:docMk/>
            <pc:sldMk cId="4230941103" sldId="269"/>
            <ac:grpSpMk id="34" creationId="{47043813-C986-7142-FF19-A88EEAC0443C}"/>
          </ac:grpSpMkLst>
        </pc:grpChg>
        <pc:picChg chg="add mod modCrop">
          <ac:chgData name="jeayong lee" userId="0e8205fbd6162578" providerId="LiveId" clId="{AE34F6A3-7111-4D1D-9D41-1048805A1372}" dt="2026-09-03T07:55:01.509" v="1656" actId="1076"/>
          <ac:picMkLst>
            <pc:docMk/>
            <pc:sldMk cId="4230941103" sldId="269"/>
            <ac:picMk id="3" creationId="{A494CCA0-D7B2-3B69-A4DB-ED3D502BF549}"/>
          </ac:picMkLst>
        </pc:picChg>
        <pc:picChg chg="mod modCrop">
          <ac:chgData name="jeayong lee" userId="0e8205fbd6162578" providerId="LiveId" clId="{AE34F6A3-7111-4D1D-9D41-1048805A1372}" dt="2026-09-03T07:47:36.181" v="1615" actId="1076"/>
          <ac:picMkLst>
            <pc:docMk/>
            <pc:sldMk cId="4230941103" sldId="269"/>
            <ac:picMk id="9" creationId="{4A9CE9EB-50EF-558C-3B4D-E333921892DD}"/>
          </ac:picMkLst>
        </pc:picChg>
        <pc:picChg chg="mod modCrop">
          <ac:chgData name="jeayong lee" userId="0e8205fbd6162578" providerId="LiveId" clId="{AE34F6A3-7111-4D1D-9D41-1048805A1372}" dt="2026-09-03T07:48:21.561" v="1625" actId="1076"/>
          <ac:picMkLst>
            <pc:docMk/>
            <pc:sldMk cId="4230941103" sldId="269"/>
            <ac:picMk id="13" creationId="{CEF0DBA6-C100-6CBA-D673-87365BC6DDBD}"/>
          </ac:picMkLst>
        </pc:picChg>
        <pc:picChg chg="del mod topLvl">
          <ac:chgData name="jeayong lee" userId="0e8205fbd6162578" providerId="LiveId" clId="{AE34F6A3-7111-4D1D-9D41-1048805A1372}" dt="2026-09-03T07:56:12.152" v="1689" actId="478"/>
          <ac:picMkLst>
            <pc:docMk/>
            <pc:sldMk cId="4230941103" sldId="269"/>
            <ac:picMk id="20" creationId="{925A725E-0643-5268-2EAD-D22DA0BF959E}"/>
          </ac:picMkLst>
        </pc:picChg>
        <pc:picChg chg="del mod topLvl">
          <ac:chgData name="jeayong lee" userId="0e8205fbd6162578" providerId="LiveId" clId="{AE34F6A3-7111-4D1D-9D41-1048805A1372}" dt="2026-09-03T07:56:11.451" v="1688" actId="478"/>
          <ac:picMkLst>
            <pc:docMk/>
            <pc:sldMk cId="4230941103" sldId="269"/>
            <ac:picMk id="21" creationId="{F166C6CC-5A9C-5DCE-BA9B-1D6D75EFD877}"/>
          </ac:picMkLst>
        </pc:picChg>
        <pc:picChg chg="add del mod topLvl modCrop">
          <ac:chgData name="jeayong lee" userId="0e8205fbd6162578" providerId="LiveId" clId="{AE34F6A3-7111-4D1D-9D41-1048805A1372}" dt="2026-09-03T07:59:00.021" v="1754" actId="164"/>
          <ac:picMkLst>
            <pc:docMk/>
            <pc:sldMk cId="4230941103" sldId="269"/>
            <ac:picMk id="23" creationId="{7F1176C5-FB2D-857A-EE88-E7C513EC1FCB}"/>
          </ac:picMkLst>
        </pc:picChg>
        <pc:picChg chg="del mod topLvl">
          <ac:chgData name="jeayong lee" userId="0e8205fbd6162578" providerId="LiveId" clId="{AE34F6A3-7111-4D1D-9D41-1048805A1372}" dt="2026-09-03T07:57:26.361" v="1721" actId="478"/>
          <ac:picMkLst>
            <pc:docMk/>
            <pc:sldMk cId="4230941103" sldId="269"/>
            <ac:picMk id="28" creationId="{7DFC1DCF-4915-2EA9-8657-0C66468EB679}"/>
          </ac:picMkLst>
        </pc:picChg>
        <pc:picChg chg="del mod topLvl">
          <ac:chgData name="jeayong lee" userId="0e8205fbd6162578" providerId="LiveId" clId="{AE34F6A3-7111-4D1D-9D41-1048805A1372}" dt="2026-09-03T07:57:25.891" v="1720" actId="478"/>
          <ac:picMkLst>
            <pc:docMk/>
            <pc:sldMk cId="4230941103" sldId="269"/>
            <ac:picMk id="29" creationId="{11CB774E-49D1-478C-3B0E-237E4683D134}"/>
          </ac:picMkLst>
        </pc:picChg>
        <pc:picChg chg="mod topLvl modCrop">
          <ac:chgData name="jeayong lee" userId="0e8205fbd6162578" providerId="LiveId" clId="{AE34F6A3-7111-4D1D-9D41-1048805A1372}" dt="2026-09-03T07:59:00.021" v="1754" actId="164"/>
          <ac:picMkLst>
            <pc:docMk/>
            <pc:sldMk cId="4230941103" sldId="269"/>
            <ac:picMk id="31" creationId="{6557ABCE-E769-6FEA-8E83-C6C4A09C80A3}"/>
          </ac:picMkLst>
        </pc:picChg>
        <pc:picChg chg="add mod modCrop">
          <ac:chgData name="jeayong lee" userId="0e8205fbd6162578" providerId="LiveId" clId="{AE34F6A3-7111-4D1D-9D41-1048805A1372}" dt="2026-09-03T08:20:41.550" v="1766" actId="1076"/>
          <ac:picMkLst>
            <pc:docMk/>
            <pc:sldMk cId="4230941103" sldId="269"/>
            <ac:picMk id="36" creationId="{C59868B9-D623-BB06-D758-043C2B88CE05}"/>
          </ac:picMkLst>
        </pc:picChg>
      </pc:sldChg>
      <pc:sldChg chg="addSp modSp new mod">
        <pc:chgData name="jeayong lee" userId="0e8205fbd6162578" providerId="LiveId" clId="{AE34F6A3-7111-4D1D-9D41-1048805A1372}" dt="2026-09-03T08:25:36.828" v="1822" actId="1076"/>
        <pc:sldMkLst>
          <pc:docMk/>
          <pc:sldMk cId="1572716350" sldId="270"/>
        </pc:sldMkLst>
        <pc:spChg chg="add">
          <ac:chgData name="jeayong lee" userId="0e8205fbd6162578" providerId="LiveId" clId="{AE34F6A3-7111-4D1D-9D41-1048805A1372}" dt="2026-09-03T08:25:20.698" v="1820" actId="11529"/>
          <ac:spMkLst>
            <pc:docMk/>
            <pc:sldMk cId="1572716350" sldId="270"/>
            <ac:spMk id="7" creationId="{340664FC-B828-021E-14D6-19FE287C5FC9}"/>
          </ac:spMkLst>
        </pc:spChg>
        <pc:spChg chg="add mod">
          <ac:chgData name="jeayong lee" userId="0e8205fbd6162578" providerId="LiveId" clId="{AE34F6A3-7111-4D1D-9D41-1048805A1372}" dt="2026-09-03T08:25:36.828" v="1822" actId="1076"/>
          <ac:spMkLst>
            <pc:docMk/>
            <pc:sldMk cId="1572716350" sldId="270"/>
            <ac:spMk id="8" creationId="{FA929109-5C5A-4723-4AEE-99A3C6AB67C2}"/>
          </ac:spMkLst>
        </pc:spChg>
        <pc:grpChg chg="add mod">
          <ac:chgData name="jeayong lee" userId="0e8205fbd6162578" providerId="LiveId" clId="{AE34F6A3-7111-4D1D-9D41-1048805A1372}" dt="2026-09-03T08:25:12.180" v="1819" actId="164"/>
          <ac:grpSpMkLst>
            <pc:docMk/>
            <pc:sldMk cId="1572716350" sldId="270"/>
            <ac:grpSpMk id="6" creationId="{4DB81C4E-39A4-B18A-5390-06DF6B78AB83}"/>
          </ac:grpSpMkLst>
        </pc:grpChg>
        <pc:picChg chg="add mod modCrop">
          <ac:chgData name="jeayong lee" userId="0e8205fbd6162578" providerId="LiveId" clId="{AE34F6A3-7111-4D1D-9D41-1048805A1372}" dt="2026-09-03T08:25:12.180" v="1819" actId="164"/>
          <ac:picMkLst>
            <pc:docMk/>
            <pc:sldMk cId="1572716350" sldId="270"/>
            <ac:picMk id="3" creationId="{DB94861A-D6DB-52C6-A1DA-AEA591B4E035}"/>
          </ac:picMkLst>
        </pc:picChg>
        <pc:picChg chg="add mod modCrop">
          <ac:chgData name="jeayong lee" userId="0e8205fbd6162578" providerId="LiveId" clId="{AE34F6A3-7111-4D1D-9D41-1048805A1372}" dt="2026-09-03T08:25:12.180" v="1819" actId="164"/>
          <ac:picMkLst>
            <pc:docMk/>
            <pc:sldMk cId="1572716350" sldId="270"/>
            <ac:picMk id="5" creationId="{EC8FC1D6-4253-B87B-754F-B459A091E746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3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0CA-4250-8657-798F6C2220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3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0CA-4250-8657-798F6C22208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3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0CA-4250-8657-798F6C2220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53956463"/>
        <c:axId val="629958895"/>
      </c:lineChart>
      <c:catAx>
        <c:axId val="5539564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29958895"/>
        <c:crosses val="autoZero"/>
        <c:auto val="1"/>
        <c:lblAlgn val="ctr"/>
        <c:lblOffset val="100"/>
        <c:noMultiLvlLbl val="0"/>
      </c:catAx>
      <c:valAx>
        <c:axId val="629958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539564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0651020468514342E-2"/>
          <c:y val="0.10993934636848128"/>
          <c:w val="0.85609596279527278"/>
          <c:h val="0.510058268864337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항목 2</c:v>
                </c:pt>
                <c:pt idx="1">
                  <c:v>항목 3</c:v>
                </c:pt>
                <c:pt idx="2">
                  <c:v>항목 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</c:v>
                </c:pt>
                <c:pt idx="1">
                  <c:v>3.5</c:v>
                </c:pt>
                <c:pt idx="2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B4-4B1F-908A-58EBE4C122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55915231"/>
        <c:axId val="629980975"/>
      </c:barChart>
      <c:catAx>
        <c:axId val="55591523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29980975"/>
        <c:crosses val="autoZero"/>
        <c:auto val="1"/>
        <c:lblAlgn val="ctr"/>
        <c:lblOffset val="100"/>
        <c:noMultiLvlLbl val="0"/>
      </c:catAx>
      <c:valAx>
        <c:axId val="62998097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5559152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E2076F-3A29-465A-B188-3FC71C7FD703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5AD07C-383B-4A87-A027-7A26CC023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7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AD07C-383B-4A87-A027-7A26CC023C1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776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AD07C-383B-4A87-A027-7A26CC023C1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272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8DB65-C727-CFA8-7215-BFEA481A4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FDE5C7-5020-A44A-E02C-6851DF71F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93C013-DA15-BF31-DE89-60743AA12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50BF19-18AF-25D9-BADE-5B4FEC9427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AD07C-383B-4A87-A027-7A26CC023C1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923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EB3C8-29B8-FFCD-3C7D-14BBFD593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6A859D-0A79-2BD9-BB7E-C31B06900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C5F4F7-D8CC-3BC6-E9E2-5CAAEF1D5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C7997E-184C-C4F2-A530-C96B5BA75C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AD07C-383B-4A87-A027-7A26CC023C1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698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640E2-FB96-2DBB-39EA-120B68A2B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9AA96C-3464-F56E-6108-4DD2AF08F3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1D3728-9E09-9DB9-519B-5E87F3060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C243D0-DF1B-95C8-F950-BA70EE0F7C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AD07C-383B-4A87-A027-7A26CC023C1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722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D3441-D3CE-A2BD-BFA9-1161E8066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67E0E9-207C-6609-3A9B-04C4D425E8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BAD77C-ABCD-77E5-59B0-FC9429750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F2B308-3927-29F9-C7A8-04BDB3723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AD07C-383B-4A87-A027-7A26CC023C1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825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A59CE-EBCD-B049-C509-E79B74EF8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A2F34E-D0F3-E0A2-21FA-162EFE9DE9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90521D-2E9D-F4C7-FB12-0303224D1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B72DC7-0057-27A5-8EA8-D99C96ECC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AD07C-383B-4A87-A027-7A26CC023C1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849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9CEB90-B482-DE91-BB70-CA5A36C31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6BEAC3C-754A-E07E-2A5A-F4D548392E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E8F15A-120F-F118-6120-320064FBB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CB7C-0F43-4F17-97B3-B4A68EA1DCF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13EB77-2973-1978-1C69-C15C68931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9A4CA5-E997-B829-E6A1-7402A0F2C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9B95-0E2B-43A6-87DD-F72E90340D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796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1236B2-4488-FB9F-FFF2-ED81278B0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1DF8DF-5646-AA70-8EEB-38564BE06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FBEB1F-D8B9-F187-DBAE-3B93DF894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CB7C-0F43-4F17-97B3-B4A68EA1DCF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4C646F-F5AA-9672-102F-2F3F89992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6A0D9B-5072-1FFD-5FBE-266899669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9B95-0E2B-43A6-87DD-F72E90340D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298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681DB-C0E5-EB27-F5C0-8B019B12B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E5290D-A3B9-B471-ED22-355D495B8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1DF8B8-A1C5-BE26-87BF-3617387E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CB7C-0F43-4F17-97B3-B4A68EA1DCF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96777C-8B54-0034-56B5-8A692271C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CDB6E6-C39D-77C0-675A-E95DBCE1D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9B95-0E2B-43A6-87DD-F72E90340D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808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18198-02FB-5277-C9AA-6B9C38FD7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9111FB-CFE1-BC34-50A6-6B88EB860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212DA0-5FCB-4010-D34C-9D6063167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4B148A-4155-3087-03D0-5ECE7E28E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CB7C-0F43-4F17-97B3-B4A68EA1DCF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B39F23-B0A2-12F0-0BC2-618C2824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E49780-FC0C-7B72-603B-5186A1005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9B95-0E2B-43A6-87DD-F72E90340D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251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39E09D-1246-BB38-9C19-0F272AAFC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6556F7-7527-66FB-947E-2B80DF8EB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AC30C1-18C9-D7B3-8EB0-0ABB33108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6D3AF4-DBF1-C60F-EB92-457909403F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E3DDBCC-D23C-89A6-C708-3FD38A0165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643A152-F62F-15E0-3783-363A86593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CB7C-0F43-4F17-97B3-B4A68EA1DCF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17BD942-A14A-2FA1-69F0-1CCF84D6A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E10C642-647D-1642-80A0-B04829D41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9B95-0E2B-43A6-87DD-F72E90340D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630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374923-BF3A-5EA1-C96C-EB9AD47A5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5425845-DFB0-98A8-8F28-1A2584460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CB7C-0F43-4F17-97B3-B4A68EA1DCF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55A664-7C77-7028-89B1-258C0E76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7D9ECC-7F63-0964-5097-E6D488917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9B95-0E2B-43A6-87DD-F72E90340D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54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30388D-AD13-F0A5-F7AE-BA1E23AE3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CB7C-0F43-4F17-97B3-B4A68EA1DCF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410732C-C823-B0BC-B98B-1BEECA801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C4C6B0-1BB3-9DD5-7797-730227EBE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9B95-0E2B-43A6-87DD-F72E90340D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201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A59A3F-82B3-C67A-05D0-3EB93EFC7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C33F9C-9033-BB2C-2DDF-53E349F57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228B06-5ED2-A3FB-675F-D23EA8C5F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685504-A52E-AEBA-FB99-8F76B2DE8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CB7C-0F43-4F17-97B3-B4A68EA1DCF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B64446-86A6-2EDE-0879-98966605C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AFB4EE-1A65-64E9-E4CB-BBF041A65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9B95-0E2B-43A6-87DD-F72E90340D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963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17722-E7B3-0986-CC8D-E8BABC1FC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20D3EDB-4BA1-4545-8B3C-684FBF129A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314CE9-3877-8B8C-96A8-285E73D99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055872-0B94-8D38-6FC6-125EEF566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CB7C-0F43-4F17-97B3-B4A68EA1DCF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3830CB-12AA-F8B8-3C4F-4EE241086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09F4B0-1B9D-C40E-3D4F-C3511F8A0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9B95-0E2B-43A6-87DD-F72E90340D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425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B423DE-A676-CE5B-64E2-A0034A754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002A2F-CC50-0110-1532-650E35335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86057D-3D54-F7BC-30C2-7F175BF0E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CB7C-0F43-4F17-97B3-B4A68EA1DCF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2192EA-59C5-396E-DE7D-FF17C241A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68BBA8-E26E-4981-34CA-202419B0C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9B95-0E2B-43A6-87DD-F72E90340D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224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C2AB8D2-44BE-6F55-38DB-75100DB60D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A526C3A-ED70-5E27-02F7-B268AB019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84FCB2-297E-2761-7DCF-C5EA0DAC8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CB7C-0F43-4F17-97B3-B4A68EA1DCF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B6B514-EAF6-A0CF-10B1-BC6CBC2D5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0CB73D-3D2A-7E31-966C-C7A891AEC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9B95-0E2B-43A6-87DD-F72E90340D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925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034647-1148-CBF2-2F3A-B71338305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51F457-241C-1FA1-EB1E-C0796C53A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3E22BC-56E7-F392-18BF-C383380582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CCCB7C-0F43-4F17-97B3-B4A68EA1DCF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B3E930-788A-8D10-6B5A-C78B1F89C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84C777-83E8-65F5-29DE-388F20BF85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589B95-0E2B-43A6-87DD-F72E90340D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05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F2146C4-BBFA-55FE-00F3-FBAFD58CC4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68" t="38514"/>
          <a:stretch>
            <a:fillRect/>
          </a:stretch>
        </p:blipFill>
        <p:spPr>
          <a:xfrm>
            <a:off x="275771" y="730552"/>
            <a:ext cx="11492621" cy="396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167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3E465-14CA-A18E-4B60-40C17AF62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ABB0EB37-3D39-4FED-0B96-92AB6A15DA21}"/>
              </a:ext>
            </a:extLst>
          </p:cNvPr>
          <p:cNvGrpSpPr/>
          <p:nvPr/>
        </p:nvGrpSpPr>
        <p:grpSpPr>
          <a:xfrm>
            <a:off x="1473198" y="1543351"/>
            <a:ext cx="4245429" cy="3227010"/>
            <a:chOff x="1473198" y="1543351"/>
            <a:chExt cx="4245429" cy="3227010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08944199-31CA-4874-2BF7-CBDBEA74380E}"/>
                </a:ext>
              </a:extLst>
            </p:cNvPr>
            <p:cNvGrpSpPr/>
            <p:nvPr/>
          </p:nvGrpSpPr>
          <p:grpSpPr>
            <a:xfrm>
              <a:off x="1473198" y="1543351"/>
              <a:ext cx="4245429" cy="3227010"/>
              <a:chOff x="1473200" y="1557866"/>
              <a:chExt cx="2704496" cy="3168952"/>
            </a:xfrm>
          </p:grpSpPr>
          <p:sp>
            <p:nvSpPr>
              <p:cNvPr id="3" name="사각형: 둥근 모서리 2">
                <a:extLst>
                  <a:ext uri="{FF2B5EF4-FFF2-40B4-BE49-F238E27FC236}">
                    <a16:creationId xmlns:a16="http://schemas.microsoft.com/office/drawing/2014/main" id="{C0219B2A-3348-8E22-46F8-45A3E2FC5A59}"/>
                  </a:ext>
                </a:extLst>
              </p:cNvPr>
              <p:cNvSpPr/>
              <p:nvPr/>
            </p:nvSpPr>
            <p:spPr>
              <a:xfrm>
                <a:off x="1473200" y="1557866"/>
                <a:ext cx="2704496" cy="3168952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430CC0-1F47-3BEE-3543-F436FC2C6D34}"/>
                  </a:ext>
                </a:extLst>
              </p:cNvPr>
              <p:cNvSpPr txBox="1"/>
              <p:nvPr/>
            </p:nvSpPr>
            <p:spPr>
              <a:xfrm>
                <a:off x="1821542" y="1992719"/>
                <a:ext cx="200781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3200" dirty="0"/>
                  <a:t>균간 유의차</a:t>
                </a:r>
                <a:endParaRPr lang="ko-KR" altLang="en-US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69436A-916F-4EE4-E0E7-823FD0AB7E04}"/>
                  </a:ext>
                </a:extLst>
              </p:cNvPr>
              <p:cNvSpPr txBox="1"/>
              <p:nvPr/>
            </p:nvSpPr>
            <p:spPr>
              <a:xfrm>
                <a:off x="2246690" y="3689047"/>
                <a:ext cx="11575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독립표본 검정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6B2B2E3-901A-F24B-9139-6AD07445F466}"/>
                </a:ext>
              </a:extLst>
            </p:cNvPr>
            <p:cNvSpPr txBox="1"/>
            <p:nvPr/>
          </p:nvSpPr>
          <p:spPr>
            <a:xfrm>
              <a:off x="1920724" y="2762552"/>
              <a:ext cx="94342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/>
                <a:t>일반인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082E6B8-5E65-478A-F522-FD36FD9FC310}"/>
                </a:ext>
              </a:extLst>
            </p:cNvPr>
            <p:cNvSpPr txBox="1"/>
            <p:nvPr/>
          </p:nvSpPr>
          <p:spPr>
            <a:xfrm>
              <a:off x="4504423" y="2762552"/>
              <a:ext cx="667385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/>
                <a:t>환자</a:t>
              </a: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18FFD94D-1B9E-C52B-FD9D-B8826B7384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5910" y="2654232"/>
              <a:ext cx="6044" cy="659863"/>
            </a:xfrm>
            <a:prstGeom prst="line">
              <a:avLst/>
            </a:prstGeom>
            <a:ln w="381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EAF5EFA-CDBE-515F-2EC6-CBBCD1F5021E}"/>
              </a:ext>
            </a:extLst>
          </p:cNvPr>
          <p:cNvGrpSpPr/>
          <p:nvPr/>
        </p:nvGrpSpPr>
        <p:grpSpPr>
          <a:xfrm>
            <a:off x="6450385" y="1543351"/>
            <a:ext cx="4245429" cy="3227010"/>
            <a:chOff x="1473198" y="1543351"/>
            <a:chExt cx="4245429" cy="3227010"/>
          </a:xfrm>
          <a:solidFill>
            <a:schemeClr val="bg1"/>
          </a:solidFill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87020208-A936-0468-5AAA-0EAEFE68927B}"/>
                </a:ext>
              </a:extLst>
            </p:cNvPr>
            <p:cNvGrpSpPr/>
            <p:nvPr/>
          </p:nvGrpSpPr>
          <p:grpSpPr>
            <a:xfrm>
              <a:off x="1473198" y="1543351"/>
              <a:ext cx="4245429" cy="3227010"/>
              <a:chOff x="1473200" y="1557866"/>
              <a:chExt cx="2704496" cy="3168952"/>
            </a:xfrm>
            <a:grpFill/>
          </p:grpSpPr>
          <p:sp>
            <p:nvSpPr>
              <p:cNvPr id="29" name="사각형: 둥근 모서리 28">
                <a:extLst>
                  <a:ext uri="{FF2B5EF4-FFF2-40B4-BE49-F238E27FC236}">
                    <a16:creationId xmlns:a16="http://schemas.microsoft.com/office/drawing/2014/main" id="{8C8A7D8A-96BF-5F4C-7497-B110BB8950D5}"/>
                  </a:ext>
                </a:extLst>
              </p:cNvPr>
              <p:cNvSpPr/>
              <p:nvPr/>
            </p:nvSpPr>
            <p:spPr>
              <a:xfrm>
                <a:off x="1473200" y="1557866"/>
                <a:ext cx="2704496" cy="3168952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5235084-7EBD-6C2D-2302-1A4D4024CB59}"/>
                  </a:ext>
                </a:extLst>
              </p:cNvPr>
              <p:cNvSpPr txBox="1"/>
              <p:nvPr/>
            </p:nvSpPr>
            <p:spPr>
              <a:xfrm>
                <a:off x="1821542" y="1992719"/>
                <a:ext cx="2007810" cy="58477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3200" dirty="0"/>
                  <a:t>중재 전후 효과</a:t>
                </a:r>
                <a:endParaRPr lang="ko-KR" altLang="en-US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F6BF2B6-BFF3-FB47-FC64-0D445514F198}"/>
                  </a:ext>
                </a:extLst>
              </p:cNvPr>
              <p:cNvSpPr txBox="1"/>
              <p:nvPr/>
            </p:nvSpPr>
            <p:spPr>
              <a:xfrm>
                <a:off x="2246690" y="3689047"/>
                <a:ext cx="1157513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대응표본 검정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338EA74-6C82-EE95-335A-93EDFFC5D812}"/>
                </a:ext>
              </a:extLst>
            </p:cNvPr>
            <p:cNvSpPr txBox="1"/>
            <p:nvPr/>
          </p:nvSpPr>
          <p:spPr>
            <a:xfrm>
              <a:off x="2120229" y="2762552"/>
              <a:ext cx="601137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/>
                <a:t>전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6356FCE-E8D0-4F13-4B31-E4F915C98A71}"/>
                </a:ext>
              </a:extLst>
            </p:cNvPr>
            <p:cNvSpPr txBox="1"/>
            <p:nvPr/>
          </p:nvSpPr>
          <p:spPr>
            <a:xfrm>
              <a:off x="4570671" y="2762552"/>
              <a:ext cx="601137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/>
                <a:t>후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BCF29387-AF08-10A9-DCC7-EE7ACDAE5603}"/>
              </a:ext>
            </a:extLst>
          </p:cNvPr>
          <p:cNvCxnSpPr>
            <a:stCxn id="23" idx="3"/>
            <a:endCxn id="25" idx="1"/>
          </p:cNvCxnSpPr>
          <p:nvPr/>
        </p:nvCxnSpPr>
        <p:spPr>
          <a:xfrm>
            <a:off x="7698553" y="2947218"/>
            <a:ext cx="184930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932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7A8BC928-36BB-9579-D047-57E900016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88" y="-218052"/>
            <a:ext cx="10905066" cy="531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362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50E0A-BA79-4733-B8EC-E5A9B0777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C094D44C-47B5-DA81-995B-D1C5D3DE5708}"/>
              </a:ext>
            </a:extLst>
          </p:cNvPr>
          <p:cNvGrpSpPr/>
          <p:nvPr/>
        </p:nvGrpSpPr>
        <p:grpSpPr>
          <a:xfrm>
            <a:off x="3807580" y="1346108"/>
            <a:ext cx="4576839" cy="931520"/>
            <a:chOff x="6686247" y="3616290"/>
            <a:chExt cx="4245429" cy="1168585"/>
          </a:xfrm>
          <a:solidFill>
            <a:schemeClr val="bg1"/>
          </a:solidFill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A8453ED8-B3D0-B4E6-71C9-DB85066C8356}"/>
                </a:ext>
              </a:extLst>
            </p:cNvPr>
            <p:cNvSpPr/>
            <p:nvPr/>
          </p:nvSpPr>
          <p:spPr>
            <a:xfrm>
              <a:off x="6686247" y="3616290"/>
              <a:ext cx="4245429" cy="1168585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 </a:t>
              </a:r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A3FF6ED-6D33-2340-FCD5-F3B6ED237E6C}"/>
                </a:ext>
              </a:extLst>
            </p:cNvPr>
            <p:cNvSpPr txBox="1"/>
            <p:nvPr/>
          </p:nvSpPr>
          <p:spPr>
            <a:xfrm>
              <a:off x="6950144" y="4015917"/>
              <a:ext cx="3717636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/>
                <a:t>관절각도 특징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ACF0E26-3C20-4633-7FB9-FF90CA67C450}"/>
              </a:ext>
            </a:extLst>
          </p:cNvPr>
          <p:cNvGrpSpPr/>
          <p:nvPr/>
        </p:nvGrpSpPr>
        <p:grpSpPr>
          <a:xfrm>
            <a:off x="1289715" y="2950702"/>
            <a:ext cx="2297466" cy="868624"/>
            <a:chOff x="6686247" y="3616290"/>
            <a:chExt cx="4245429" cy="1168585"/>
          </a:xfrm>
          <a:solidFill>
            <a:schemeClr val="bg2"/>
          </a:solidFill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09E959F2-DD68-286D-1E9F-B4D9350EE467}"/>
                </a:ext>
              </a:extLst>
            </p:cNvPr>
            <p:cNvSpPr/>
            <p:nvPr/>
          </p:nvSpPr>
          <p:spPr>
            <a:xfrm>
              <a:off x="6686247" y="3616290"/>
              <a:ext cx="4245429" cy="1168585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 </a:t>
              </a:r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DEC4C9A-7068-2DBA-0CEF-5892A95D2655}"/>
                </a:ext>
              </a:extLst>
            </p:cNvPr>
            <p:cNvSpPr txBox="1"/>
            <p:nvPr/>
          </p:nvSpPr>
          <p:spPr>
            <a:xfrm>
              <a:off x="6950144" y="4015917"/>
              <a:ext cx="3717635" cy="49687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LR</a:t>
              </a:r>
              <a:endParaRPr lang="ko-KR" altLang="en-US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CB9DDAE-66C9-DB77-AA01-8912230A3306}"/>
              </a:ext>
            </a:extLst>
          </p:cNvPr>
          <p:cNvGrpSpPr/>
          <p:nvPr/>
        </p:nvGrpSpPr>
        <p:grpSpPr>
          <a:xfrm>
            <a:off x="3784737" y="2942916"/>
            <a:ext cx="2297466" cy="868624"/>
            <a:chOff x="6686247" y="3616290"/>
            <a:chExt cx="4245429" cy="1168585"/>
          </a:xfrm>
          <a:solidFill>
            <a:schemeClr val="bg2"/>
          </a:solidFill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5C7C6B66-2276-19AB-B05F-B0CF090C0EFC}"/>
                </a:ext>
              </a:extLst>
            </p:cNvPr>
            <p:cNvSpPr/>
            <p:nvPr/>
          </p:nvSpPr>
          <p:spPr>
            <a:xfrm>
              <a:off x="6686247" y="3616290"/>
              <a:ext cx="4245429" cy="1168585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 </a:t>
              </a:r>
              <a:endParaRPr lang="ko-KR" alt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89CA2AC-F409-D1CC-A3A6-5A40AF546518}"/>
                </a:ext>
              </a:extLst>
            </p:cNvPr>
            <p:cNvSpPr txBox="1"/>
            <p:nvPr/>
          </p:nvSpPr>
          <p:spPr>
            <a:xfrm>
              <a:off x="6950144" y="4015917"/>
              <a:ext cx="3717635" cy="49687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SVM</a:t>
              </a:r>
              <a:endParaRPr lang="ko-KR" altLang="en-US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FACCFA9-9D95-3718-9D3A-2EEC4666C2DF}"/>
              </a:ext>
            </a:extLst>
          </p:cNvPr>
          <p:cNvGrpSpPr/>
          <p:nvPr/>
        </p:nvGrpSpPr>
        <p:grpSpPr>
          <a:xfrm>
            <a:off x="6279759" y="2942916"/>
            <a:ext cx="2297466" cy="868624"/>
            <a:chOff x="6686247" y="3616290"/>
            <a:chExt cx="4245429" cy="1168585"/>
          </a:xfrm>
          <a:solidFill>
            <a:schemeClr val="bg2"/>
          </a:solidFill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CE1AA7F1-B87D-9B4D-7E9B-1D79B343A40C}"/>
                </a:ext>
              </a:extLst>
            </p:cNvPr>
            <p:cNvSpPr/>
            <p:nvPr/>
          </p:nvSpPr>
          <p:spPr>
            <a:xfrm>
              <a:off x="6686247" y="3616290"/>
              <a:ext cx="4245429" cy="1168585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 </a:t>
              </a:r>
              <a:endParaRPr lang="ko-KR" alt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2BF0343-6379-5D2B-441D-F4825DFA9A2C}"/>
                </a:ext>
              </a:extLst>
            </p:cNvPr>
            <p:cNvSpPr txBox="1"/>
            <p:nvPr/>
          </p:nvSpPr>
          <p:spPr>
            <a:xfrm>
              <a:off x="6950144" y="4015917"/>
              <a:ext cx="3717635" cy="49687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RF</a:t>
              </a:r>
              <a:endParaRPr lang="ko-KR" altLang="en-US" dirty="0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9AB894C-4F95-9D41-1875-511E7D55182D}"/>
              </a:ext>
            </a:extLst>
          </p:cNvPr>
          <p:cNvGrpSpPr/>
          <p:nvPr/>
        </p:nvGrpSpPr>
        <p:grpSpPr>
          <a:xfrm>
            <a:off x="8774779" y="2942916"/>
            <a:ext cx="2297466" cy="868624"/>
            <a:chOff x="6686247" y="3616290"/>
            <a:chExt cx="4245429" cy="1168585"/>
          </a:xfrm>
          <a:solidFill>
            <a:schemeClr val="bg2"/>
          </a:solidFill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75486090-D20F-A7D6-AB96-C3458C38CDE2}"/>
                </a:ext>
              </a:extLst>
            </p:cNvPr>
            <p:cNvSpPr/>
            <p:nvPr/>
          </p:nvSpPr>
          <p:spPr>
            <a:xfrm>
              <a:off x="6686247" y="3616290"/>
              <a:ext cx="4245429" cy="1168585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 </a:t>
              </a:r>
              <a:endParaRPr lang="ko-KR" alt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02BE8CC-1C3A-3D04-2A74-822C31BFC5DF}"/>
                </a:ext>
              </a:extLst>
            </p:cNvPr>
            <p:cNvSpPr txBox="1"/>
            <p:nvPr/>
          </p:nvSpPr>
          <p:spPr>
            <a:xfrm>
              <a:off x="6950144" y="4015917"/>
              <a:ext cx="3717635" cy="49687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XGBOOST</a:t>
              </a:r>
              <a:endParaRPr lang="ko-KR" altLang="en-US" dirty="0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14FABC6-1B16-D9C4-AB40-C0C98D5DAB64}"/>
              </a:ext>
            </a:extLst>
          </p:cNvPr>
          <p:cNvGrpSpPr/>
          <p:nvPr/>
        </p:nvGrpSpPr>
        <p:grpSpPr>
          <a:xfrm>
            <a:off x="3793784" y="4557054"/>
            <a:ext cx="4576839" cy="931520"/>
            <a:chOff x="6686247" y="3616290"/>
            <a:chExt cx="4245429" cy="1168585"/>
          </a:xfrm>
          <a:solidFill>
            <a:schemeClr val="bg1"/>
          </a:solidFill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505DE8D2-FDE6-5757-FBBC-B26474C45C46}"/>
                </a:ext>
              </a:extLst>
            </p:cNvPr>
            <p:cNvSpPr/>
            <p:nvPr/>
          </p:nvSpPr>
          <p:spPr>
            <a:xfrm>
              <a:off x="6686247" y="3616290"/>
              <a:ext cx="4245429" cy="1168585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 </a:t>
              </a:r>
              <a:endParaRPr lang="ko-KR" alt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7EE44AF-AA2B-624D-E8B7-610D663D4F5E}"/>
                </a:ext>
              </a:extLst>
            </p:cNvPr>
            <p:cNvSpPr txBox="1"/>
            <p:nvPr/>
          </p:nvSpPr>
          <p:spPr>
            <a:xfrm>
              <a:off x="6950144" y="4015917"/>
              <a:ext cx="3717636" cy="46332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LOSO </a:t>
              </a:r>
              <a:r>
                <a:rPr lang="ko-KR" altLang="en-US" dirty="0"/>
                <a:t>교차검증</a:t>
              </a:r>
            </a:p>
          </p:txBody>
        </p:sp>
      </p:grp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DB43A200-DD87-4713-D347-B5AFDA785EF3}"/>
              </a:ext>
            </a:extLst>
          </p:cNvPr>
          <p:cNvCxnSpPr>
            <a:stCxn id="5" idx="2"/>
            <a:endCxn id="11" idx="0"/>
          </p:cNvCxnSpPr>
          <p:nvPr/>
        </p:nvCxnSpPr>
        <p:spPr>
          <a:xfrm rot="5400000">
            <a:off x="3930687" y="785389"/>
            <a:ext cx="673074" cy="3657552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D020092A-BF74-726C-3BD8-BA82E59167FA}"/>
              </a:ext>
            </a:extLst>
          </p:cNvPr>
          <p:cNvCxnSpPr>
            <a:stCxn id="5" idx="2"/>
            <a:endCxn id="25" idx="0"/>
          </p:cNvCxnSpPr>
          <p:nvPr/>
        </p:nvCxnSpPr>
        <p:spPr>
          <a:xfrm rot="5400000">
            <a:off x="5182091" y="2029007"/>
            <a:ext cx="665288" cy="116253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97A33BA3-159D-1B25-6635-D32B0AE7DBA1}"/>
              </a:ext>
            </a:extLst>
          </p:cNvPr>
          <p:cNvCxnSpPr>
            <a:stCxn id="5" idx="2"/>
            <a:endCxn id="28" idx="0"/>
          </p:cNvCxnSpPr>
          <p:nvPr/>
        </p:nvCxnSpPr>
        <p:spPr>
          <a:xfrm rot="16200000" flipH="1">
            <a:off x="6429602" y="1944026"/>
            <a:ext cx="665288" cy="1332492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C3867D28-7CBD-086B-F906-C873BD41BFF2}"/>
              </a:ext>
            </a:extLst>
          </p:cNvPr>
          <p:cNvCxnSpPr>
            <a:cxnSpLocks/>
            <a:stCxn id="5" idx="2"/>
            <a:endCxn id="31" idx="0"/>
          </p:cNvCxnSpPr>
          <p:nvPr/>
        </p:nvCxnSpPr>
        <p:spPr>
          <a:xfrm rot="16200000" flipH="1">
            <a:off x="7677112" y="696516"/>
            <a:ext cx="665288" cy="3827512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FCC67C97-8196-03A7-BBFD-1F9248EFD4E9}"/>
              </a:ext>
            </a:extLst>
          </p:cNvPr>
          <p:cNvCxnSpPr>
            <a:stCxn id="11" idx="2"/>
            <a:endCxn id="35" idx="0"/>
          </p:cNvCxnSpPr>
          <p:nvPr/>
        </p:nvCxnSpPr>
        <p:spPr>
          <a:xfrm rot="16200000" flipH="1">
            <a:off x="3891462" y="2366312"/>
            <a:ext cx="737728" cy="364375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B617FA6A-2196-00B2-99C6-EE340FF8205C}"/>
              </a:ext>
            </a:extLst>
          </p:cNvPr>
          <p:cNvCxnSpPr>
            <a:stCxn id="25" idx="2"/>
            <a:endCxn id="35" idx="0"/>
          </p:cNvCxnSpPr>
          <p:nvPr/>
        </p:nvCxnSpPr>
        <p:spPr>
          <a:xfrm rot="16200000" flipH="1">
            <a:off x="5135080" y="3609930"/>
            <a:ext cx="745514" cy="114873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F7DB434F-421A-E0D6-CC49-695E5AB64B08}"/>
              </a:ext>
            </a:extLst>
          </p:cNvPr>
          <p:cNvCxnSpPr>
            <a:stCxn id="28" idx="2"/>
            <a:endCxn id="35" idx="0"/>
          </p:cNvCxnSpPr>
          <p:nvPr/>
        </p:nvCxnSpPr>
        <p:spPr>
          <a:xfrm rot="5400000">
            <a:off x="6382591" y="3511153"/>
            <a:ext cx="745514" cy="134628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연결선: 꺾임 1023">
            <a:extLst>
              <a:ext uri="{FF2B5EF4-FFF2-40B4-BE49-F238E27FC236}">
                <a16:creationId xmlns:a16="http://schemas.microsoft.com/office/drawing/2014/main" id="{7C688C76-3D62-7572-B4F8-C60550F3AE83}"/>
              </a:ext>
            </a:extLst>
          </p:cNvPr>
          <p:cNvCxnSpPr>
            <a:cxnSpLocks/>
            <a:stCxn id="31" idx="2"/>
            <a:endCxn id="35" idx="0"/>
          </p:cNvCxnSpPr>
          <p:nvPr/>
        </p:nvCxnSpPr>
        <p:spPr>
          <a:xfrm rot="5400000">
            <a:off x="7630101" y="2263643"/>
            <a:ext cx="745514" cy="384130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" name="연결선: 꺾임 1025">
            <a:extLst>
              <a:ext uri="{FF2B5EF4-FFF2-40B4-BE49-F238E27FC236}">
                <a16:creationId xmlns:a16="http://schemas.microsoft.com/office/drawing/2014/main" id="{5D1B3522-6051-4E1B-5780-BC86A51F4A60}"/>
              </a:ext>
            </a:extLst>
          </p:cNvPr>
          <p:cNvCxnSpPr/>
          <p:nvPr/>
        </p:nvCxnSpPr>
        <p:spPr>
          <a:xfrm rot="16200000" flipH="1">
            <a:off x="3905257" y="2366312"/>
            <a:ext cx="737728" cy="3643756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연결선: 꺾임 1027">
            <a:extLst>
              <a:ext uri="{FF2B5EF4-FFF2-40B4-BE49-F238E27FC236}">
                <a16:creationId xmlns:a16="http://schemas.microsoft.com/office/drawing/2014/main" id="{E896A261-39A2-1FE8-5F47-135C4593E838}"/>
              </a:ext>
            </a:extLst>
          </p:cNvPr>
          <p:cNvCxnSpPr/>
          <p:nvPr/>
        </p:nvCxnSpPr>
        <p:spPr>
          <a:xfrm rot="16200000" flipH="1">
            <a:off x="5148875" y="3609930"/>
            <a:ext cx="745514" cy="1148734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연결선: 꺾임 1028">
            <a:extLst>
              <a:ext uri="{FF2B5EF4-FFF2-40B4-BE49-F238E27FC236}">
                <a16:creationId xmlns:a16="http://schemas.microsoft.com/office/drawing/2014/main" id="{A88D57A9-A973-FA4C-F631-3ED7643B47F7}"/>
              </a:ext>
            </a:extLst>
          </p:cNvPr>
          <p:cNvCxnSpPr/>
          <p:nvPr/>
        </p:nvCxnSpPr>
        <p:spPr>
          <a:xfrm rot="5400000">
            <a:off x="6396386" y="3511153"/>
            <a:ext cx="745514" cy="1346288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연결선: 꺾임 1029">
            <a:extLst>
              <a:ext uri="{FF2B5EF4-FFF2-40B4-BE49-F238E27FC236}">
                <a16:creationId xmlns:a16="http://schemas.microsoft.com/office/drawing/2014/main" id="{57421C11-DA4C-6CA5-CA09-B9251A9F52D1}"/>
              </a:ext>
            </a:extLst>
          </p:cNvPr>
          <p:cNvCxnSpPr/>
          <p:nvPr/>
        </p:nvCxnSpPr>
        <p:spPr>
          <a:xfrm rot="5400000">
            <a:off x="7643896" y="2263643"/>
            <a:ext cx="745514" cy="3841308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11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95C62-B966-72F0-B707-7ED0188F1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B6E0FA3E-9153-6277-7B1F-60FE74C9945A}"/>
              </a:ext>
            </a:extLst>
          </p:cNvPr>
          <p:cNvGrpSpPr/>
          <p:nvPr/>
        </p:nvGrpSpPr>
        <p:grpSpPr>
          <a:xfrm>
            <a:off x="4020457" y="539263"/>
            <a:ext cx="3889829" cy="1490133"/>
            <a:chOff x="5561223" y="1528318"/>
            <a:chExt cx="4245429" cy="1742065"/>
          </a:xfrm>
          <a:solidFill>
            <a:schemeClr val="bg1"/>
          </a:solidFill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3881FCD9-A857-DE28-4524-3AC7790775BE}"/>
                </a:ext>
              </a:extLst>
            </p:cNvPr>
            <p:cNvSpPr/>
            <p:nvPr/>
          </p:nvSpPr>
          <p:spPr>
            <a:xfrm>
              <a:off x="5561223" y="1528318"/>
              <a:ext cx="4245429" cy="1742065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 </a:t>
              </a:r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0A43317-2766-61C6-7E77-799EFAEADE5A}"/>
                </a:ext>
              </a:extLst>
            </p:cNvPr>
            <p:cNvSpPr txBox="1"/>
            <p:nvPr/>
          </p:nvSpPr>
          <p:spPr>
            <a:xfrm>
              <a:off x="6108038" y="1855023"/>
              <a:ext cx="3151794" cy="5847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/>
                <a:t>XAI </a:t>
              </a:r>
              <a:r>
                <a:rPr lang="ko-KR" altLang="en-US" sz="3200" dirty="0"/>
                <a:t>고도화</a:t>
              </a:r>
              <a:endParaRPr lang="ko-KR" alt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5C3BC6-2A97-50EA-1010-90DDD17E1526}"/>
                </a:ext>
              </a:extLst>
            </p:cNvPr>
            <p:cNvSpPr txBox="1"/>
            <p:nvPr/>
          </p:nvSpPr>
          <p:spPr>
            <a:xfrm>
              <a:off x="5987663" y="2640115"/>
              <a:ext cx="3392547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SHAP</a:t>
              </a:r>
              <a:r>
                <a:rPr lang="ko-KR" altLang="en-US" dirty="0"/>
                <a:t>기반 관절 손상 국소화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CE433EC-4600-AA9F-B97C-B754E86E29BC}"/>
              </a:ext>
            </a:extLst>
          </p:cNvPr>
          <p:cNvGrpSpPr/>
          <p:nvPr/>
        </p:nvGrpSpPr>
        <p:grpSpPr>
          <a:xfrm>
            <a:off x="4020457" y="2781905"/>
            <a:ext cx="3889829" cy="1490133"/>
            <a:chOff x="5561220" y="1528318"/>
            <a:chExt cx="4245429" cy="1742065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B6A22E40-64BA-CD49-8B6E-96854E1761BB}"/>
                </a:ext>
              </a:extLst>
            </p:cNvPr>
            <p:cNvSpPr/>
            <p:nvPr/>
          </p:nvSpPr>
          <p:spPr>
            <a:xfrm>
              <a:off x="5561220" y="1528318"/>
              <a:ext cx="4245429" cy="17420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 </a:t>
              </a:r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B6E923A-0946-692B-C61E-55CE7514511C}"/>
                </a:ext>
              </a:extLst>
            </p:cNvPr>
            <p:cNvSpPr txBox="1"/>
            <p:nvPr/>
          </p:nvSpPr>
          <p:spPr>
            <a:xfrm>
              <a:off x="6108038" y="1855023"/>
              <a:ext cx="3151794" cy="595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dirty="0"/>
                <a:t>시각화 도구</a:t>
              </a:r>
              <a:endParaRPr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2D5B338-C134-BAB0-388A-8DB94944B32C}"/>
                </a:ext>
              </a:extLst>
            </p:cNvPr>
            <p:cNvSpPr txBox="1"/>
            <p:nvPr/>
          </p:nvSpPr>
          <p:spPr>
            <a:xfrm>
              <a:off x="5987663" y="2640115"/>
              <a:ext cx="33925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/>
                <a:t>관절 기여도 </a:t>
              </a:r>
              <a:r>
                <a:rPr lang="ko-KR" altLang="en-US" dirty="0" err="1"/>
                <a:t>히트맵</a:t>
              </a:r>
              <a:r>
                <a:rPr lang="ko-KR" altLang="en-US" dirty="0"/>
                <a:t> 시각화</a:t>
              </a:r>
            </a:p>
          </p:txBody>
        </p:sp>
      </p:grp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2E2BE26-CEF7-8EB1-EFA0-E4A6F47B17D7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>
            <a:off x="5965372" y="2029396"/>
            <a:ext cx="0" cy="7525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814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EFDD3-1130-F833-11C7-B79580338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1F0127E7-FBE2-EEA4-9AAA-77CCED43A9E9}"/>
              </a:ext>
            </a:extLst>
          </p:cNvPr>
          <p:cNvGrpSpPr/>
          <p:nvPr/>
        </p:nvGrpSpPr>
        <p:grpSpPr>
          <a:xfrm>
            <a:off x="850210" y="655377"/>
            <a:ext cx="4245429" cy="3227010"/>
            <a:chOff x="1473195" y="1543351"/>
            <a:chExt cx="4245429" cy="3227010"/>
          </a:xfrm>
          <a:solidFill>
            <a:schemeClr val="bg1"/>
          </a:solidFill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0789E5D4-BBC4-AEB9-06EA-C1B5D8EA6E48}"/>
                </a:ext>
              </a:extLst>
            </p:cNvPr>
            <p:cNvGrpSpPr/>
            <p:nvPr/>
          </p:nvGrpSpPr>
          <p:grpSpPr>
            <a:xfrm>
              <a:off x="1473195" y="1543351"/>
              <a:ext cx="4245429" cy="3227010"/>
              <a:chOff x="1473198" y="1557866"/>
              <a:chExt cx="2704496" cy="3168952"/>
            </a:xfrm>
            <a:grpFill/>
          </p:grpSpPr>
          <p:sp>
            <p:nvSpPr>
              <p:cNvPr id="3" name="사각형: 둥근 모서리 2">
                <a:extLst>
                  <a:ext uri="{FF2B5EF4-FFF2-40B4-BE49-F238E27FC236}">
                    <a16:creationId xmlns:a16="http://schemas.microsoft.com/office/drawing/2014/main" id="{380E63A0-6351-1A98-8592-EF043A3FE4D4}"/>
                  </a:ext>
                </a:extLst>
              </p:cNvPr>
              <p:cNvSpPr/>
              <p:nvPr/>
            </p:nvSpPr>
            <p:spPr>
              <a:xfrm>
                <a:off x="1473198" y="1557866"/>
                <a:ext cx="2704496" cy="3168952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4D8307-F78A-D645-7C41-A82FD00F2F3F}"/>
                  </a:ext>
                </a:extLst>
              </p:cNvPr>
              <p:cNvSpPr txBox="1"/>
              <p:nvPr/>
            </p:nvSpPr>
            <p:spPr>
              <a:xfrm>
                <a:off x="1821542" y="1992719"/>
                <a:ext cx="2007810" cy="58477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3200" dirty="0"/>
                  <a:t>데이터 구축</a:t>
                </a:r>
                <a:endParaRPr lang="ko-KR" altLang="en-US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79535E-5DBB-D43F-10DE-D1914760AAFF}"/>
                  </a:ext>
                </a:extLst>
              </p:cNvPr>
              <p:cNvSpPr txBox="1"/>
              <p:nvPr/>
            </p:nvSpPr>
            <p:spPr>
              <a:xfrm>
                <a:off x="2206673" y="2619124"/>
                <a:ext cx="1237547" cy="63470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외부검증용 환자 </a:t>
                </a:r>
                <a:r>
                  <a:rPr lang="en-US" altLang="ko-KR" dirty="0"/>
                  <a:t>10</a:t>
                </a:r>
                <a:r>
                  <a:rPr lang="ko-KR" altLang="en-US" dirty="0"/>
                  <a:t>명 데이터</a:t>
                </a:r>
              </a:p>
            </p:txBody>
          </p:sp>
        </p:grpSp>
        <p:graphicFrame>
          <p:nvGraphicFramePr>
            <p:cNvPr id="7" name="차트 6">
              <a:extLst>
                <a:ext uri="{FF2B5EF4-FFF2-40B4-BE49-F238E27FC236}">
                  <a16:creationId xmlns:a16="http://schemas.microsoft.com/office/drawing/2014/main" id="{846A2E1D-6899-5437-0A33-75DCB73C483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221760080"/>
                </p:ext>
              </p:extLst>
            </p:nvPr>
          </p:nvGraphicFramePr>
          <p:xfrm>
            <a:off x="2188023" y="3141823"/>
            <a:ext cx="2815771" cy="158568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2220853-427C-4F81-DB3E-2FC16E88FD8D}"/>
              </a:ext>
            </a:extLst>
          </p:cNvPr>
          <p:cNvGrpSpPr/>
          <p:nvPr/>
        </p:nvGrpSpPr>
        <p:grpSpPr>
          <a:xfrm>
            <a:off x="6096000" y="655377"/>
            <a:ext cx="4245429" cy="1742065"/>
            <a:chOff x="5561223" y="1528318"/>
            <a:chExt cx="4245429" cy="1742065"/>
          </a:xfrm>
          <a:solidFill>
            <a:schemeClr val="bg1"/>
          </a:solidFill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14EA13A6-8F93-080D-DCFA-FFB2F5E93067}"/>
                </a:ext>
              </a:extLst>
            </p:cNvPr>
            <p:cNvSpPr/>
            <p:nvPr/>
          </p:nvSpPr>
          <p:spPr>
            <a:xfrm>
              <a:off x="5561223" y="1528318"/>
              <a:ext cx="4245429" cy="1742065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 </a:t>
              </a:r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D0C670B-0A0B-3B11-DDCC-B39D25502F2A}"/>
                </a:ext>
              </a:extLst>
            </p:cNvPr>
            <p:cNvSpPr txBox="1"/>
            <p:nvPr/>
          </p:nvSpPr>
          <p:spPr>
            <a:xfrm>
              <a:off x="6108042" y="1971138"/>
              <a:ext cx="3151794" cy="59548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dirty="0"/>
                <a:t>성능 평가</a:t>
              </a:r>
              <a:endParaRPr lang="ko-KR" alt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676971E-1194-F108-80EE-ED919813011F}"/>
                </a:ext>
              </a:extLst>
            </p:cNvPr>
            <p:cNvSpPr txBox="1"/>
            <p:nvPr/>
          </p:nvSpPr>
          <p:spPr>
            <a:xfrm>
              <a:off x="5987663" y="2640115"/>
              <a:ext cx="3392547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External validation</a:t>
              </a:r>
              <a:r>
                <a:rPr lang="ko-KR" altLang="en-US" dirty="0"/>
                <a:t>일반화 성능</a:t>
              </a:r>
            </a:p>
          </p:txBody>
        </p:sp>
      </p:grp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B73A12C-D813-8873-512F-076A38D0801D}"/>
              </a:ext>
            </a:extLst>
          </p:cNvPr>
          <p:cNvCxnSpPr>
            <a:stCxn id="3" idx="3"/>
            <a:endCxn id="13" idx="1"/>
          </p:cNvCxnSpPr>
          <p:nvPr/>
        </p:nvCxnSpPr>
        <p:spPr>
          <a:xfrm flipV="1">
            <a:off x="5095639" y="1526410"/>
            <a:ext cx="1000361" cy="742472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1AD232DD-9492-63AB-7598-844DE19F024B}"/>
              </a:ext>
            </a:extLst>
          </p:cNvPr>
          <p:cNvGrpSpPr/>
          <p:nvPr/>
        </p:nvGrpSpPr>
        <p:grpSpPr>
          <a:xfrm>
            <a:off x="6612465" y="2795814"/>
            <a:ext cx="3212495" cy="1266371"/>
            <a:chOff x="6522440" y="2735748"/>
            <a:chExt cx="3212495" cy="1266371"/>
          </a:xfrm>
        </p:grpSpPr>
        <p:graphicFrame>
          <p:nvGraphicFramePr>
            <p:cNvPr id="28" name="차트 27">
              <a:extLst>
                <a:ext uri="{FF2B5EF4-FFF2-40B4-BE49-F238E27FC236}">
                  <a16:creationId xmlns:a16="http://schemas.microsoft.com/office/drawing/2014/main" id="{1CC54CDC-6B88-0040-BE56-A661E7CD2A8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749589739"/>
                </p:ext>
              </p:extLst>
            </p:nvPr>
          </p:nvGraphicFramePr>
          <p:xfrm>
            <a:off x="6522440" y="2735748"/>
            <a:ext cx="3212495" cy="126637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E521AF2-1A5E-1599-87FF-9BDC5A4AF47B}"/>
                </a:ext>
              </a:extLst>
            </p:cNvPr>
            <p:cNvSpPr txBox="1"/>
            <p:nvPr/>
          </p:nvSpPr>
          <p:spPr>
            <a:xfrm>
              <a:off x="7190618" y="3585028"/>
              <a:ext cx="2056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/>
                <a:t>일반화 성능</a:t>
              </a:r>
            </a:p>
          </p:txBody>
        </p:sp>
      </p:grp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B656FE4A-5E0B-32D2-05CD-75401472593A}"/>
              </a:ext>
            </a:extLst>
          </p:cNvPr>
          <p:cNvCxnSpPr>
            <a:stCxn id="13" idx="2"/>
            <a:endCxn id="28" idx="0"/>
          </p:cNvCxnSpPr>
          <p:nvPr/>
        </p:nvCxnSpPr>
        <p:spPr>
          <a:xfrm flipH="1">
            <a:off x="8218712" y="2397442"/>
            <a:ext cx="3" cy="3983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334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B653D-B820-BFCB-79C5-D359C898D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36A0A93-3714-E0BA-2C1A-0B154FE653B7}"/>
              </a:ext>
            </a:extLst>
          </p:cNvPr>
          <p:cNvGrpSpPr/>
          <p:nvPr/>
        </p:nvGrpSpPr>
        <p:grpSpPr>
          <a:xfrm>
            <a:off x="4020457" y="548939"/>
            <a:ext cx="3618895" cy="3965004"/>
            <a:chOff x="4020457" y="548939"/>
            <a:chExt cx="4245429" cy="4391596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CAC4324C-5968-0850-FD8D-81F2B0AAF0D6}"/>
                </a:ext>
              </a:extLst>
            </p:cNvPr>
            <p:cNvGrpSpPr/>
            <p:nvPr/>
          </p:nvGrpSpPr>
          <p:grpSpPr>
            <a:xfrm>
              <a:off x="4020457" y="548939"/>
              <a:ext cx="4245429" cy="1742065"/>
              <a:chOff x="5561223" y="1528318"/>
              <a:chExt cx="4245429" cy="1742065"/>
            </a:xfrm>
            <a:solidFill>
              <a:schemeClr val="bg1"/>
            </a:solidFill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A9EA0D8E-A5E5-B61B-CE8B-AA530EF9125A}"/>
                  </a:ext>
                </a:extLst>
              </p:cNvPr>
              <p:cNvSpPr/>
              <p:nvPr/>
            </p:nvSpPr>
            <p:spPr>
              <a:xfrm>
                <a:off x="5561223" y="1528318"/>
                <a:ext cx="4245429" cy="1742065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D1B887-C096-8637-A1BE-C05A234E1C14}"/>
                  </a:ext>
                </a:extLst>
              </p:cNvPr>
              <p:cNvSpPr txBox="1"/>
              <p:nvPr/>
            </p:nvSpPr>
            <p:spPr>
              <a:xfrm>
                <a:off x="6108038" y="1855023"/>
                <a:ext cx="3151794" cy="595489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3200" dirty="0"/>
                  <a:t>사용성 평가</a:t>
                </a:r>
                <a:endParaRPr lang="ko-KR" altLang="en-US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CE90F3-0443-2F67-9A18-937F2269D6C7}"/>
                  </a:ext>
                </a:extLst>
              </p:cNvPr>
              <p:cNvSpPr txBox="1"/>
              <p:nvPr/>
            </p:nvSpPr>
            <p:spPr>
              <a:xfrm>
                <a:off x="5987663" y="2640115"/>
                <a:ext cx="3392547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장갑 </a:t>
                </a:r>
                <a:r>
                  <a:rPr lang="ko-KR" altLang="en-US" dirty="0" err="1"/>
                  <a:t>착용감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불편감</a:t>
                </a:r>
                <a:r>
                  <a:rPr lang="ko-KR" altLang="en-US" dirty="0"/>
                  <a:t> 설문</a:t>
                </a:r>
              </a:p>
            </p:txBody>
          </p: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7EBEF985-BBDB-2B71-0F8B-78925C76E0BA}"/>
                </a:ext>
              </a:extLst>
            </p:cNvPr>
            <p:cNvGrpSpPr/>
            <p:nvPr/>
          </p:nvGrpSpPr>
          <p:grpSpPr>
            <a:xfrm>
              <a:off x="4020457" y="3198470"/>
              <a:ext cx="4245429" cy="1742065"/>
              <a:chOff x="6966854" y="3368934"/>
              <a:chExt cx="4245429" cy="1742065"/>
            </a:xfrm>
            <a:solidFill>
              <a:schemeClr val="bg1"/>
            </a:solidFill>
          </p:grpSpPr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8D16D654-223A-8E44-B717-D6ACADC547CF}"/>
                  </a:ext>
                </a:extLst>
              </p:cNvPr>
              <p:cNvGrpSpPr/>
              <p:nvPr/>
            </p:nvGrpSpPr>
            <p:grpSpPr>
              <a:xfrm>
                <a:off x="6966854" y="3368934"/>
                <a:ext cx="4245429" cy="1742065"/>
                <a:chOff x="5561220" y="1528318"/>
                <a:chExt cx="4245429" cy="1742065"/>
              </a:xfrm>
              <a:grpFill/>
            </p:grpSpPr>
            <p:sp>
              <p:nvSpPr>
                <p:cNvPr id="16" name="사각형: 둥근 모서리 15">
                  <a:extLst>
                    <a:ext uri="{FF2B5EF4-FFF2-40B4-BE49-F238E27FC236}">
                      <a16:creationId xmlns:a16="http://schemas.microsoft.com/office/drawing/2014/main" id="{519A9D91-916B-A94C-44FE-C270565E1EEC}"/>
                    </a:ext>
                  </a:extLst>
                </p:cNvPr>
                <p:cNvSpPr/>
                <p:nvPr/>
              </p:nvSpPr>
              <p:spPr>
                <a:xfrm>
                  <a:off x="5561220" y="1528318"/>
                  <a:ext cx="4245429" cy="1742065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D797860-28F1-E1E8-9FAD-67E00EE15C56}"/>
                    </a:ext>
                  </a:extLst>
                </p:cNvPr>
                <p:cNvSpPr txBox="1"/>
                <p:nvPr/>
              </p:nvSpPr>
              <p:spPr>
                <a:xfrm>
                  <a:off x="6108038" y="1855023"/>
                  <a:ext cx="3151794" cy="595489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3200" dirty="0"/>
                    <a:t>종합 분석</a:t>
                  </a:r>
                  <a:endParaRPr lang="ko-KR" altLang="en-US" dirty="0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36B4F24-C8D1-6C5C-610C-EAE3C9DAE20F}"/>
                    </a:ext>
                  </a:extLst>
                </p:cNvPr>
                <p:cNvSpPr txBox="1"/>
                <p:nvPr/>
              </p:nvSpPr>
              <p:spPr>
                <a:xfrm>
                  <a:off x="5987663" y="2640115"/>
                  <a:ext cx="3392547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dirty="0"/>
                    <a:t>임상적 효과 분석 보고서</a:t>
                  </a:r>
                </a:p>
              </p:txBody>
            </p:sp>
          </p:grpSp>
          <p:pic>
            <p:nvPicPr>
              <p:cNvPr id="22" name="그래픽 21" descr="문서 윤곽선">
                <a:extLst>
                  <a:ext uri="{FF2B5EF4-FFF2-40B4-BE49-F238E27FC236}">
                    <a16:creationId xmlns:a16="http://schemas.microsoft.com/office/drawing/2014/main" id="{B66A9292-E7B6-0FE2-7BCA-52D164A486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205129" y="3536183"/>
                <a:ext cx="914400" cy="914400"/>
              </a:xfrm>
              <a:prstGeom prst="rect">
                <a:avLst/>
              </a:prstGeom>
            </p:spPr>
          </p:pic>
        </p:grp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EFBBAD45-6932-B9B4-9E41-B68BB1C3D223}"/>
                </a:ext>
              </a:extLst>
            </p:cNvPr>
            <p:cNvCxnSpPr>
              <a:cxnSpLocks/>
              <a:stCxn id="13" idx="2"/>
              <a:endCxn id="16" idx="0"/>
            </p:cNvCxnSpPr>
            <p:nvPr/>
          </p:nvCxnSpPr>
          <p:spPr>
            <a:xfrm>
              <a:off x="6143172" y="2291004"/>
              <a:ext cx="0" cy="90746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그래픽 2" descr="클립보드 선택 표시됨 윤곽선">
              <a:extLst>
                <a:ext uri="{FF2B5EF4-FFF2-40B4-BE49-F238E27FC236}">
                  <a16:creationId xmlns:a16="http://schemas.microsoft.com/office/drawing/2014/main" id="{22F87916-6B47-D5D9-FEF2-E1D4E4D3FD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70737" y="762938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59975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92643-3D00-1E48-6A42-CB06B57E7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그룹 60">
            <a:extLst>
              <a:ext uri="{FF2B5EF4-FFF2-40B4-BE49-F238E27FC236}">
                <a16:creationId xmlns:a16="http://schemas.microsoft.com/office/drawing/2014/main" id="{C3BCD3CB-78A8-29C7-8C2D-1EB0892D064C}"/>
              </a:ext>
            </a:extLst>
          </p:cNvPr>
          <p:cNvGrpSpPr/>
          <p:nvPr/>
        </p:nvGrpSpPr>
        <p:grpSpPr>
          <a:xfrm>
            <a:off x="4061106" y="245967"/>
            <a:ext cx="4071732" cy="5124319"/>
            <a:chOff x="4068838" y="245967"/>
            <a:chExt cx="4245429" cy="5420282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805634F-862E-530C-0E38-E1AB47EB3E86}"/>
                </a:ext>
              </a:extLst>
            </p:cNvPr>
            <p:cNvGrpSpPr/>
            <p:nvPr/>
          </p:nvGrpSpPr>
          <p:grpSpPr>
            <a:xfrm>
              <a:off x="4068838" y="245967"/>
              <a:ext cx="4245429" cy="1742065"/>
              <a:chOff x="5561223" y="1528318"/>
              <a:chExt cx="4245429" cy="1742065"/>
            </a:xfrm>
            <a:solidFill>
              <a:schemeClr val="bg1"/>
            </a:solidFill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5F981AB5-6281-2D1C-4D21-67122C2315E7}"/>
                  </a:ext>
                </a:extLst>
              </p:cNvPr>
              <p:cNvSpPr/>
              <p:nvPr/>
            </p:nvSpPr>
            <p:spPr>
              <a:xfrm>
                <a:off x="5561223" y="1528318"/>
                <a:ext cx="4245429" cy="1742065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01C36D-B45C-171F-06EC-80D9253E5DA5}"/>
                  </a:ext>
                </a:extLst>
              </p:cNvPr>
              <p:cNvSpPr txBox="1"/>
              <p:nvPr/>
            </p:nvSpPr>
            <p:spPr>
              <a:xfrm>
                <a:off x="6108038" y="1855023"/>
                <a:ext cx="3151794" cy="595489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3200" dirty="0"/>
                  <a:t>성과 창출 </a:t>
                </a:r>
                <a:endParaRPr lang="ko-KR" altLang="en-US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658228D-126F-F4CF-8C0A-D2DAD892ECF0}"/>
                  </a:ext>
                </a:extLst>
              </p:cNvPr>
              <p:cNvSpPr txBox="1"/>
              <p:nvPr/>
            </p:nvSpPr>
            <p:spPr>
              <a:xfrm>
                <a:off x="5987663" y="2640115"/>
                <a:ext cx="3392547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논문 </a:t>
                </a:r>
                <a:r>
                  <a:rPr lang="ko-KR" altLang="en-US" dirty="0" err="1"/>
                  <a:t>게재〮특허</a:t>
                </a:r>
                <a:r>
                  <a:rPr lang="ko-KR" altLang="en-US" dirty="0"/>
                  <a:t> 출원</a:t>
                </a: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F63D3FC0-B373-BB01-DFFC-1BBE82641E52}"/>
                </a:ext>
              </a:extLst>
            </p:cNvPr>
            <p:cNvGrpSpPr/>
            <p:nvPr/>
          </p:nvGrpSpPr>
          <p:grpSpPr>
            <a:xfrm>
              <a:off x="4068838" y="3924184"/>
              <a:ext cx="4245429" cy="1742065"/>
              <a:chOff x="5561220" y="1528318"/>
              <a:chExt cx="4245429" cy="1742065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3BC96665-3794-D425-EF53-B6F2188EA9A2}"/>
                  </a:ext>
                </a:extLst>
              </p:cNvPr>
              <p:cNvSpPr/>
              <p:nvPr/>
            </p:nvSpPr>
            <p:spPr>
              <a:xfrm>
                <a:off x="5561220" y="1528318"/>
                <a:ext cx="4245429" cy="174206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35DEE0-57A6-CABD-B5FB-5FB913C44C5C}"/>
                  </a:ext>
                </a:extLst>
              </p:cNvPr>
              <p:cNvSpPr txBox="1"/>
              <p:nvPr/>
            </p:nvSpPr>
            <p:spPr>
              <a:xfrm>
                <a:off x="6108038" y="1855023"/>
                <a:ext cx="315179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3200" dirty="0"/>
                  <a:t>실용화 연계</a:t>
                </a:r>
                <a:endParaRPr lang="ko-KR" altLang="en-US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979DC2A-0A51-1724-FB0D-772AFAF898D4}"/>
                  </a:ext>
                </a:extLst>
              </p:cNvPr>
              <p:cNvSpPr txBox="1"/>
              <p:nvPr/>
            </p:nvSpPr>
            <p:spPr>
              <a:xfrm>
                <a:off x="5987663" y="2640115"/>
                <a:ext cx="33925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실용화 컨설팅 착수</a:t>
                </a:r>
              </a:p>
            </p:txBody>
          </p:sp>
        </p:grpSp>
        <p:pic>
          <p:nvPicPr>
            <p:cNvPr id="32" name="그래픽 31" descr="펼쳐진 책 윤곽선">
              <a:extLst>
                <a:ext uri="{FF2B5EF4-FFF2-40B4-BE49-F238E27FC236}">
                  <a16:creationId xmlns:a16="http://schemas.microsoft.com/office/drawing/2014/main" id="{5DC57FA3-2CDE-0769-D913-9BD238E29F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07113" y="568145"/>
              <a:ext cx="914400" cy="914400"/>
            </a:xfrm>
            <a:prstGeom prst="rect">
              <a:avLst/>
            </a:prstGeom>
          </p:spPr>
        </p:pic>
        <p:pic>
          <p:nvPicPr>
            <p:cNvPr id="36" name="그래픽 35" descr="전구 및 기어  윤곽선">
              <a:extLst>
                <a:ext uri="{FF2B5EF4-FFF2-40B4-BE49-F238E27FC236}">
                  <a16:creationId xmlns:a16="http://schemas.microsoft.com/office/drawing/2014/main" id="{4D058B47-A02E-FADB-95DC-F531A45996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47941" y="568145"/>
              <a:ext cx="914400" cy="914400"/>
            </a:xfrm>
            <a:prstGeom prst="rect">
              <a:avLst/>
            </a:prstGeom>
          </p:spPr>
        </p:pic>
        <p:pic>
          <p:nvPicPr>
            <p:cNvPr id="39" name="그래픽 38" descr="펼쳐진 책 윤곽선">
              <a:extLst>
                <a:ext uri="{FF2B5EF4-FFF2-40B4-BE49-F238E27FC236}">
                  <a16:creationId xmlns:a16="http://schemas.microsoft.com/office/drawing/2014/main" id="{5CDFB9C9-5491-A526-E57E-353FADD73B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44060" y="2493520"/>
              <a:ext cx="914400" cy="914400"/>
            </a:xfrm>
            <a:prstGeom prst="rect">
              <a:avLst/>
            </a:prstGeom>
          </p:spPr>
        </p:pic>
        <p:pic>
          <p:nvPicPr>
            <p:cNvPr id="41" name="그래픽 40" descr="전구 및 기어  윤곽선">
              <a:extLst>
                <a:ext uri="{FF2B5EF4-FFF2-40B4-BE49-F238E27FC236}">
                  <a16:creationId xmlns:a16="http://schemas.microsoft.com/office/drawing/2014/main" id="{0B1BAEE8-25EA-E911-4436-424AA8D619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38510" y="2485775"/>
              <a:ext cx="914400" cy="914400"/>
            </a:xfrm>
            <a:prstGeom prst="rect">
              <a:avLst/>
            </a:prstGeom>
          </p:spPr>
        </p:pic>
        <p:cxnSp>
          <p:nvCxnSpPr>
            <p:cNvPr id="43" name="연결선: 꺾임 42">
              <a:extLst>
                <a:ext uri="{FF2B5EF4-FFF2-40B4-BE49-F238E27FC236}">
                  <a16:creationId xmlns:a16="http://schemas.microsoft.com/office/drawing/2014/main" id="{BB82D8C7-4986-068E-5C0F-CAA67596A9E7}"/>
                </a:ext>
              </a:extLst>
            </p:cNvPr>
            <p:cNvCxnSpPr>
              <a:stCxn id="13" idx="2"/>
              <a:endCxn id="39" idx="0"/>
            </p:cNvCxnSpPr>
            <p:nvPr/>
          </p:nvCxnSpPr>
          <p:spPr>
            <a:xfrm rot="5400000">
              <a:off x="5593663" y="1895630"/>
              <a:ext cx="505488" cy="690293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연결선: 꺾임 46">
              <a:extLst>
                <a:ext uri="{FF2B5EF4-FFF2-40B4-BE49-F238E27FC236}">
                  <a16:creationId xmlns:a16="http://schemas.microsoft.com/office/drawing/2014/main" id="{819E6B38-9056-2B4B-7A34-479AF22AFA1D}"/>
                </a:ext>
              </a:extLst>
            </p:cNvPr>
            <p:cNvCxnSpPr>
              <a:stCxn id="13" idx="2"/>
              <a:endCxn id="41" idx="0"/>
            </p:cNvCxnSpPr>
            <p:nvPr/>
          </p:nvCxnSpPr>
          <p:spPr>
            <a:xfrm rot="16200000" flipH="1">
              <a:off x="6244760" y="1934824"/>
              <a:ext cx="497743" cy="604157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연결선: 꺾임 48">
              <a:extLst>
                <a:ext uri="{FF2B5EF4-FFF2-40B4-BE49-F238E27FC236}">
                  <a16:creationId xmlns:a16="http://schemas.microsoft.com/office/drawing/2014/main" id="{FFCD16B1-88CF-5BDD-9177-3108241D02C4}"/>
                </a:ext>
              </a:extLst>
            </p:cNvPr>
            <p:cNvCxnSpPr>
              <a:cxnSpLocks/>
              <a:stCxn id="41" idx="2"/>
              <a:endCxn id="16" idx="0"/>
            </p:cNvCxnSpPr>
            <p:nvPr/>
          </p:nvCxnSpPr>
          <p:spPr>
            <a:xfrm rot="5400000">
              <a:off x="6231628" y="3360101"/>
              <a:ext cx="524009" cy="604157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1" name="그래픽 50" descr="건물 윤곽선">
              <a:extLst>
                <a:ext uri="{FF2B5EF4-FFF2-40B4-BE49-F238E27FC236}">
                  <a16:creationId xmlns:a16="http://schemas.microsoft.com/office/drawing/2014/main" id="{DCCBD021-4292-3615-E624-8078A52425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305070" y="4330926"/>
              <a:ext cx="914400" cy="914400"/>
            </a:xfrm>
            <a:prstGeom prst="rect">
              <a:avLst/>
            </a:prstGeom>
          </p:spPr>
        </p:pic>
        <p:pic>
          <p:nvPicPr>
            <p:cNvPr id="53" name="그래픽 52" descr="악수 윤곽선">
              <a:extLst>
                <a:ext uri="{FF2B5EF4-FFF2-40B4-BE49-F238E27FC236}">
                  <a16:creationId xmlns:a16="http://schemas.microsoft.com/office/drawing/2014/main" id="{B71B5766-A109-051E-0422-3EA6AD8FD3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58453" y="4330926"/>
              <a:ext cx="914400" cy="914400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DC1442D-08F7-8F06-F999-9B4DA06EDBA5}"/>
                </a:ext>
              </a:extLst>
            </p:cNvPr>
            <p:cNvSpPr txBox="1"/>
            <p:nvPr/>
          </p:nvSpPr>
          <p:spPr>
            <a:xfrm>
              <a:off x="4580466" y="3292848"/>
              <a:ext cx="12659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/>
                <a:t>논문 게재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B24F886-52B1-E893-F105-BD5199709F95}"/>
                </a:ext>
              </a:extLst>
            </p:cNvPr>
            <p:cNvSpPr txBox="1"/>
            <p:nvPr/>
          </p:nvSpPr>
          <p:spPr>
            <a:xfrm>
              <a:off x="6936285" y="2171919"/>
              <a:ext cx="12981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/>
                <a:t>특허 출원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6297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08DD2E5-D2B7-5684-7A0E-EFE391569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96" y="454715"/>
            <a:ext cx="9753600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224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BC5915CD-C855-783F-9B7C-CE2EF651C104}"/>
              </a:ext>
            </a:extLst>
          </p:cNvPr>
          <p:cNvGrpSpPr/>
          <p:nvPr/>
        </p:nvGrpSpPr>
        <p:grpSpPr>
          <a:xfrm>
            <a:off x="1391292" y="472793"/>
            <a:ext cx="6003235" cy="5163378"/>
            <a:chOff x="1391292" y="472793"/>
            <a:chExt cx="6003235" cy="5163378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B61A95C2-EFB0-2505-F3AB-8B68CCE6D9C8}"/>
                </a:ext>
              </a:extLst>
            </p:cNvPr>
            <p:cNvGrpSpPr/>
            <p:nvPr/>
          </p:nvGrpSpPr>
          <p:grpSpPr>
            <a:xfrm>
              <a:off x="1391292" y="472793"/>
              <a:ext cx="6003235" cy="5163378"/>
              <a:chOff x="1391292" y="472793"/>
              <a:chExt cx="6003235" cy="5163378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07D0557F-E68C-D687-EF47-A335CB707C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38451" t="12070" b="1884"/>
              <a:stretch>
                <a:fillRect/>
              </a:stretch>
            </p:blipFill>
            <p:spPr>
              <a:xfrm>
                <a:off x="1391292" y="472793"/>
                <a:ext cx="6003235" cy="5163378"/>
              </a:xfrm>
              <a:prstGeom prst="rect">
                <a:avLst/>
              </a:prstGeom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5EBD3111-B084-A8B1-6DFE-EE3464CD7BE5}"/>
                  </a:ext>
                </a:extLst>
              </p:cNvPr>
              <p:cNvSpPr/>
              <p:nvPr/>
            </p:nvSpPr>
            <p:spPr>
              <a:xfrm>
                <a:off x="5307390" y="1470781"/>
                <a:ext cx="285448" cy="25158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379BD7C6-D51D-C4EC-6B51-59944D0B10B3}"/>
                  </a:ext>
                </a:extLst>
              </p:cNvPr>
              <p:cNvSpPr/>
              <p:nvPr/>
            </p:nvSpPr>
            <p:spPr>
              <a:xfrm>
                <a:off x="5459790" y="1623181"/>
                <a:ext cx="285448" cy="25158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05DC7F71-22A5-92DC-E23D-5DBEC8E5C10E}"/>
                  </a:ext>
                </a:extLst>
              </p:cNvPr>
              <p:cNvSpPr/>
              <p:nvPr/>
            </p:nvSpPr>
            <p:spPr>
              <a:xfrm>
                <a:off x="4030132" y="1669143"/>
                <a:ext cx="285448" cy="2044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A6354FD2-69D7-AFFC-D86C-8937D4DF80E0}"/>
                  </a:ext>
                </a:extLst>
              </p:cNvPr>
              <p:cNvSpPr/>
              <p:nvPr/>
            </p:nvSpPr>
            <p:spPr>
              <a:xfrm>
                <a:off x="4614332" y="1913467"/>
                <a:ext cx="285448" cy="25158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8B5DB5BC-043E-B016-A3BB-C9B4C1FA5E7C}"/>
                  </a:ext>
                </a:extLst>
              </p:cNvPr>
              <p:cNvSpPr/>
              <p:nvPr/>
            </p:nvSpPr>
            <p:spPr>
              <a:xfrm>
                <a:off x="4524827" y="2103362"/>
                <a:ext cx="285448" cy="1233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F18BF9F-6DE2-A0B1-30D7-3FB58BD79D01}"/>
                </a:ext>
              </a:extLst>
            </p:cNvPr>
            <p:cNvSpPr/>
            <p:nvPr/>
          </p:nvSpPr>
          <p:spPr>
            <a:xfrm>
              <a:off x="2607732" y="3986590"/>
              <a:ext cx="619277" cy="6724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7B1E0AEA-334C-EC10-B93F-B5F16C158B12}"/>
                </a:ext>
              </a:extLst>
            </p:cNvPr>
            <p:cNvSpPr/>
            <p:nvPr/>
          </p:nvSpPr>
          <p:spPr>
            <a:xfrm>
              <a:off x="5786361" y="3930952"/>
              <a:ext cx="725715" cy="6724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37137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C59868B9-D623-BB06-D758-043C2B88CE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005" t="22888" r="3720" b="2330"/>
          <a:stretch>
            <a:fillRect/>
          </a:stretch>
        </p:blipFill>
        <p:spPr>
          <a:xfrm>
            <a:off x="2102954" y="791714"/>
            <a:ext cx="5878996" cy="489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941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4DB81C4E-39A4-B18A-5390-06DF6B78AB83}"/>
              </a:ext>
            </a:extLst>
          </p:cNvPr>
          <p:cNvGrpSpPr/>
          <p:nvPr/>
        </p:nvGrpSpPr>
        <p:grpSpPr>
          <a:xfrm>
            <a:off x="3692388" y="1157910"/>
            <a:ext cx="3945836" cy="4005468"/>
            <a:chOff x="3692388" y="1157910"/>
            <a:chExt cx="3945836" cy="400546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DB94861A-D6DB-52C6-A1DA-AEA591B4E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7966" t="21258" r="1580" b="53905"/>
            <a:stretch>
              <a:fillRect/>
            </a:stretch>
          </p:blipFill>
          <p:spPr>
            <a:xfrm>
              <a:off x="3692388" y="1157910"/>
              <a:ext cx="3945836" cy="1580321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C8FC1D6-4253-B87B-754F-B459A091E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7966" t="72338" r="1580" b="2200"/>
            <a:stretch>
              <a:fillRect/>
            </a:stretch>
          </p:blipFill>
          <p:spPr>
            <a:xfrm>
              <a:off x="3692388" y="3543299"/>
              <a:ext cx="3945836" cy="1620079"/>
            </a:xfrm>
            <a:prstGeom prst="rect">
              <a:avLst/>
            </a:prstGeom>
          </p:spPr>
        </p:pic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340664FC-B828-021E-14D6-19FE287C5FC9}"/>
              </a:ext>
            </a:extLst>
          </p:cNvPr>
          <p:cNvSpPr/>
          <p:nvPr/>
        </p:nvSpPr>
        <p:spPr>
          <a:xfrm>
            <a:off x="3904343" y="1470781"/>
            <a:ext cx="861181" cy="6676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929109-5C5A-4723-4AEE-99A3C6AB67C2}"/>
              </a:ext>
            </a:extLst>
          </p:cNvPr>
          <p:cNvSpPr/>
          <p:nvPr/>
        </p:nvSpPr>
        <p:spPr>
          <a:xfrm>
            <a:off x="6633029" y="1412724"/>
            <a:ext cx="798285" cy="812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716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100</Words>
  <Application>Microsoft Office PowerPoint</Application>
  <PresentationFormat>와이드스크린</PresentationFormat>
  <Paragraphs>56</Paragraphs>
  <Slides>12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jeayong lee</dc:creator>
  <cp:lastModifiedBy>jeayong lee</cp:lastModifiedBy>
  <cp:revision>1</cp:revision>
  <dcterms:created xsi:type="dcterms:W3CDTF">2026-09-02T06:44:23Z</dcterms:created>
  <dcterms:modified xsi:type="dcterms:W3CDTF">2026-09-03T08:25:40Z</dcterms:modified>
</cp:coreProperties>
</file>