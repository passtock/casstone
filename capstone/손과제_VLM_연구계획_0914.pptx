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76" r:id="rId4"/>
    <p:sldId id="258" r:id="rId5"/>
    <p:sldId id="278" r:id="rId6"/>
    <p:sldId id="267" r:id="rId7"/>
    <p:sldId id="273" r:id="rId8"/>
    <p:sldId id="272" r:id="rId9"/>
    <p:sldId id="266" r:id="rId10"/>
    <p:sldId id="274" r:id="rId11"/>
    <p:sldId id="279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AFC"/>
    <a:srgbClr val="EAF7F2"/>
    <a:srgbClr val="D604CC"/>
    <a:srgbClr val="D98C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BEC7D52-6F07-49FE-BE3B-7B49B686AFAA}" v="535" dt="2026-09-15T08:19:11.86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38" y="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yong lee" userId="0e8205fbd6162578" providerId="LiveId" clId="{AE34F6A3-7111-4D1D-9D41-1048805A1372}"/>
    <pc:docChg chg="undo redo custSel addSld delSld modSld sldOrd">
      <pc:chgData name="jeayong lee" userId="0e8205fbd6162578" providerId="LiveId" clId="{AE34F6A3-7111-4D1D-9D41-1048805A1372}" dt="2026-09-15T08:19:25.808" v="3704" actId="14100"/>
      <pc:docMkLst>
        <pc:docMk/>
      </pc:docMkLst>
      <pc:sldChg chg="addSp delSp modSp mod">
        <pc:chgData name="jeayong lee" userId="0e8205fbd6162578" providerId="LiveId" clId="{AE34F6A3-7111-4D1D-9D41-1048805A1372}" dt="2026-09-15T08:16:28.286" v="3679" actId="1076"/>
        <pc:sldMkLst>
          <pc:docMk/>
          <pc:sldMk cId="0" sldId="257"/>
        </pc:sldMkLst>
        <pc:spChg chg="mod">
          <ac:chgData name="jeayong lee" userId="0e8205fbd6162578" providerId="LiveId" clId="{AE34F6A3-7111-4D1D-9D41-1048805A1372}" dt="2026-09-15T08:16:28.286" v="3679" actId="1076"/>
          <ac:spMkLst>
            <pc:docMk/>
            <pc:sldMk cId="0" sldId="257"/>
            <ac:spMk id="3" creationId="{00000000-0000-0000-0000-000000000000}"/>
          </ac:spMkLst>
        </pc:spChg>
        <pc:spChg chg="mod">
          <ac:chgData name="jeayong lee" userId="0e8205fbd6162578" providerId="LiveId" clId="{AE34F6A3-7111-4D1D-9D41-1048805A1372}" dt="2026-09-15T07:11:35.170" v="2461" actId="14100"/>
          <ac:spMkLst>
            <pc:docMk/>
            <pc:sldMk cId="0" sldId="257"/>
            <ac:spMk id="4" creationId="{00000000-0000-0000-0000-000000000000}"/>
          </ac:spMkLst>
        </pc:spChg>
        <pc:spChg chg="del">
          <ac:chgData name="jeayong lee" userId="0e8205fbd6162578" providerId="LiveId" clId="{AE34F6A3-7111-4D1D-9D41-1048805A1372}" dt="2026-09-15T06:55:06.882" v="1025" actId="478"/>
          <ac:spMkLst>
            <pc:docMk/>
            <pc:sldMk cId="0" sldId="257"/>
            <ac:spMk id="5" creationId="{00000000-0000-0000-0000-000000000000}"/>
          </ac:spMkLst>
        </pc:spChg>
        <pc:spChg chg="del">
          <ac:chgData name="jeayong lee" userId="0e8205fbd6162578" providerId="LiveId" clId="{AE34F6A3-7111-4D1D-9D41-1048805A1372}" dt="2026-09-15T06:55:07.516" v="1026" actId="478"/>
          <ac:spMkLst>
            <pc:docMk/>
            <pc:sldMk cId="0" sldId="257"/>
            <ac:spMk id="6" creationId="{00000000-0000-0000-0000-000000000000}"/>
          </ac:spMkLst>
        </pc:spChg>
        <pc:spChg chg="add del mod">
          <ac:chgData name="jeayong lee" userId="0e8205fbd6162578" providerId="LiveId" clId="{AE34F6A3-7111-4D1D-9D41-1048805A1372}" dt="2026-09-15T06:35:02.962" v="870" actId="478"/>
          <ac:spMkLst>
            <pc:docMk/>
            <pc:sldMk cId="0" sldId="257"/>
            <ac:spMk id="8" creationId="{ED08A556-775A-6363-FEB1-82728E4552AE}"/>
          </ac:spMkLst>
        </pc:spChg>
        <pc:spChg chg="add del mod">
          <ac:chgData name="jeayong lee" userId="0e8205fbd6162578" providerId="LiveId" clId="{AE34F6A3-7111-4D1D-9D41-1048805A1372}" dt="2026-09-15T06:55:13.386" v="1028" actId="478"/>
          <ac:spMkLst>
            <pc:docMk/>
            <pc:sldMk cId="0" sldId="257"/>
            <ac:spMk id="9" creationId="{2693AAFC-4869-2D4E-5890-53A8323552DA}"/>
          </ac:spMkLst>
        </pc:spChg>
        <pc:spChg chg="del mod">
          <ac:chgData name="jeayong lee" userId="0e8205fbd6162578" providerId="LiveId" clId="{AE34F6A3-7111-4D1D-9D41-1048805A1372}" dt="2026-09-15T06:55:10.561" v="1027" actId="478"/>
          <ac:spMkLst>
            <pc:docMk/>
            <pc:sldMk cId="0" sldId="257"/>
            <ac:spMk id="10" creationId="{00000000-0000-0000-0000-000000000000}"/>
          </ac:spMkLst>
        </pc:spChg>
        <pc:spChg chg="del">
          <ac:chgData name="jeayong lee" userId="0e8205fbd6162578" providerId="LiveId" clId="{AE34F6A3-7111-4D1D-9D41-1048805A1372}" dt="2026-09-15T06:55:10.561" v="1027" actId="478"/>
          <ac:spMkLst>
            <pc:docMk/>
            <pc:sldMk cId="0" sldId="257"/>
            <ac:spMk id="11" creationId="{00000000-0000-0000-0000-000000000000}"/>
          </ac:spMkLst>
        </pc:spChg>
        <pc:spChg chg="del">
          <ac:chgData name="jeayong lee" userId="0e8205fbd6162578" providerId="LiveId" clId="{AE34F6A3-7111-4D1D-9D41-1048805A1372}" dt="2026-09-15T06:55:10.561" v="1027" actId="478"/>
          <ac:spMkLst>
            <pc:docMk/>
            <pc:sldMk cId="0" sldId="257"/>
            <ac:spMk id="12" creationId="{00000000-0000-0000-0000-000000000000}"/>
          </ac:spMkLst>
        </pc:spChg>
        <pc:spChg chg="del mod">
          <ac:chgData name="jeayong lee" userId="0e8205fbd6162578" providerId="LiveId" clId="{AE34F6A3-7111-4D1D-9D41-1048805A1372}" dt="2026-09-15T06:55:10.561" v="1027" actId="478"/>
          <ac:spMkLst>
            <pc:docMk/>
            <pc:sldMk cId="0" sldId="257"/>
            <ac:spMk id="13" creationId="{00000000-0000-0000-0000-000000000000}"/>
          </ac:spMkLst>
        </pc:spChg>
        <pc:spChg chg="del mod">
          <ac:chgData name="jeayong lee" userId="0e8205fbd6162578" providerId="LiveId" clId="{AE34F6A3-7111-4D1D-9D41-1048805A1372}" dt="2026-09-15T06:55:10.561" v="1027" actId="478"/>
          <ac:spMkLst>
            <pc:docMk/>
            <pc:sldMk cId="0" sldId="257"/>
            <ac:spMk id="14" creationId="{00000000-0000-0000-0000-000000000000}"/>
          </ac:spMkLst>
        </pc:spChg>
        <pc:spChg chg="del">
          <ac:chgData name="jeayong lee" userId="0e8205fbd6162578" providerId="LiveId" clId="{AE34F6A3-7111-4D1D-9D41-1048805A1372}" dt="2026-09-15T06:55:10.561" v="1027" actId="478"/>
          <ac:spMkLst>
            <pc:docMk/>
            <pc:sldMk cId="0" sldId="257"/>
            <ac:spMk id="16" creationId="{00000000-0000-0000-0000-000000000000}"/>
          </ac:spMkLst>
        </pc:spChg>
        <pc:spChg chg="del mod">
          <ac:chgData name="jeayong lee" userId="0e8205fbd6162578" providerId="LiveId" clId="{AE34F6A3-7111-4D1D-9D41-1048805A1372}" dt="2026-09-15T06:55:10.561" v="1027" actId="478"/>
          <ac:spMkLst>
            <pc:docMk/>
            <pc:sldMk cId="0" sldId="257"/>
            <ac:spMk id="17" creationId="{00000000-0000-0000-0000-000000000000}"/>
          </ac:spMkLst>
        </pc:spChg>
        <pc:spChg chg="del">
          <ac:chgData name="jeayong lee" userId="0e8205fbd6162578" providerId="LiveId" clId="{AE34F6A3-7111-4D1D-9D41-1048805A1372}" dt="2026-09-15T06:55:10.561" v="1027" actId="478"/>
          <ac:spMkLst>
            <pc:docMk/>
            <pc:sldMk cId="0" sldId="257"/>
            <ac:spMk id="18" creationId="{00000000-0000-0000-0000-000000000000}"/>
          </ac:spMkLst>
        </pc:spChg>
        <pc:spChg chg="del">
          <ac:chgData name="jeayong lee" userId="0e8205fbd6162578" providerId="LiveId" clId="{AE34F6A3-7111-4D1D-9D41-1048805A1372}" dt="2026-09-15T06:55:10.561" v="1027" actId="478"/>
          <ac:spMkLst>
            <pc:docMk/>
            <pc:sldMk cId="0" sldId="257"/>
            <ac:spMk id="19" creationId="{00000000-0000-0000-0000-000000000000}"/>
          </ac:spMkLst>
        </pc:spChg>
        <pc:spChg chg="del">
          <ac:chgData name="jeayong lee" userId="0e8205fbd6162578" providerId="LiveId" clId="{AE34F6A3-7111-4D1D-9D41-1048805A1372}" dt="2026-09-15T06:55:10.561" v="1027" actId="478"/>
          <ac:spMkLst>
            <pc:docMk/>
            <pc:sldMk cId="0" sldId="257"/>
            <ac:spMk id="20" creationId="{00000000-0000-0000-0000-000000000000}"/>
          </ac:spMkLst>
        </pc:spChg>
        <pc:spChg chg="mod">
          <ac:chgData name="jeayong lee" userId="0e8205fbd6162578" providerId="LiveId" clId="{AE34F6A3-7111-4D1D-9D41-1048805A1372}" dt="2026-09-15T06:32:27.107" v="855" actId="1076"/>
          <ac:spMkLst>
            <pc:docMk/>
            <pc:sldMk cId="0" sldId="257"/>
            <ac:spMk id="21" creationId="{00000000-0000-0000-0000-000000000000}"/>
          </ac:spMkLst>
        </pc:spChg>
        <pc:spChg chg="del mod">
          <ac:chgData name="jeayong lee" userId="0e8205fbd6162578" providerId="LiveId" clId="{AE34F6A3-7111-4D1D-9D41-1048805A1372}" dt="2026-09-15T06:55:13.386" v="1028" actId="478"/>
          <ac:spMkLst>
            <pc:docMk/>
            <pc:sldMk cId="0" sldId="257"/>
            <ac:spMk id="22" creationId="{00000000-0000-0000-0000-000000000000}"/>
          </ac:spMkLst>
        </pc:spChg>
        <pc:spChg chg="del">
          <ac:chgData name="jeayong lee" userId="0e8205fbd6162578" providerId="LiveId" clId="{AE34F6A3-7111-4D1D-9D41-1048805A1372}" dt="2026-09-15T06:55:13.386" v="1028" actId="478"/>
          <ac:spMkLst>
            <pc:docMk/>
            <pc:sldMk cId="0" sldId="257"/>
            <ac:spMk id="23" creationId="{00000000-0000-0000-0000-000000000000}"/>
          </ac:spMkLst>
        </pc:spChg>
        <pc:spChg chg="del mod">
          <ac:chgData name="jeayong lee" userId="0e8205fbd6162578" providerId="LiveId" clId="{AE34F6A3-7111-4D1D-9D41-1048805A1372}" dt="2026-09-15T06:55:13.386" v="1028" actId="478"/>
          <ac:spMkLst>
            <pc:docMk/>
            <pc:sldMk cId="0" sldId="257"/>
            <ac:spMk id="24" creationId="{00000000-0000-0000-0000-000000000000}"/>
          </ac:spMkLst>
        </pc:spChg>
        <pc:spChg chg="add del mod">
          <ac:chgData name="jeayong lee" userId="0e8205fbd6162578" providerId="LiveId" clId="{AE34F6A3-7111-4D1D-9D41-1048805A1372}" dt="2026-09-15T06:55:13.386" v="1028" actId="478"/>
          <ac:spMkLst>
            <pc:docMk/>
            <pc:sldMk cId="0" sldId="257"/>
            <ac:spMk id="25" creationId="{E9A6C604-BF2C-1A54-572D-599BEA5D344A}"/>
          </ac:spMkLst>
        </pc:spChg>
        <pc:spChg chg="add del mod">
          <ac:chgData name="jeayong lee" userId="0e8205fbd6162578" providerId="LiveId" clId="{AE34F6A3-7111-4D1D-9D41-1048805A1372}" dt="2026-09-15T06:55:13.386" v="1028" actId="478"/>
          <ac:spMkLst>
            <pc:docMk/>
            <pc:sldMk cId="0" sldId="257"/>
            <ac:spMk id="27" creationId="{1BF5EC1C-3A2A-5611-C62F-39A66A97F192}"/>
          </ac:spMkLst>
        </pc:spChg>
        <pc:spChg chg="add del mod">
          <ac:chgData name="jeayong lee" userId="0e8205fbd6162578" providerId="LiveId" clId="{AE34F6A3-7111-4D1D-9D41-1048805A1372}" dt="2026-09-15T06:33:49.301" v="860" actId="478"/>
          <ac:spMkLst>
            <pc:docMk/>
            <pc:sldMk cId="0" sldId="257"/>
            <ac:spMk id="28" creationId="{00000000-0000-0000-0000-000000000000}"/>
          </ac:spMkLst>
        </pc:spChg>
        <pc:spChg chg="add mod">
          <ac:chgData name="jeayong lee" userId="0e8205fbd6162578" providerId="LiveId" clId="{AE34F6A3-7111-4D1D-9D41-1048805A1372}" dt="2026-09-15T07:50:53.075" v="3056" actId="20577"/>
          <ac:spMkLst>
            <pc:docMk/>
            <pc:sldMk cId="0" sldId="257"/>
            <ac:spMk id="29" creationId="{479CD979-8F1D-7587-649E-F8E3B72C86D2}"/>
          </ac:spMkLst>
        </pc:spChg>
      </pc:sldChg>
      <pc:sldChg chg="addSp delSp modSp mod">
        <pc:chgData name="jeayong lee" userId="0e8205fbd6162578" providerId="LiveId" clId="{AE34F6A3-7111-4D1D-9D41-1048805A1372}" dt="2026-09-15T08:16:23.130" v="3677" actId="403"/>
        <pc:sldMkLst>
          <pc:docMk/>
          <pc:sldMk cId="0" sldId="258"/>
        </pc:sldMkLst>
        <pc:spChg chg="mod">
          <ac:chgData name="jeayong lee" userId="0e8205fbd6162578" providerId="LiveId" clId="{AE34F6A3-7111-4D1D-9D41-1048805A1372}" dt="2026-09-15T08:16:23.130" v="3677" actId="403"/>
          <ac:spMkLst>
            <pc:docMk/>
            <pc:sldMk cId="0" sldId="258"/>
            <ac:spMk id="3" creationId="{00000000-0000-0000-0000-000000000000}"/>
          </ac:spMkLst>
        </pc:spChg>
        <pc:spChg chg="mod ord">
          <ac:chgData name="jeayong lee" userId="0e8205fbd6162578" providerId="LiveId" clId="{AE34F6A3-7111-4D1D-9D41-1048805A1372}" dt="2026-09-15T06:22:57.280" v="691" actId="164"/>
          <ac:spMkLst>
            <pc:docMk/>
            <pc:sldMk cId="0" sldId="258"/>
            <ac:spMk id="6" creationId="{00000000-0000-0000-0000-000000000000}"/>
          </ac:spMkLst>
        </pc:spChg>
        <pc:spChg chg="del">
          <ac:chgData name="jeayong lee" userId="0e8205fbd6162578" providerId="LiveId" clId="{AE34F6A3-7111-4D1D-9D41-1048805A1372}" dt="2026-09-15T06:16:50.992" v="578" actId="478"/>
          <ac:spMkLst>
            <pc:docMk/>
            <pc:sldMk cId="0" sldId="258"/>
            <ac:spMk id="8" creationId="{7BA69E8C-C62F-14E7-B82A-FEC3E8F247FA}"/>
          </ac:spMkLst>
        </pc:spChg>
        <pc:spChg chg="del">
          <ac:chgData name="jeayong lee" userId="0e8205fbd6162578" providerId="LiveId" clId="{AE34F6A3-7111-4D1D-9D41-1048805A1372}" dt="2026-09-15T06:16:53.499" v="579" actId="478"/>
          <ac:spMkLst>
            <pc:docMk/>
            <pc:sldMk cId="0" sldId="258"/>
            <ac:spMk id="9" creationId="{925255CB-667D-6724-12CD-AACDEB7D1AB7}"/>
          </ac:spMkLst>
        </pc:spChg>
        <pc:spChg chg="mod ord">
          <ac:chgData name="jeayong lee" userId="0e8205fbd6162578" providerId="LiveId" clId="{AE34F6A3-7111-4D1D-9D41-1048805A1372}" dt="2026-09-15T06:23:10.669" v="698" actId="164"/>
          <ac:spMkLst>
            <pc:docMk/>
            <pc:sldMk cId="0" sldId="258"/>
            <ac:spMk id="10" creationId="{00000000-0000-0000-0000-000000000000}"/>
          </ac:spMkLst>
        </pc:spChg>
        <pc:spChg chg="mod">
          <ac:chgData name="jeayong lee" userId="0e8205fbd6162578" providerId="LiveId" clId="{AE34F6A3-7111-4D1D-9D41-1048805A1372}" dt="2026-09-15T06:24:36.285" v="728" actId="1076"/>
          <ac:spMkLst>
            <pc:docMk/>
            <pc:sldMk cId="0" sldId="258"/>
            <ac:spMk id="14" creationId="{00000000-0000-0000-0000-000000000000}"/>
          </ac:spMkLst>
        </pc:spChg>
        <pc:spChg chg="mod">
          <ac:chgData name="jeayong lee" userId="0e8205fbd6162578" providerId="LiveId" clId="{AE34F6A3-7111-4D1D-9D41-1048805A1372}" dt="2026-09-15T06:25:19.053" v="735" actId="14100"/>
          <ac:spMkLst>
            <pc:docMk/>
            <pc:sldMk cId="0" sldId="258"/>
            <ac:spMk id="15" creationId="{00000000-0000-0000-0000-000000000000}"/>
          </ac:spMkLst>
        </pc:spChg>
        <pc:spChg chg="mod">
          <ac:chgData name="jeayong lee" userId="0e8205fbd6162578" providerId="LiveId" clId="{AE34F6A3-7111-4D1D-9D41-1048805A1372}" dt="2026-09-15T06:21:52.877" v="662" actId="120"/>
          <ac:spMkLst>
            <pc:docMk/>
            <pc:sldMk cId="0" sldId="258"/>
            <ac:spMk id="16" creationId="{00000000-0000-0000-0000-000000000000}"/>
          </ac:spMkLst>
        </pc:spChg>
        <pc:spChg chg="mod">
          <ac:chgData name="jeayong lee" userId="0e8205fbd6162578" providerId="LiveId" clId="{AE34F6A3-7111-4D1D-9D41-1048805A1372}" dt="2026-09-15T06:28:22.205" v="781" actId="1076"/>
          <ac:spMkLst>
            <pc:docMk/>
            <pc:sldMk cId="0" sldId="258"/>
            <ac:spMk id="17" creationId="{00000000-0000-0000-0000-000000000000}"/>
          </ac:spMkLst>
        </pc:spChg>
        <pc:spChg chg="mod">
          <ac:chgData name="jeayong lee" userId="0e8205fbd6162578" providerId="LiveId" clId="{AE34F6A3-7111-4D1D-9D41-1048805A1372}" dt="2026-09-15T06:21:31.444" v="655" actId="14100"/>
          <ac:spMkLst>
            <pc:docMk/>
            <pc:sldMk cId="0" sldId="258"/>
            <ac:spMk id="18" creationId="{00000000-0000-0000-0000-000000000000}"/>
          </ac:spMkLst>
        </pc:spChg>
        <pc:spChg chg="mod">
          <ac:chgData name="jeayong lee" userId="0e8205fbd6162578" providerId="LiveId" clId="{AE34F6A3-7111-4D1D-9D41-1048805A1372}" dt="2026-09-15T06:21:15.595" v="649" actId="14100"/>
          <ac:spMkLst>
            <pc:docMk/>
            <pc:sldMk cId="0" sldId="258"/>
            <ac:spMk id="19" creationId="{00000000-0000-0000-0000-000000000000}"/>
          </ac:spMkLst>
        </pc:spChg>
        <pc:spChg chg="mod">
          <ac:chgData name="jeayong lee" userId="0e8205fbd6162578" providerId="LiveId" clId="{AE34F6A3-7111-4D1D-9D41-1048805A1372}" dt="2026-09-15T06:25:17.387" v="734" actId="14100"/>
          <ac:spMkLst>
            <pc:docMk/>
            <pc:sldMk cId="0" sldId="258"/>
            <ac:spMk id="20" creationId="{00000000-0000-0000-0000-000000000000}"/>
          </ac:spMkLst>
        </pc:spChg>
        <pc:spChg chg="mod">
          <ac:chgData name="jeayong lee" userId="0e8205fbd6162578" providerId="LiveId" clId="{AE34F6A3-7111-4D1D-9D41-1048805A1372}" dt="2026-09-15T06:21:04.700" v="644" actId="1076"/>
          <ac:spMkLst>
            <pc:docMk/>
            <pc:sldMk cId="0" sldId="258"/>
            <ac:spMk id="21" creationId="{00000000-0000-0000-0000-000000000000}"/>
          </ac:spMkLst>
        </pc:spChg>
        <pc:spChg chg="mod">
          <ac:chgData name="jeayong lee" userId="0e8205fbd6162578" providerId="LiveId" clId="{AE34F6A3-7111-4D1D-9D41-1048805A1372}" dt="2026-09-15T06:22:57.280" v="691" actId="164"/>
          <ac:spMkLst>
            <pc:docMk/>
            <pc:sldMk cId="0" sldId="258"/>
            <ac:spMk id="22" creationId="{00000000-0000-0000-0000-000000000000}"/>
          </ac:spMkLst>
        </pc:spChg>
        <pc:spChg chg="mod">
          <ac:chgData name="jeayong lee" userId="0e8205fbd6162578" providerId="LiveId" clId="{AE34F6A3-7111-4D1D-9D41-1048805A1372}" dt="2026-09-15T06:22:57.280" v="691" actId="164"/>
          <ac:spMkLst>
            <pc:docMk/>
            <pc:sldMk cId="0" sldId="258"/>
            <ac:spMk id="23" creationId="{00000000-0000-0000-0000-000000000000}"/>
          </ac:spMkLst>
        </pc:spChg>
        <pc:spChg chg="mod">
          <ac:chgData name="jeayong lee" userId="0e8205fbd6162578" providerId="LiveId" clId="{AE34F6A3-7111-4D1D-9D41-1048805A1372}" dt="2026-09-15T06:22:57.280" v="691" actId="164"/>
          <ac:spMkLst>
            <pc:docMk/>
            <pc:sldMk cId="0" sldId="258"/>
            <ac:spMk id="24" creationId="{00000000-0000-0000-0000-000000000000}"/>
          </ac:spMkLst>
        </pc:spChg>
        <pc:spChg chg="mod">
          <ac:chgData name="jeayong lee" userId="0e8205fbd6162578" providerId="LiveId" clId="{AE34F6A3-7111-4D1D-9D41-1048805A1372}" dt="2026-09-15T06:22:57.280" v="691" actId="164"/>
          <ac:spMkLst>
            <pc:docMk/>
            <pc:sldMk cId="0" sldId="258"/>
            <ac:spMk id="25" creationId="{00000000-0000-0000-0000-000000000000}"/>
          </ac:spMkLst>
        </pc:spChg>
        <pc:spChg chg="mod">
          <ac:chgData name="jeayong lee" userId="0e8205fbd6162578" providerId="LiveId" clId="{AE34F6A3-7111-4D1D-9D41-1048805A1372}" dt="2026-09-15T06:23:45.689" v="710" actId="1076"/>
          <ac:spMkLst>
            <pc:docMk/>
            <pc:sldMk cId="0" sldId="258"/>
            <ac:spMk id="26" creationId="{00000000-0000-0000-0000-000000000000}"/>
          </ac:spMkLst>
        </pc:spChg>
        <pc:spChg chg="mod">
          <ac:chgData name="jeayong lee" userId="0e8205fbd6162578" providerId="LiveId" clId="{AE34F6A3-7111-4D1D-9D41-1048805A1372}" dt="2026-09-15T06:20:25.945" v="634" actId="164"/>
          <ac:spMkLst>
            <pc:docMk/>
            <pc:sldMk cId="0" sldId="258"/>
            <ac:spMk id="27" creationId="{00000000-0000-0000-0000-000000000000}"/>
          </ac:spMkLst>
        </pc:spChg>
        <pc:spChg chg="mod">
          <ac:chgData name="jeayong lee" userId="0e8205fbd6162578" providerId="LiveId" clId="{AE34F6A3-7111-4D1D-9D41-1048805A1372}" dt="2026-09-15T06:20:25.945" v="634" actId="164"/>
          <ac:spMkLst>
            <pc:docMk/>
            <pc:sldMk cId="0" sldId="258"/>
            <ac:spMk id="28" creationId="{00000000-0000-0000-0000-000000000000}"/>
          </ac:spMkLst>
        </pc:spChg>
        <pc:spChg chg="mod">
          <ac:chgData name="jeayong lee" userId="0e8205fbd6162578" providerId="LiveId" clId="{AE34F6A3-7111-4D1D-9D41-1048805A1372}" dt="2026-09-15T06:24:54.896" v="730" actId="14100"/>
          <ac:spMkLst>
            <pc:docMk/>
            <pc:sldMk cId="0" sldId="258"/>
            <ac:spMk id="29" creationId="{00000000-0000-0000-0000-000000000000}"/>
          </ac:spMkLst>
        </pc:spChg>
        <pc:spChg chg="mod">
          <ac:chgData name="jeayong lee" userId="0e8205fbd6162578" providerId="LiveId" clId="{AE34F6A3-7111-4D1D-9D41-1048805A1372}" dt="2026-09-15T06:14:10.946" v="528" actId="20577"/>
          <ac:spMkLst>
            <pc:docMk/>
            <pc:sldMk cId="0" sldId="258"/>
            <ac:spMk id="31" creationId="{00000000-0000-0000-0000-000000000000}"/>
          </ac:spMkLst>
        </pc:spChg>
        <pc:spChg chg="mod">
          <ac:chgData name="jeayong lee" userId="0e8205fbd6162578" providerId="LiveId" clId="{AE34F6A3-7111-4D1D-9D41-1048805A1372}" dt="2026-09-15T06:31:09.399" v="830" actId="1076"/>
          <ac:spMkLst>
            <pc:docMk/>
            <pc:sldMk cId="0" sldId="258"/>
            <ac:spMk id="39" creationId="{9FCFA5DA-62D6-9763-24DE-76DEC5DA9D7E}"/>
          </ac:spMkLst>
        </pc:spChg>
        <pc:spChg chg="mod">
          <ac:chgData name="jeayong lee" userId="0e8205fbd6162578" providerId="LiveId" clId="{AE34F6A3-7111-4D1D-9D41-1048805A1372}" dt="2026-09-15T06:28:30.617" v="784" actId="1076"/>
          <ac:spMkLst>
            <pc:docMk/>
            <pc:sldMk cId="0" sldId="258"/>
            <ac:spMk id="40" creationId="{8EE71401-AC88-13E1-4137-8FB8768E3711}"/>
          </ac:spMkLst>
        </pc:spChg>
        <pc:spChg chg="mod">
          <ac:chgData name="jeayong lee" userId="0e8205fbd6162578" providerId="LiveId" clId="{AE34F6A3-7111-4D1D-9D41-1048805A1372}" dt="2026-09-15T06:25:39.763" v="736"/>
          <ac:spMkLst>
            <pc:docMk/>
            <pc:sldMk cId="0" sldId="258"/>
            <ac:spMk id="41" creationId="{B7E4585B-FFFA-CD8F-F0B0-472FD611AEC6}"/>
          </ac:spMkLst>
        </pc:spChg>
        <pc:spChg chg="mod">
          <ac:chgData name="jeayong lee" userId="0e8205fbd6162578" providerId="LiveId" clId="{AE34F6A3-7111-4D1D-9D41-1048805A1372}" dt="2026-09-15T06:25:51.433" v="740"/>
          <ac:spMkLst>
            <pc:docMk/>
            <pc:sldMk cId="0" sldId="258"/>
            <ac:spMk id="42" creationId="{3A9C0846-1CDD-DA95-E86E-C2F69AD3B49E}"/>
          </ac:spMkLst>
        </pc:spChg>
        <pc:spChg chg="add mod">
          <ac:chgData name="jeayong lee" userId="0e8205fbd6162578" providerId="LiveId" clId="{AE34F6A3-7111-4D1D-9D41-1048805A1372}" dt="2026-09-15T07:20:55.791" v="2514" actId="1076"/>
          <ac:spMkLst>
            <pc:docMk/>
            <pc:sldMk cId="0" sldId="258"/>
            <ac:spMk id="44" creationId="{EA2B53EC-1575-88B5-8EDF-2E9C9C2817E1}"/>
          </ac:spMkLst>
        </pc:spChg>
        <pc:spChg chg="mod">
          <ac:chgData name="jeayong lee" userId="0e8205fbd6162578" providerId="LiveId" clId="{AE34F6A3-7111-4D1D-9D41-1048805A1372}" dt="2026-09-15T06:28:53.393" v="786" actId="1076"/>
          <ac:spMkLst>
            <pc:docMk/>
            <pc:sldMk cId="0" sldId="258"/>
            <ac:spMk id="47" creationId="{DA10C5AD-6BFA-C93B-B327-1E6BD1E737DB}"/>
          </ac:spMkLst>
        </pc:spChg>
        <pc:spChg chg="mod">
          <ac:chgData name="jeayong lee" userId="0e8205fbd6162578" providerId="LiveId" clId="{AE34F6A3-7111-4D1D-9D41-1048805A1372}" dt="2026-09-15T06:26:52.063" v="761" actId="1076"/>
          <ac:spMkLst>
            <pc:docMk/>
            <pc:sldMk cId="0" sldId="258"/>
            <ac:spMk id="48" creationId="{DE611A2C-D27B-5203-087F-DDB7783D4369}"/>
          </ac:spMkLst>
        </pc:spChg>
        <pc:spChg chg="mod">
          <ac:chgData name="jeayong lee" userId="0e8205fbd6162578" providerId="LiveId" clId="{AE34F6A3-7111-4D1D-9D41-1048805A1372}" dt="2026-09-15T06:26:32.267" v="752"/>
          <ac:spMkLst>
            <pc:docMk/>
            <pc:sldMk cId="0" sldId="258"/>
            <ac:spMk id="49" creationId="{E396000C-8B3D-D4BC-CF8E-055E4BE733D3}"/>
          </ac:spMkLst>
        </pc:spChg>
        <pc:spChg chg="mod">
          <ac:chgData name="jeayong lee" userId="0e8205fbd6162578" providerId="LiveId" clId="{AE34F6A3-7111-4D1D-9D41-1048805A1372}" dt="2026-09-15T06:26:35.620" v="754"/>
          <ac:spMkLst>
            <pc:docMk/>
            <pc:sldMk cId="0" sldId="258"/>
            <ac:spMk id="50" creationId="{55B1F5C0-9EFF-7D4C-6B8B-4B5FF77C52D3}"/>
          </ac:spMkLst>
        </pc:spChg>
        <pc:spChg chg="add mod">
          <ac:chgData name="jeayong lee" userId="0e8205fbd6162578" providerId="LiveId" clId="{AE34F6A3-7111-4D1D-9D41-1048805A1372}" dt="2026-09-15T07:18:46.281" v="2509" actId="14100"/>
          <ac:spMkLst>
            <pc:docMk/>
            <pc:sldMk cId="0" sldId="258"/>
            <ac:spMk id="52" creationId="{3F937B43-4E38-B42C-D254-65C117169322}"/>
          </ac:spMkLst>
        </pc:spChg>
        <pc:spChg chg="del mod topLvl">
          <ac:chgData name="jeayong lee" userId="0e8205fbd6162578" providerId="LiveId" clId="{AE34F6A3-7111-4D1D-9D41-1048805A1372}" dt="2026-09-15T06:27:49.449" v="775" actId="478"/>
          <ac:spMkLst>
            <pc:docMk/>
            <pc:sldMk cId="0" sldId="258"/>
            <ac:spMk id="56" creationId="{7116C0BA-746A-9166-E9CC-09CBEE731C6D}"/>
          </ac:spMkLst>
        </pc:spChg>
        <pc:spChg chg="mod">
          <ac:chgData name="jeayong lee" userId="0e8205fbd6162578" providerId="LiveId" clId="{AE34F6A3-7111-4D1D-9D41-1048805A1372}" dt="2026-09-15T07:27:48.845" v="2525" actId="1076"/>
          <ac:spMkLst>
            <pc:docMk/>
            <pc:sldMk cId="0" sldId="258"/>
            <ac:spMk id="58" creationId="{F2FF1112-2254-741B-0170-5E712A7948A9}"/>
          </ac:spMkLst>
        </pc:spChg>
        <pc:spChg chg="mod">
          <ac:chgData name="jeayong lee" userId="0e8205fbd6162578" providerId="LiveId" clId="{AE34F6A3-7111-4D1D-9D41-1048805A1372}" dt="2026-09-15T06:27:20.771" v="769"/>
          <ac:spMkLst>
            <pc:docMk/>
            <pc:sldMk cId="0" sldId="258"/>
            <ac:spMk id="59" creationId="{48AE516C-B942-2724-D485-B3C0CE99AF74}"/>
          </ac:spMkLst>
        </pc:spChg>
        <pc:spChg chg="mod">
          <ac:chgData name="jeayong lee" userId="0e8205fbd6162578" providerId="LiveId" clId="{AE34F6A3-7111-4D1D-9D41-1048805A1372}" dt="2026-09-15T06:27:20.771" v="769"/>
          <ac:spMkLst>
            <pc:docMk/>
            <pc:sldMk cId="0" sldId="258"/>
            <ac:spMk id="60" creationId="{7F05C89D-B170-D5BD-DBCC-FD9638900C72}"/>
          </ac:spMkLst>
        </pc:spChg>
        <pc:spChg chg="mod">
          <ac:chgData name="jeayong lee" userId="0e8205fbd6162578" providerId="LiveId" clId="{AE34F6A3-7111-4D1D-9D41-1048805A1372}" dt="2026-09-15T06:27:24.534" v="771"/>
          <ac:spMkLst>
            <pc:docMk/>
            <pc:sldMk cId="0" sldId="258"/>
            <ac:spMk id="61" creationId="{2566B9E4-42A3-84FE-29F5-637FA5CDEB68}"/>
          </ac:spMkLst>
        </pc:spChg>
        <pc:spChg chg="add mod">
          <ac:chgData name="jeayong lee" userId="0e8205fbd6162578" providerId="LiveId" clId="{AE34F6A3-7111-4D1D-9D41-1048805A1372}" dt="2026-09-15T07:26:57.393" v="2521" actId="207"/>
          <ac:spMkLst>
            <pc:docMk/>
            <pc:sldMk cId="0" sldId="258"/>
            <ac:spMk id="63" creationId="{E5954289-BA82-98EE-FE3A-BC4DDA02CBA4}"/>
          </ac:spMkLst>
        </pc:spChg>
        <pc:spChg chg="add mod">
          <ac:chgData name="jeayong lee" userId="0e8205fbd6162578" providerId="LiveId" clId="{AE34F6A3-7111-4D1D-9D41-1048805A1372}" dt="2026-09-15T07:27:40.604" v="2524" actId="207"/>
          <ac:spMkLst>
            <pc:docMk/>
            <pc:sldMk cId="0" sldId="258"/>
            <ac:spMk id="65" creationId="{FFAADCA4-6BCB-8532-279E-1B51EEBFB718}"/>
          </ac:spMkLst>
        </pc:spChg>
        <pc:grpChg chg="del mod">
          <ac:chgData name="jeayong lee" userId="0e8205fbd6162578" providerId="LiveId" clId="{AE34F6A3-7111-4D1D-9D41-1048805A1372}" dt="2026-09-15T06:22:16.298" v="669" actId="478"/>
          <ac:grpSpMkLst>
            <pc:docMk/>
            <pc:sldMk cId="0" sldId="258"/>
            <ac:grpSpMk id="7" creationId="{63C1EF35-5D69-160D-1597-87A785C9D517}"/>
          </ac:grpSpMkLst>
        </pc:grpChg>
        <pc:grpChg chg="add mod">
          <ac:chgData name="jeayong lee" userId="0e8205fbd6162578" providerId="LiveId" clId="{AE34F6A3-7111-4D1D-9D41-1048805A1372}" dt="2026-09-15T06:15:14.016" v="547" actId="164"/>
          <ac:grpSpMkLst>
            <pc:docMk/>
            <pc:sldMk cId="0" sldId="258"/>
            <ac:grpSpMk id="11" creationId="{11514CCC-514F-82C4-BC78-A0EE83D710D4}"/>
          </ac:grpSpMkLst>
        </pc:grpChg>
        <pc:grpChg chg="add mod">
          <ac:chgData name="jeayong lee" userId="0e8205fbd6162578" providerId="LiveId" clId="{AE34F6A3-7111-4D1D-9D41-1048805A1372}" dt="2026-09-15T06:28:19.087" v="780" actId="1076"/>
          <ac:grpSpMkLst>
            <pc:docMk/>
            <pc:sldMk cId="0" sldId="258"/>
            <ac:grpSpMk id="12" creationId="{2A98F668-C679-D129-7962-69D13849FDC6}"/>
          </ac:grpSpMkLst>
        </pc:grpChg>
        <pc:grpChg chg="add mod">
          <ac:chgData name="jeayong lee" userId="0e8205fbd6162578" providerId="LiveId" clId="{AE34F6A3-7111-4D1D-9D41-1048805A1372}" dt="2026-09-15T06:23:10.669" v="698" actId="164"/>
          <ac:grpSpMkLst>
            <pc:docMk/>
            <pc:sldMk cId="0" sldId="258"/>
            <ac:grpSpMk id="13" creationId="{9800E8E6-EF77-6BE1-64E0-E6D93577DBDA}"/>
          </ac:grpSpMkLst>
        </pc:grpChg>
        <pc:grpChg chg="add del mod ord">
          <ac:chgData name="jeayong lee" userId="0e8205fbd6162578" providerId="LiveId" clId="{AE34F6A3-7111-4D1D-9D41-1048805A1372}" dt="2026-09-15T06:27:30.816" v="773" actId="478"/>
          <ac:grpSpMkLst>
            <pc:docMk/>
            <pc:sldMk cId="0" sldId="258"/>
            <ac:grpSpMk id="32" creationId="{2E08E18E-39DB-78BF-6C10-D9DE79857CF5}"/>
          </ac:grpSpMkLst>
        </pc:grpChg>
        <pc:grpChg chg="add mod">
          <ac:chgData name="jeayong lee" userId="0e8205fbd6162578" providerId="LiveId" clId="{AE34F6A3-7111-4D1D-9D41-1048805A1372}" dt="2026-09-15T06:22:25.717" v="674" actId="164"/>
          <ac:grpSpMkLst>
            <pc:docMk/>
            <pc:sldMk cId="0" sldId="258"/>
            <ac:grpSpMk id="33" creationId="{21C386B7-8C19-945B-EB86-4FC223BA8FCA}"/>
          </ac:grpSpMkLst>
        </pc:grpChg>
        <pc:grpChg chg="add mod">
          <ac:chgData name="jeayong lee" userId="0e8205fbd6162578" providerId="LiveId" clId="{AE34F6A3-7111-4D1D-9D41-1048805A1372}" dt="2026-09-15T06:22:34.613" v="680" actId="164"/>
          <ac:grpSpMkLst>
            <pc:docMk/>
            <pc:sldMk cId="0" sldId="258"/>
            <ac:grpSpMk id="34" creationId="{0389E18D-325B-0E2D-6D70-04F3CEAAA9B5}"/>
          </ac:grpSpMkLst>
        </pc:grpChg>
        <pc:grpChg chg="add del mod">
          <ac:chgData name="jeayong lee" userId="0e8205fbd6162578" providerId="LiveId" clId="{AE34F6A3-7111-4D1D-9D41-1048805A1372}" dt="2026-09-15T06:26:49.741" v="759" actId="478"/>
          <ac:grpSpMkLst>
            <pc:docMk/>
            <pc:sldMk cId="0" sldId="258"/>
            <ac:grpSpMk id="35" creationId="{2641A4C0-48B9-0E2B-FB95-FD7B9FB5F761}"/>
          </ac:grpSpMkLst>
        </pc:grpChg>
        <pc:grpChg chg="add del mod">
          <ac:chgData name="jeayong lee" userId="0e8205fbd6162578" providerId="LiveId" clId="{AE34F6A3-7111-4D1D-9D41-1048805A1372}" dt="2026-09-15T06:26:14.050" v="748" actId="478"/>
          <ac:grpSpMkLst>
            <pc:docMk/>
            <pc:sldMk cId="0" sldId="258"/>
            <ac:grpSpMk id="36" creationId="{7E9272AD-DF4C-00A3-F858-40B890242294}"/>
          </ac:grpSpMkLst>
        </pc:grpChg>
        <pc:grpChg chg="add mod">
          <ac:chgData name="jeayong lee" userId="0e8205fbd6162578" providerId="LiveId" clId="{AE34F6A3-7111-4D1D-9D41-1048805A1372}" dt="2026-09-15T07:20:51.953" v="2512" actId="14100"/>
          <ac:grpSpMkLst>
            <pc:docMk/>
            <pc:sldMk cId="0" sldId="258"/>
            <ac:grpSpMk id="37" creationId="{FA821945-91E4-91E8-AE5A-827CAD7F0205}"/>
          </ac:grpSpMkLst>
        </pc:grpChg>
        <pc:grpChg chg="mod">
          <ac:chgData name="jeayong lee" userId="0e8205fbd6162578" providerId="LiveId" clId="{AE34F6A3-7111-4D1D-9D41-1048805A1372}" dt="2026-09-15T06:25:39.763" v="736"/>
          <ac:grpSpMkLst>
            <pc:docMk/>
            <pc:sldMk cId="0" sldId="258"/>
            <ac:grpSpMk id="38" creationId="{173454CA-A1B8-EAB6-4602-260E636AEABA}"/>
          </ac:grpSpMkLst>
        </pc:grpChg>
        <pc:grpChg chg="add mod">
          <ac:chgData name="jeayong lee" userId="0e8205fbd6162578" providerId="LiveId" clId="{AE34F6A3-7111-4D1D-9D41-1048805A1372}" dt="2026-09-15T06:26:47.972" v="758" actId="164"/>
          <ac:grpSpMkLst>
            <pc:docMk/>
            <pc:sldMk cId="0" sldId="258"/>
            <ac:grpSpMk id="45" creationId="{F6595F51-4E10-9A36-5585-7BFDA8F63082}"/>
          </ac:grpSpMkLst>
        </pc:grpChg>
        <pc:grpChg chg="mod">
          <ac:chgData name="jeayong lee" userId="0e8205fbd6162578" providerId="LiveId" clId="{AE34F6A3-7111-4D1D-9D41-1048805A1372}" dt="2026-09-15T06:26:32.267" v="752"/>
          <ac:grpSpMkLst>
            <pc:docMk/>
            <pc:sldMk cId="0" sldId="258"/>
            <ac:grpSpMk id="46" creationId="{3F4378E7-A88A-DE43-38A1-A6576EB02AB2}"/>
          </ac:grpSpMkLst>
        </pc:grpChg>
        <pc:grpChg chg="add mod">
          <ac:chgData name="jeayong lee" userId="0e8205fbd6162578" providerId="LiveId" clId="{AE34F6A3-7111-4D1D-9D41-1048805A1372}" dt="2026-09-15T06:27:03.217" v="764" actId="14100"/>
          <ac:grpSpMkLst>
            <pc:docMk/>
            <pc:sldMk cId="0" sldId="258"/>
            <ac:grpSpMk id="53" creationId="{B5A2F31F-BC8E-CF52-CDCF-6E937445D3F8}"/>
          </ac:grpSpMkLst>
        </pc:grpChg>
        <pc:grpChg chg="add del mod">
          <ac:chgData name="jeayong lee" userId="0e8205fbd6162578" providerId="LiveId" clId="{AE34F6A3-7111-4D1D-9D41-1048805A1372}" dt="2026-09-15T06:27:49.449" v="775" actId="478"/>
          <ac:grpSpMkLst>
            <pc:docMk/>
            <pc:sldMk cId="0" sldId="258"/>
            <ac:grpSpMk id="54" creationId="{242D5CD1-4DD1-59BF-9377-72894CF6942B}"/>
          </ac:grpSpMkLst>
        </pc:grpChg>
        <pc:grpChg chg="mod topLvl">
          <ac:chgData name="jeayong lee" userId="0e8205fbd6162578" providerId="LiveId" clId="{AE34F6A3-7111-4D1D-9D41-1048805A1372}" dt="2026-09-15T06:30:28.864" v="813" actId="14100"/>
          <ac:grpSpMkLst>
            <pc:docMk/>
            <pc:sldMk cId="0" sldId="258"/>
            <ac:grpSpMk id="55" creationId="{7D4D8E60-8952-F467-399A-E1FB9F1868F9}"/>
          </ac:grpSpMkLst>
        </pc:grpChg>
        <pc:grpChg chg="mod">
          <ac:chgData name="jeayong lee" userId="0e8205fbd6162578" providerId="LiveId" clId="{AE34F6A3-7111-4D1D-9D41-1048805A1372}" dt="2026-09-15T06:27:20.771" v="769"/>
          <ac:grpSpMkLst>
            <pc:docMk/>
            <pc:sldMk cId="0" sldId="258"/>
            <ac:grpSpMk id="57" creationId="{5F1DC27E-A30E-2C3E-7F0D-34B98CBA05AA}"/>
          </ac:grpSpMkLst>
        </pc:grpChg>
      </pc:sldChg>
      <pc:sldChg chg="addSp delSp modSp mod">
        <pc:chgData name="jeayong lee" userId="0e8205fbd6162578" providerId="LiveId" clId="{AE34F6A3-7111-4D1D-9D41-1048805A1372}" dt="2026-09-15T07:57:40.256" v="3517"/>
        <pc:sldMkLst>
          <pc:docMk/>
          <pc:sldMk cId="0" sldId="266"/>
        </pc:sldMkLst>
        <pc:spChg chg="mod">
          <ac:chgData name="jeayong lee" userId="0e8205fbd6162578" providerId="LiveId" clId="{AE34F6A3-7111-4D1D-9D41-1048805A1372}" dt="2026-09-15T07:57:40.256" v="3517"/>
          <ac:spMkLst>
            <pc:docMk/>
            <pc:sldMk cId="0" sldId="266"/>
            <ac:spMk id="3" creationId="{00000000-0000-0000-0000-000000000000}"/>
          </ac:spMkLst>
        </pc:spChg>
        <pc:spChg chg="mod">
          <ac:chgData name="jeayong lee" userId="0e8205fbd6162578" providerId="LiveId" clId="{AE34F6A3-7111-4D1D-9D41-1048805A1372}" dt="2026-09-15T07:02:25.059" v="2020" actId="113"/>
          <ac:spMkLst>
            <pc:docMk/>
            <pc:sldMk cId="0" sldId="266"/>
            <ac:spMk id="4" creationId="{00000000-0000-0000-0000-000000000000}"/>
          </ac:spMkLst>
        </pc:spChg>
        <pc:spChg chg="mod">
          <ac:chgData name="jeayong lee" userId="0e8205fbd6162578" providerId="LiveId" clId="{AE34F6A3-7111-4D1D-9D41-1048805A1372}" dt="2026-09-15T06:59:16.741" v="1560" actId="20577"/>
          <ac:spMkLst>
            <pc:docMk/>
            <pc:sldMk cId="0" sldId="266"/>
            <ac:spMk id="13" creationId="{00000000-0000-0000-0000-000000000000}"/>
          </ac:spMkLst>
        </pc:spChg>
        <pc:spChg chg="mod">
          <ac:chgData name="jeayong lee" userId="0e8205fbd6162578" providerId="LiveId" clId="{AE34F6A3-7111-4D1D-9D41-1048805A1372}" dt="2026-09-15T06:58:41.170" v="1533" actId="164"/>
          <ac:spMkLst>
            <pc:docMk/>
            <pc:sldMk cId="0" sldId="266"/>
            <ac:spMk id="15" creationId="{00000000-0000-0000-0000-000000000000}"/>
          </ac:spMkLst>
        </pc:spChg>
        <pc:spChg chg="mod">
          <ac:chgData name="jeayong lee" userId="0e8205fbd6162578" providerId="LiveId" clId="{AE34F6A3-7111-4D1D-9D41-1048805A1372}" dt="2026-09-15T04:41:32.978" v="253" actId="20577"/>
          <ac:spMkLst>
            <pc:docMk/>
            <pc:sldMk cId="0" sldId="266"/>
            <ac:spMk id="19" creationId="{00000000-0000-0000-0000-000000000000}"/>
          </ac:spMkLst>
        </pc:spChg>
        <pc:spChg chg="mod">
          <ac:chgData name="jeayong lee" userId="0e8205fbd6162578" providerId="LiveId" clId="{AE34F6A3-7111-4D1D-9D41-1048805A1372}" dt="2026-09-15T04:56:27.129" v="434"/>
          <ac:spMkLst>
            <pc:docMk/>
            <pc:sldMk cId="0" sldId="266"/>
            <ac:spMk id="21" creationId="{00000000-0000-0000-0000-000000000000}"/>
          </ac:spMkLst>
        </pc:spChg>
        <pc:spChg chg="mod">
          <ac:chgData name="jeayong lee" userId="0e8205fbd6162578" providerId="LiveId" clId="{AE34F6A3-7111-4D1D-9D41-1048805A1372}" dt="2026-09-15T04:55:59.404" v="433"/>
          <ac:spMkLst>
            <pc:docMk/>
            <pc:sldMk cId="0" sldId="266"/>
            <ac:spMk id="23" creationId="{00000000-0000-0000-0000-000000000000}"/>
          </ac:spMkLst>
        </pc:spChg>
        <pc:spChg chg="mod">
          <ac:chgData name="jeayong lee" userId="0e8205fbd6162578" providerId="LiveId" clId="{AE34F6A3-7111-4D1D-9D41-1048805A1372}" dt="2026-09-15T06:58:41.170" v="1533" actId="164"/>
          <ac:spMkLst>
            <pc:docMk/>
            <pc:sldMk cId="0" sldId="266"/>
            <ac:spMk id="24" creationId="{00000000-0000-0000-0000-000000000000}"/>
          </ac:spMkLst>
        </pc:spChg>
        <pc:spChg chg="mod">
          <ac:chgData name="jeayong lee" userId="0e8205fbd6162578" providerId="LiveId" clId="{AE34F6A3-7111-4D1D-9D41-1048805A1372}" dt="2026-09-15T06:58:41.170" v="1533" actId="164"/>
          <ac:spMkLst>
            <pc:docMk/>
            <pc:sldMk cId="0" sldId="266"/>
            <ac:spMk id="28" creationId="{00000000-0000-0000-0000-000000000000}"/>
          </ac:spMkLst>
        </pc:spChg>
        <pc:spChg chg="mod">
          <ac:chgData name="jeayong lee" userId="0e8205fbd6162578" providerId="LiveId" clId="{AE34F6A3-7111-4D1D-9D41-1048805A1372}" dt="2026-09-15T06:58:41.170" v="1533" actId="164"/>
          <ac:spMkLst>
            <pc:docMk/>
            <pc:sldMk cId="0" sldId="266"/>
            <ac:spMk id="31" creationId="{00000000-0000-0000-0000-000000000000}"/>
          </ac:spMkLst>
        </pc:spChg>
        <pc:spChg chg="mod">
          <ac:chgData name="jeayong lee" userId="0e8205fbd6162578" providerId="LiveId" clId="{AE34F6A3-7111-4D1D-9D41-1048805A1372}" dt="2026-09-15T04:56:27.129" v="434"/>
          <ac:spMkLst>
            <pc:docMk/>
            <pc:sldMk cId="0" sldId="266"/>
            <ac:spMk id="33" creationId="{00000000-0000-0000-0000-000000000000}"/>
          </ac:spMkLst>
        </pc:spChg>
        <pc:spChg chg="mod">
          <ac:chgData name="jeayong lee" userId="0e8205fbd6162578" providerId="LiveId" clId="{AE34F6A3-7111-4D1D-9D41-1048805A1372}" dt="2026-09-15T06:58:41.170" v="1533" actId="164"/>
          <ac:spMkLst>
            <pc:docMk/>
            <pc:sldMk cId="0" sldId="266"/>
            <ac:spMk id="34" creationId="{00000000-0000-0000-0000-000000000000}"/>
          </ac:spMkLst>
        </pc:spChg>
        <pc:spChg chg="mod">
          <ac:chgData name="jeayong lee" userId="0e8205fbd6162578" providerId="LiveId" clId="{AE34F6A3-7111-4D1D-9D41-1048805A1372}" dt="2026-09-15T06:58:41.170" v="1533" actId="164"/>
          <ac:spMkLst>
            <pc:docMk/>
            <pc:sldMk cId="0" sldId="266"/>
            <ac:spMk id="35" creationId="{00000000-0000-0000-0000-000000000000}"/>
          </ac:spMkLst>
        </pc:spChg>
        <pc:spChg chg="mod">
          <ac:chgData name="jeayong lee" userId="0e8205fbd6162578" providerId="LiveId" clId="{AE34F6A3-7111-4D1D-9D41-1048805A1372}" dt="2026-09-15T06:58:41.170" v="1533" actId="164"/>
          <ac:spMkLst>
            <pc:docMk/>
            <pc:sldMk cId="0" sldId="266"/>
            <ac:spMk id="39" creationId="{00000000-0000-0000-0000-000000000000}"/>
          </ac:spMkLst>
        </pc:spChg>
        <pc:spChg chg="mod">
          <ac:chgData name="jeayong lee" userId="0e8205fbd6162578" providerId="LiveId" clId="{AE34F6A3-7111-4D1D-9D41-1048805A1372}" dt="2026-09-15T04:56:27.129" v="434"/>
          <ac:spMkLst>
            <pc:docMk/>
            <pc:sldMk cId="0" sldId="266"/>
            <ac:spMk id="45" creationId="{00000000-0000-0000-0000-000000000000}"/>
          </ac:spMkLst>
        </pc:spChg>
        <pc:spChg chg="mod">
          <ac:chgData name="jeayong lee" userId="0e8205fbd6162578" providerId="LiveId" clId="{AE34F6A3-7111-4D1D-9D41-1048805A1372}" dt="2026-09-15T06:58:41.170" v="1533" actId="164"/>
          <ac:spMkLst>
            <pc:docMk/>
            <pc:sldMk cId="0" sldId="266"/>
            <ac:spMk id="47" creationId="{00000000-0000-0000-0000-000000000000}"/>
          </ac:spMkLst>
        </pc:spChg>
        <pc:spChg chg="mod">
          <ac:chgData name="jeayong lee" userId="0e8205fbd6162578" providerId="LiveId" clId="{AE34F6A3-7111-4D1D-9D41-1048805A1372}" dt="2026-09-15T06:58:41.170" v="1533" actId="164"/>
          <ac:spMkLst>
            <pc:docMk/>
            <pc:sldMk cId="0" sldId="266"/>
            <ac:spMk id="54" creationId="{00000000-0000-0000-0000-000000000000}"/>
          </ac:spMkLst>
        </pc:spChg>
        <pc:spChg chg="add del mod">
          <ac:chgData name="jeayong lee" userId="0e8205fbd6162578" providerId="LiveId" clId="{AE34F6A3-7111-4D1D-9D41-1048805A1372}" dt="2026-09-15T06:58:32.564" v="1531" actId="478"/>
          <ac:spMkLst>
            <pc:docMk/>
            <pc:sldMk cId="0" sldId="266"/>
            <ac:spMk id="59" creationId="{00000000-0000-0000-0000-000000000000}"/>
          </ac:spMkLst>
        </pc:spChg>
        <pc:spChg chg="mod">
          <ac:chgData name="jeayong lee" userId="0e8205fbd6162578" providerId="LiveId" clId="{AE34F6A3-7111-4D1D-9D41-1048805A1372}" dt="2026-09-15T06:58:41.170" v="1533" actId="164"/>
          <ac:spMkLst>
            <pc:docMk/>
            <pc:sldMk cId="0" sldId="266"/>
            <ac:spMk id="60" creationId="{00000000-0000-0000-0000-000000000000}"/>
          </ac:spMkLst>
        </pc:spChg>
        <pc:spChg chg="add del mod">
          <ac:chgData name="jeayong lee" userId="0e8205fbd6162578" providerId="LiveId" clId="{AE34F6A3-7111-4D1D-9D41-1048805A1372}" dt="2026-09-15T06:58:32.564" v="1531" actId="478"/>
          <ac:spMkLst>
            <pc:docMk/>
            <pc:sldMk cId="0" sldId="266"/>
            <ac:spMk id="61" creationId="{00000000-0000-0000-0000-000000000000}"/>
          </ac:spMkLst>
        </pc:spChg>
        <pc:spChg chg="add del">
          <ac:chgData name="jeayong lee" userId="0e8205fbd6162578" providerId="LiveId" clId="{AE34F6A3-7111-4D1D-9D41-1048805A1372}" dt="2026-09-15T06:58:32.564" v="1531" actId="478"/>
          <ac:spMkLst>
            <pc:docMk/>
            <pc:sldMk cId="0" sldId="266"/>
            <ac:spMk id="63" creationId="{00000000-0000-0000-0000-000000000000}"/>
          </ac:spMkLst>
        </pc:spChg>
        <pc:spChg chg="add del">
          <ac:chgData name="jeayong lee" userId="0e8205fbd6162578" providerId="LiveId" clId="{AE34F6A3-7111-4D1D-9D41-1048805A1372}" dt="2026-09-15T06:58:32.564" v="1531" actId="478"/>
          <ac:spMkLst>
            <pc:docMk/>
            <pc:sldMk cId="0" sldId="266"/>
            <ac:spMk id="65" creationId="{00000000-0000-0000-0000-000000000000}"/>
          </ac:spMkLst>
        </pc:spChg>
        <pc:spChg chg="add del">
          <ac:chgData name="jeayong lee" userId="0e8205fbd6162578" providerId="LiveId" clId="{AE34F6A3-7111-4D1D-9D41-1048805A1372}" dt="2026-09-15T06:58:32.564" v="1531" actId="478"/>
          <ac:spMkLst>
            <pc:docMk/>
            <pc:sldMk cId="0" sldId="266"/>
            <ac:spMk id="67" creationId="{00000000-0000-0000-0000-000000000000}"/>
          </ac:spMkLst>
        </pc:spChg>
        <pc:spChg chg="mod">
          <ac:chgData name="jeayong lee" userId="0e8205fbd6162578" providerId="LiveId" clId="{AE34F6A3-7111-4D1D-9D41-1048805A1372}" dt="2026-09-15T04:38:40.410" v="195"/>
          <ac:spMkLst>
            <pc:docMk/>
            <pc:sldMk cId="0" sldId="266"/>
            <ac:spMk id="70" creationId="{00000000-0000-0000-0000-000000000000}"/>
          </ac:spMkLst>
        </pc:spChg>
        <pc:spChg chg="add del mod">
          <ac:chgData name="jeayong lee" userId="0e8205fbd6162578" providerId="LiveId" clId="{AE34F6A3-7111-4D1D-9D41-1048805A1372}" dt="2026-09-15T06:58:36.788" v="1532" actId="478"/>
          <ac:spMkLst>
            <pc:docMk/>
            <pc:sldMk cId="0" sldId="266"/>
            <ac:spMk id="71" creationId="{00000000-0000-0000-0000-000000000000}"/>
          </ac:spMkLst>
        </pc:spChg>
        <pc:spChg chg="mod">
          <ac:chgData name="jeayong lee" userId="0e8205fbd6162578" providerId="LiveId" clId="{AE34F6A3-7111-4D1D-9D41-1048805A1372}" dt="2026-09-15T04:38:47.583" v="197"/>
          <ac:spMkLst>
            <pc:docMk/>
            <pc:sldMk cId="0" sldId="266"/>
            <ac:spMk id="74" creationId="{00000000-0000-0000-0000-000000000000}"/>
          </ac:spMkLst>
        </pc:spChg>
        <pc:spChg chg="mod">
          <ac:chgData name="jeayong lee" userId="0e8205fbd6162578" providerId="LiveId" clId="{AE34F6A3-7111-4D1D-9D41-1048805A1372}" dt="2026-09-15T04:40:03.781" v="217" actId="404"/>
          <ac:spMkLst>
            <pc:docMk/>
            <pc:sldMk cId="0" sldId="266"/>
            <ac:spMk id="75" creationId="{00000000-0000-0000-0000-000000000000}"/>
          </ac:spMkLst>
        </pc:spChg>
        <pc:spChg chg="mod">
          <ac:chgData name="jeayong lee" userId="0e8205fbd6162578" providerId="LiveId" clId="{AE34F6A3-7111-4D1D-9D41-1048805A1372}" dt="2026-09-15T04:41:00.890" v="234" actId="1076"/>
          <ac:spMkLst>
            <pc:docMk/>
            <pc:sldMk cId="0" sldId="266"/>
            <ac:spMk id="76" creationId="{00000000-0000-0000-0000-000000000000}"/>
          </ac:spMkLst>
        </pc:spChg>
        <pc:spChg chg="mod">
          <ac:chgData name="jeayong lee" userId="0e8205fbd6162578" providerId="LiveId" clId="{AE34F6A3-7111-4D1D-9D41-1048805A1372}" dt="2026-09-15T04:39:04.221" v="202"/>
          <ac:spMkLst>
            <pc:docMk/>
            <pc:sldMk cId="0" sldId="266"/>
            <ac:spMk id="78" creationId="{00000000-0000-0000-0000-000000000000}"/>
          </ac:spMkLst>
        </pc:spChg>
        <pc:spChg chg="mod">
          <ac:chgData name="jeayong lee" userId="0e8205fbd6162578" providerId="LiveId" clId="{AE34F6A3-7111-4D1D-9D41-1048805A1372}" dt="2026-09-15T04:40:25.228" v="225" actId="1076"/>
          <ac:spMkLst>
            <pc:docMk/>
            <pc:sldMk cId="0" sldId="266"/>
            <ac:spMk id="79" creationId="{00000000-0000-0000-0000-000000000000}"/>
          </ac:spMkLst>
        </pc:spChg>
        <pc:spChg chg="mod">
          <ac:chgData name="jeayong lee" userId="0e8205fbd6162578" providerId="LiveId" clId="{AE34F6A3-7111-4D1D-9D41-1048805A1372}" dt="2026-09-15T04:39:07.882" v="204"/>
          <ac:spMkLst>
            <pc:docMk/>
            <pc:sldMk cId="0" sldId="266"/>
            <ac:spMk id="82" creationId="{00000000-0000-0000-0000-000000000000}"/>
          </ac:spMkLst>
        </pc:spChg>
        <pc:spChg chg="mod">
          <ac:chgData name="jeayong lee" userId="0e8205fbd6162578" providerId="LiveId" clId="{AE34F6A3-7111-4D1D-9D41-1048805A1372}" dt="2026-09-15T04:40:48.038" v="231" actId="14100"/>
          <ac:spMkLst>
            <pc:docMk/>
            <pc:sldMk cId="0" sldId="266"/>
            <ac:spMk id="83" creationId="{00000000-0000-0000-0000-000000000000}"/>
          </ac:spMkLst>
        </pc:spChg>
        <pc:spChg chg="add mod">
          <ac:chgData name="jeayong lee" userId="0e8205fbd6162578" providerId="LiveId" clId="{AE34F6A3-7111-4D1D-9D41-1048805A1372}" dt="2026-09-15T07:00:24.062" v="1817" actId="14100"/>
          <ac:spMkLst>
            <pc:docMk/>
            <pc:sldMk cId="0" sldId="266"/>
            <ac:spMk id="88" creationId="{B1C41EF0-F248-1714-C53D-30ED1F037DAF}"/>
          </ac:spMkLst>
        </pc:spChg>
        <pc:grpChg chg="add del mod">
          <ac:chgData name="jeayong lee" userId="0e8205fbd6162578" providerId="LiveId" clId="{AE34F6A3-7111-4D1D-9D41-1048805A1372}" dt="2026-09-15T06:58:36.788" v="1532" actId="478"/>
          <ac:grpSpMkLst>
            <pc:docMk/>
            <pc:sldMk cId="0" sldId="266"/>
            <ac:grpSpMk id="5" creationId="{402BF22B-BA17-2E6D-708C-E9CA6C8F1C6B}"/>
          </ac:grpSpMkLst>
        </pc:grpChg>
        <pc:grpChg chg="add del mod">
          <ac:chgData name="jeayong lee" userId="0e8205fbd6162578" providerId="LiveId" clId="{AE34F6A3-7111-4D1D-9D41-1048805A1372}" dt="2026-09-15T06:58:36.788" v="1532" actId="478"/>
          <ac:grpSpMkLst>
            <pc:docMk/>
            <pc:sldMk cId="0" sldId="266"/>
            <ac:grpSpMk id="84" creationId="{BADFF6EB-109A-42B7-EF62-192E3ABDFFAA}"/>
          </ac:grpSpMkLst>
        </pc:grpChg>
        <pc:grpChg chg="add del mod">
          <ac:chgData name="jeayong lee" userId="0e8205fbd6162578" providerId="LiveId" clId="{AE34F6A3-7111-4D1D-9D41-1048805A1372}" dt="2026-09-15T06:58:36.788" v="1532" actId="478"/>
          <ac:grpSpMkLst>
            <pc:docMk/>
            <pc:sldMk cId="0" sldId="266"/>
            <ac:grpSpMk id="85" creationId="{20EDA1BF-0951-6E42-989E-60211E0A33B3}"/>
          </ac:grpSpMkLst>
        </pc:grpChg>
        <pc:grpChg chg="add del mod">
          <ac:chgData name="jeayong lee" userId="0e8205fbd6162578" providerId="LiveId" clId="{AE34F6A3-7111-4D1D-9D41-1048805A1372}" dt="2026-09-15T06:58:36.788" v="1532" actId="478"/>
          <ac:grpSpMkLst>
            <pc:docMk/>
            <pc:sldMk cId="0" sldId="266"/>
            <ac:grpSpMk id="86" creationId="{CDC97F94-DAF2-0417-9E1E-A09B42E2B4F8}"/>
          </ac:grpSpMkLst>
        </pc:grpChg>
        <pc:grpChg chg="mod">
          <ac:chgData name="jeayong lee" userId="0e8205fbd6162578" providerId="LiveId" clId="{AE34F6A3-7111-4D1D-9D41-1048805A1372}" dt="2026-09-15T06:59:20.055" v="1561" actId="14100"/>
          <ac:grpSpMkLst>
            <pc:docMk/>
            <pc:sldMk cId="0" sldId="266"/>
            <ac:grpSpMk id="87" creationId="{C2BE93F5-9CD1-507E-5C38-140573604ED7}"/>
          </ac:grpSpMkLst>
        </pc:grpChg>
      </pc:sldChg>
      <pc:sldChg chg="addSp delSp modSp mod">
        <pc:chgData name="jeayong lee" userId="0e8205fbd6162578" providerId="LiveId" clId="{AE34F6A3-7111-4D1D-9D41-1048805A1372}" dt="2026-09-15T07:56:38.631" v="3458"/>
        <pc:sldMkLst>
          <pc:docMk/>
          <pc:sldMk cId="0" sldId="267"/>
        </pc:sldMkLst>
        <pc:spChg chg="mod">
          <ac:chgData name="jeayong lee" userId="0e8205fbd6162578" providerId="LiveId" clId="{AE34F6A3-7111-4D1D-9D41-1048805A1372}" dt="2026-09-15T07:56:38.631" v="3458"/>
          <ac:spMkLst>
            <pc:docMk/>
            <pc:sldMk cId="0" sldId="267"/>
            <ac:spMk id="3" creationId="{00000000-0000-0000-0000-000000000000}"/>
          </ac:spMkLst>
        </pc:spChg>
        <pc:spChg chg="mod">
          <ac:chgData name="jeayong lee" userId="0e8205fbd6162578" providerId="LiveId" clId="{AE34F6A3-7111-4D1D-9D41-1048805A1372}" dt="2026-09-15T04:55:59.404" v="433"/>
          <ac:spMkLst>
            <pc:docMk/>
            <pc:sldMk cId="0" sldId="267"/>
            <ac:spMk id="4" creationId="{00000000-0000-0000-0000-000000000000}"/>
          </ac:spMkLst>
        </pc:spChg>
        <pc:spChg chg="mod">
          <ac:chgData name="jeayong lee" userId="0e8205fbd6162578" providerId="LiveId" clId="{AE34F6A3-7111-4D1D-9D41-1048805A1372}" dt="2026-09-15T04:21:37.458" v="48" actId="20577"/>
          <ac:spMkLst>
            <pc:docMk/>
            <pc:sldMk cId="0" sldId="267"/>
            <ac:spMk id="8" creationId="{00000000-0000-0000-0000-000000000000}"/>
          </ac:spMkLst>
        </pc:spChg>
        <pc:spChg chg="mod">
          <ac:chgData name="jeayong lee" userId="0e8205fbd6162578" providerId="LiveId" clId="{AE34F6A3-7111-4D1D-9D41-1048805A1372}" dt="2026-09-15T04:21:54.958" v="53"/>
          <ac:spMkLst>
            <pc:docMk/>
            <pc:sldMk cId="0" sldId="267"/>
            <ac:spMk id="9" creationId="{00000000-0000-0000-0000-000000000000}"/>
          </ac:spMkLst>
        </pc:spChg>
        <pc:spChg chg="mod">
          <ac:chgData name="jeayong lee" userId="0e8205fbd6162578" providerId="LiveId" clId="{AE34F6A3-7111-4D1D-9D41-1048805A1372}" dt="2026-09-15T04:22:01.102" v="54"/>
          <ac:spMkLst>
            <pc:docMk/>
            <pc:sldMk cId="0" sldId="267"/>
            <ac:spMk id="13" creationId="{00000000-0000-0000-0000-000000000000}"/>
          </ac:spMkLst>
        </pc:spChg>
        <pc:spChg chg="mod">
          <ac:chgData name="jeayong lee" userId="0e8205fbd6162578" providerId="LiveId" clId="{AE34F6A3-7111-4D1D-9D41-1048805A1372}" dt="2026-09-15T04:22:08.868" v="55"/>
          <ac:spMkLst>
            <pc:docMk/>
            <pc:sldMk cId="0" sldId="267"/>
            <ac:spMk id="17" creationId="{00000000-0000-0000-0000-000000000000}"/>
          </ac:spMkLst>
        </pc:spChg>
        <pc:spChg chg="add del mod">
          <ac:chgData name="jeayong lee" userId="0e8205fbd6162578" providerId="LiveId" clId="{AE34F6A3-7111-4D1D-9D41-1048805A1372}" dt="2026-09-15T01:07:39.787" v="22" actId="207"/>
          <ac:spMkLst>
            <pc:docMk/>
            <pc:sldMk cId="0" sldId="267"/>
            <ac:spMk id="26" creationId="{00000000-0000-0000-0000-000000000000}"/>
          </ac:spMkLst>
        </pc:spChg>
      </pc:sldChg>
      <pc:sldChg chg="modSp mod">
        <pc:chgData name="jeayong lee" userId="0e8205fbd6162578" providerId="LiveId" clId="{AE34F6A3-7111-4D1D-9D41-1048805A1372}" dt="2026-09-14T06:27:23.300" v="1" actId="1076"/>
        <pc:sldMkLst>
          <pc:docMk/>
          <pc:sldMk cId="0" sldId="269"/>
        </pc:sldMkLst>
        <pc:spChg chg="mod">
          <ac:chgData name="jeayong lee" userId="0e8205fbd6162578" providerId="LiveId" clId="{AE34F6A3-7111-4D1D-9D41-1048805A1372}" dt="2026-09-14T06:27:23.300" v="1" actId="1076"/>
          <ac:spMkLst>
            <pc:docMk/>
            <pc:sldMk cId="0" sldId="269"/>
            <ac:spMk id="15" creationId="{00000000-0000-0000-0000-000000000000}"/>
          </ac:spMkLst>
        </pc:spChg>
      </pc:sldChg>
      <pc:sldChg chg="modSp del mod">
        <pc:chgData name="jeayong lee" userId="0e8205fbd6162578" providerId="LiveId" clId="{AE34F6A3-7111-4D1D-9D41-1048805A1372}" dt="2026-09-15T05:00:49.153" v="503" actId="47"/>
        <pc:sldMkLst>
          <pc:docMk/>
          <pc:sldMk cId="0" sldId="271"/>
        </pc:sldMkLst>
        <pc:spChg chg="mod">
          <ac:chgData name="jeayong lee" userId="0e8205fbd6162578" providerId="LiveId" clId="{AE34F6A3-7111-4D1D-9D41-1048805A1372}" dt="2026-09-14T06:31:29.120" v="19" actId="14100"/>
          <ac:spMkLst>
            <pc:docMk/>
            <pc:sldMk cId="0" sldId="271"/>
            <ac:spMk id="6" creationId="{00000000-0000-0000-0000-000000000000}"/>
          </ac:spMkLst>
        </pc:spChg>
        <pc:spChg chg="mod">
          <ac:chgData name="jeayong lee" userId="0e8205fbd6162578" providerId="LiveId" clId="{AE34F6A3-7111-4D1D-9D41-1048805A1372}" dt="2026-09-14T06:27:36.704" v="5" actId="14100"/>
          <ac:spMkLst>
            <pc:docMk/>
            <pc:sldMk cId="0" sldId="271"/>
            <ac:spMk id="13" creationId="{00000000-0000-0000-0000-000000000000}"/>
          </ac:spMkLst>
        </pc:spChg>
        <pc:spChg chg="mod">
          <ac:chgData name="jeayong lee" userId="0e8205fbd6162578" providerId="LiveId" clId="{AE34F6A3-7111-4D1D-9D41-1048805A1372}" dt="2026-09-14T06:27:52.302" v="9" actId="14100"/>
          <ac:spMkLst>
            <pc:docMk/>
            <pc:sldMk cId="0" sldId="271"/>
            <ac:spMk id="16" creationId="{00000000-0000-0000-0000-000000000000}"/>
          </ac:spMkLst>
        </pc:spChg>
        <pc:spChg chg="mod">
          <ac:chgData name="jeayong lee" userId="0e8205fbd6162578" providerId="LiveId" clId="{AE34F6A3-7111-4D1D-9D41-1048805A1372}" dt="2026-09-14T06:28:08.750" v="13" actId="14100"/>
          <ac:spMkLst>
            <pc:docMk/>
            <pc:sldMk cId="0" sldId="271"/>
            <ac:spMk id="19" creationId="{00000000-0000-0000-0000-000000000000}"/>
          </ac:spMkLst>
        </pc:spChg>
        <pc:spChg chg="mod">
          <ac:chgData name="jeayong lee" userId="0e8205fbd6162578" providerId="LiveId" clId="{AE34F6A3-7111-4D1D-9D41-1048805A1372}" dt="2026-09-14T06:28:21.135" v="17" actId="14100"/>
          <ac:spMkLst>
            <pc:docMk/>
            <pc:sldMk cId="0" sldId="271"/>
            <ac:spMk id="22" creationId="{00000000-0000-0000-0000-000000000000}"/>
          </ac:spMkLst>
        </pc:spChg>
      </pc:sldChg>
      <pc:sldChg chg="addSp delSp modSp mod ord">
        <pc:chgData name="jeayong lee" userId="0e8205fbd6162578" providerId="LiveId" clId="{AE34F6A3-7111-4D1D-9D41-1048805A1372}" dt="2026-09-15T08:14:39.300" v="3667" actId="20577"/>
        <pc:sldMkLst>
          <pc:docMk/>
          <pc:sldMk cId="0" sldId="272"/>
        </pc:sldMkLst>
        <pc:spChg chg="del mod">
          <ac:chgData name="jeayong lee" userId="0e8205fbd6162578" providerId="LiveId" clId="{AE34F6A3-7111-4D1D-9D41-1048805A1372}" dt="2026-09-15T07:58:22.058" v="3558" actId="478"/>
          <ac:spMkLst>
            <pc:docMk/>
            <pc:sldMk cId="0" sldId="272"/>
            <ac:spMk id="3" creationId="{00000000-0000-0000-0000-000000000000}"/>
          </ac:spMkLst>
        </pc:spChg>
        <pc:spChg chg="add mod">
          <ac:chgData name="jeayong lee" userId="0e8205fbd6162578" providerId="LiveId" clId="{AE34F6A3-7111-4D1D-9D41-1048805A1372}" dt="2026-09-15T07:57:24.140" v="3513" actId="113"/>
          <ac:spMkLst>
            <pc:docMk/>
            <pc:sldMk cId="0" sldId="272"/>
            <ac:spMk id="5" creationId="{00311297-A97A-60C8-CADD-622ADBE53503}"/>
          </ac:spMkLst>
        </pc:spChg>
        <pc:spChg chg="mod">
          <ac:chgData name="jeayong lee" userId="0e8205fbd6162578" providerId="LiveId" clId="{AE34F6A3-7111-4D1D-9D41-1048805A1372}" dt="2026-09-15T07:57:20.570" v="3512" actId="164"/>
          <ac:spMkLst>
            <pc:docMk/>
            <pc:sldMk cId="0" sldId="272"/>
            <ac:spMk id="6" creationId="{00000000-0000-0000-0000-000000000000}"/>
          </ac:spMkLst>
        </pc:spChg>
        <pc:spChg chg="add del">
          <ac:chgData name="jeayong lee" userId="0e8205fbd6162578" providerId="LiveId" clId="{AE34F6A3-7111-4D1D-9D41-1048805A1372}" dt="2026-09-15T07:58:10.941" v="3552" actId="22"/>
          <ac:spMkLst>
            <pc:docMk/>
            <pc:sldMk cId="0" sldId="272"/>
            <ac:spMk id="9" creationId="{6AF21CA9-9643-18FB-6926-BF2ECB0A83F7}"/>
          </ac:spMkLst>
        </pc:spChg>
        <pc:spChg chg="mod topLvl">
          <ac:chgData name="jeayong lee" userId="0e8205fbd6162578" providerId="LiveId" clId="{AE34F6A3-7111-4D1D-9D41-1048805A1372}" dt="2026-09-15T08:11:07.784" v="3609" actId="164"/>
          <ac:spMkLst>
            <pc:docMk/>
            <pc:sldMk cId="0" sldId="272"/>
            <ac:spMk id="10" creationId="{00000000-0000-0000-0000-000000000000}"/>
          </ac:spMkLst>
        </pc:spChg>
        <pc:spChg chg="mod topLvl">
          <ac:chgData name="jeayong lee" userId="0e8205fbd6162578" providerId="LiveId" clId="{AE34F6A3-7111-4D1D-9D41-1048805A1372}" dt="2026-09-15T08:11:07.784" v="3609" actId="164"/>
          <ac:spMkLst>
            <pc:docMk/>
            <pc:sldMk cId="0" sldId="272"/>
            <ac:spMk id="11" creationId="{00000000-0000-0000-0000-000000000000}"/>
          </ac:spMkLst>
        </pc:spChg>
        <pc:spChg chg="mod">
          <ac:chgData name="jeayong lee" userId="0e8205fbd6162578" providerId="LiveId" clId="{AE34F6A3-7111-4D1D-9D41-1048805A1372}" dt="2026-09-15T08:11:07.784" v="3609" actId="164"/>
          <ac:spMkLst>
            <pc:docMk/>
            <pc:sldMk cId="0" sldId="272"/>
            <ac:spMk id="12" creationId="{00000000-0000-0000-0000-000000000000}"/>
          </ac:spMkLst>
        </pc:spChg>
        <pc:spChg chg="mod">
          <ac:chgData name="jeayong lee" userId="0e8205fbd6162578" providerId="LiveId" clId="{AE34F6A3-7111-4D1D-9D41-1048805A1372}" dt="2026-09-15T08:13:37.306" v="3652" actId="255"/>
          <ac:spMkLst>
            <pc:docMk/>
            <pc:sldMk cId="0" sldId="272"/>
            <ac:spMk id="13" creationId="{00000000-0000-0000-0000-000000000000}"/>
          </ac:spMkLst>
        </pc:spChg>
        <pc:spChg chg="mod">
          <ac:chgData name="jeayong lee" userId="0e8205fbd6162578" providerId="LiveId" clId="{AE34F6A3-7111-4D1D-9D41-1048805A1372}" dt="2026-09-15T08:11:35.550" v="3617" actId="164"/>
          <ac:spMkLst>
            <pc:docMk/>
            <pc:sldMk cId="0" sldId="272"/>
            <ac:spMk id="14" creationId="{00000000-0000-0000-0000-000000000000}"/>
          </ac:spMkLst>
        </pc:spChg>
        <pc:spChg chg="mod topLvl">
          <ac:chgData name="jeayong lee" userId="0e8205fbd6162578" providerId="LiveId" clId="{AE34F6A3-7111-4D1D-9D41-1048805A1372}" dt="2026-09-15T08:11:35.550" v="3617" actId="164"/>
          <ac:spMkLst>
            <pc:docMk/>
            <pc:sldMk cId="0" sldId="272"/>
            <ac:spMk id="15" creationId="{00000000-0000-0000-0000-000000000000}"/>
          </ac:spMkLst>
        </pc:spChg>
        <pc:spChg chg="mod">
          <ac:chgData name="jeayong lee" userId="0e8205fbd6162578" providerId="LiveId" clId="{AE34F6A3-7111-4D1D-9D41-1048805A1372}" dt="2026-09-15T08:11:35.550" v="3617" actId="164"/>
          <ac:spMkLst>
            <pc:docMk/>
            <pc:sldMk cId="0" sldId="272"/>
            <ac:spMk id="16" creationId="{00000000-0000-0000-0000-000000000000}"/>
          </ac:spMkLst>
        </pc:spChg>
        <pc:spChg chg="mod topLvl">
          <ac:chgData name="jeayong lee" userId="0e8205fbd6162578" providerId="LiveId" clId="{AE34F6A3-7111-4D1D-9D41-1048805A1372}" dt="2026-09-15T08:13:10.888" v="3647" actId="20577"/>
          <ac:spMkLst>
            <pc:docMk/>
            <pc:sldMk cId="0" sldId="272"/>
            <ac:spMk id="17" creationId="{00000000-0000-0000-0000-000000000000}"/>
          </ac:spMkLst>
        </pc:spChg>
        <pc:spChg chg="mod topLvl">
          <ac:chgData name="jeayong lee" userId="0e8205fbd6162578" providerId="LiveId" clId="{AE34F6A3-7111-4D1D-9D41-1048805A1372}" dt="2026-09-15T08:11:48.760" v="3622" actId="164"/>
          <ac:spMkLst>
            <pc:docMk/>
            <pc:sldMk cId="0" sldId="272"/>
            <ac:spMk id="18" creationId="{00000000-0000-0000-0000-000000000000}"/>
          </ac:spMkLst>
        </pc:spChg>
        <pc:spChg chg="mod">
          <ac:chgData name="jeayong lee" userId="0e8205fbd6162578" providerId="LiveId" clId="{AE34F6A3-7111-4D1D-9D41-1048805A1372}" dt="2026-09-15T08:11:48.760" v="3622" actId="164"/>
          <ac:spMkLst>
            <pc:docMk/>
            <pc:sldMk cId="0" sldId="272"/>
            <ac:spMk id="19" creationId="{00000000-0000-0000-0000-000000000000}"/>
          </ac:spMkLst>
        </pc:spChg>
        <pc:spChg chg="mod topLvl">
          <ac:chgData name="jeayong lee" userId="0e8205fbd6162578" providerId="LiveId" clId="{AE34F6A3-7111-4D1D-9D41-1048805A1372}" dt="2026-09-15T08:11:48.760" v="3622" actId="164"/>
          <ac:spMkLst>
            <pc:docMk/>
            <pc:sldMk cId="0" sldId="272"/>
            <ac:spMk id="20" creationId="{00000000-0000-0000-0000-000000000000}"/>
          </ac:spMkLst>
        </pc:spChg>
        <pc:spChg chg="mod topLvl">
          <ac:chgData name="jeayong lee" userId="0e8205fbd6162578" providerId="LiveId" clId="{AE34F6A3-7111-4D1D-9D41-1048805A1372}" dt="2026-09-15T08:14:36.366" v="3666" actId="20577"/>
          <ac:spMkLst>
            <pc:docMk/>
            <pc:sldMk cId="0" sldId="272"/>
            <ac:spMk id="21" creationId="{00000000-0000-0000-0000-000000000000}"/>
          </ac:spMkLst>
        </pc:spChg>
        <pc:spChg chg="mod topLvl">
          <ac:chgData name="jeayong lee" userId="0e8205fbd6162578" providerId="LiveId" clId="{AE34F6A3-7111-4D1D-9D41-1048805A1372}" dt="2026-09-15T08:12:02.428" v="3626" actId="164"/>
          <ac:spMkLst>
            <pc:docMk/>
            <pc:sldMk cId="0" sldId="272"/>
            <ac:spMk id="22" creationId="{00000000-0000-0000-0000-000000000000}"/>
          </ac:spMkLst>
        </pc:spChg>
        <pc:spChg chg="mod topLvl">
          <ac:chgData name="jeayong lee" userId="0e8205fbd6162578" providerId="LiveId" clId="{AE34F6A3-7111-4D1D-9D41-1048805A1372}" dt="2026-09-15T08:12:02.428" v="3626" actId="164"/>
          <ac:spMkLst>
            <pc:docMk/>
            <pc:sldMk cId="0" sldId="272"/>
            <ac:spMk id="23" creationId="{00000000-0000-0000-0000-000000000000}"/>
          </ac:spMkLst>
        </pc:spChg>
        <pc:spChg chg="mod">
          <ac:chgData name="jeayong lee" userId="0e8205fbd6162578" providerId="LiveId" clId="{AE34F6A3-7111-4D1D-9D41-1048805A1372}" dt="2026-09-15T08:12:02.428" v="3626" actId="164"/>
          <ac:spMkLst>
            <pc:docMk/>
            <pc:sldMk cId="0" sldId="272"/>
            <ac:spMk id="24" creationId="{00000000-0000-0000-0000-000000000000}"/>
          </ac:spMkLst>
        </pc:spChg>
        <pc:spChg chg="mod topLvl">
          <ac:chgData name="jeayong lee" userId="0e8205fbd6162578" providerId="LiveId" clId="{AE34F6A3-7111-4D1D-9D41-1048805A1372}" dt="2026-09-15T08:14:39.300" v="3667" actId="20577"/>
          <ac:spMkLst>
            <pc:docMk/>
            <pc:sldMk cId="0" sldId="272"/>
            <ac:spMk id="25" creationId="{00000000-0000-0000-0000-000000000000}"/>
          </ac:spMkLst>
        </pc:spChg>
        <pc:spChg chg="add mod">
          <ac:chgData name="jeayong lee" userId="0e8205fbd6162578" providerId="LiveId" clId="{AE34F6A3-7111-4D1D-9D41-1048805A1372}" dt="2026-09-15T07:58:27.438" v="3563"/>
          <ac:spMkLst>
            <pc:docMk/>
            <pc:sldMk cId="0" sldId="272"/>
            <ac:spMk id="27" creationId="{FF992DFF-E1D2-9FD2-DC1B-3660B038AC83}"/>
          </ac:spMkLst>
        </pc:spChg>
        <pc:spChg chg="add del mod">
          <ac:chgData name="jeayong lee" userId="0e8205fbd6162578" providerId="LiveId" clId="{AE34F6A3-7111-4D1D-9D41-1048805A1372}" dt="2026-09-15T08:10:56.446" v="3606"/>
          <ac:spMkLst>
            <pc:docMk/>
            <pc:sldMk cId="0" sldId="272"/>
            <ac:spMk id="29" creationId="{530FEA21-698B-6AC9-D20F-830B0B712C39}"/>
          </ac:spMkLst>
        </pc:spChg>
        <pc:grpChg chg="add mod">
          <ac:chgData name="jeayong lee" userId="0e8205fbd6162578" providerId="LiveId" clId="{AE34F6A3-7111-4D1D-9D41-1048805A1372}" dt="2026-09-15T08:11:22.160" v="3613" actId="14100"/>
          <ac:grpSpMkLst>
            <pc:docMk/>
            <pc:sldMk cId="0" sldId="272"/>
            <ac:grpSpMk id="7" creationId="{E150A127-3DE1-0B41-D833-166B0714874E}"/>
          </ac:grpSpMkLst>
        </pc:grpChg>
        <pc:grpChg chg="mod">
          <ac:chgData name="jeayong lee" userId="0e8205fbd6162578" providerId="LiveId" clId="{AE34F6A3-7111-4D1D-9D41-1048805A1372}" dt="2026-09-15T08:11:00.514" v="3607" actId="1076"/>
          <ac:grpSpMkLst>
            <pc:docMk/>
            <pc:sldMk cId="0" sldId="272"/>
            <ac:grpSpMk id="28" creationId="{B6E6AD82-0C81-15A1-9E1A-10F8DDD8A6CB}"/>
          </ac:grpSpMkLst>
        </pc:grpChg>
        <pc:grpChg chg="add mod">
          <ac:chgData name="jeayong lee" userId="0e8205fbd6162578" providerId="LiveId" clId="{AE34F6A3-7111-4D1D-9D41-1048805A1372}" dt="2026-09-15T08:13:32.350" v="3651" actId="14100"/>
          <ac:grpSpMkLst>
            <pc:docMk/>
            <pc:sldMk cId="0" sldId="272"/>
            <ac:grpSpMk id="30" creationId="{ED7C723C-8288-C6BE-70D0-77102455CA94}"/>
          </ac:grpSpMkLst>
        </pc:grpChg>
        <pc:grpChg chg="add mod">
          <ac:chgData name="jeayong lee" userId="0e8205fbd6162578" providerId="LiveId" clId="{AE34F6A3-7111-4D1D-9D41-1048805A1372}" dt="2026-09-15T08:13:21.890" v="3649" actId="1076"/>
          <ac:grpSpMkLst>
            <pc:docMk/>
            <pc:sldMk cId="0" sldId="272"/>
            <ac:grpSpMk id="31" creationId="{AD3B638A-912E-988E-0544-FB6BB28A8E7C}"/>
          </ac:grpSpMkLst>
        </pc:grpChg>
        <pc:grpChg chg="add mod">
          <ac:chgData name="jeayong lee" userId="0e8205fbd6162578" providerId="LiveId" clId="{AE34F6A3-7111-4D1D-9D41-1048805A1372}" dt="2026-09-15T08:13:41.978" v="3653" actId="14100"/>
          <ac:grpSpMkLst>
            <pc:docMk/>
            <pc:sldMk cId="0" sldId="272"/>
            <ac:grpSpMk id="32" creationId="{E6001B4D-A17B-FC0B-FA91-23F23C6D7FC7}"/>
          </ac:grpSpMkLst>
        </pc:grpChg>
        <pc:grpChg chg="add mod">
          <ac:chgData name="jeayong lee" userId="0e8205fbd6162578" providerId="LiveId" clId="{AE34F6A3-7111-4D1D-9D41-1048805A1372}" dt="2026-09-15T08:13:21.890" v="3649" actId="1076"/>
          <ac:grpSpMkLst>
            <pc:docMk/>
            <pc:sldMk cId="0" sldId="272"/>
            <ac:grpSpMk id="33" creationId="{3EB9D135-E59E-3C2E-DCC0-27DDBB1B4C30}"/>
          </ac:grpSpMkLst>
        </pc:grpChg>
      </pc:sldChg>
      <pc:sldChg chg="addSp delSp modSp mod">
        <pc:chgData name="jeayong lee" userId="0e8205fbd6162578" providerId="LiveId" clId="{AE34F6A3-7111-4D1D-9D41-1048805A1372}" dt="2026-09-15T07:56:42.666" v="3462"/>
        <pc:sldMkLst>
          <pc:docMk/>
          <pc:sldMk cId="2844859572" sldId="273"/>
        </pc:sldMkLst>
        <pc:spChg chg="mod">
          <ac:chgData name="jeayong lee" userId="0e8205fbd6162578" providerId="LiveId" clId="{AE34F6A3-7111-4D1D-9D41-1048805A1372}" dt="2026-09-15T07:56:42.666" v="3462"/>
          <ac:spMkLst>
            <pc:docMk/>
            <pc:sldMk cId="2844859572" sldId="273"/>
            <ac:spMk id="3" creationId="{05D1E5AF-F1E5-EC37-CDCC-3EF77506B97D}"/>
          </ac:spMkLst>
        </pc:spChg>
        <pc:spChg chg="mod">
          <ac:chgData name="jeayong lee" userId="0e8205fbd6162578" providerId="LiveId" clId="{AE34F6A3-7111-4D1D-9D41-1048805A1372}" dt="2026-09-15T04:55:59.404" v="433"/>
          <ac:spMkLst>
            <pc:docMk/>
            <pc:sldMk cId="2844859572" sldId="273"/>
            <ac:spMk id="5" creationId="{4B281B22-4B7E-F48C-7555-BE440E636C61}"/>
          </ac:spMkLst>
        </pc:spChg>
        <pc:spChg chg="mod">
          <ac:chgData name="jeayong lee" userId="0e8205fbd6162578" providerId="LiveId" clId="{AE34F6A3-7111-4D1D-9D41-1048805A1372}" dt="2026-09-15T06:52:36.117" v="1008" actId="1035"/>
          <ac:spMkLst>
            <pc:docMk/>
            <pc:sldMk cId="2844859572" sldId="273"/>
            <ac:spMk id="9" creationId="{5937B510-A130-B309-A5A9-CE0A37B57C62}"/>
          </ac:spMkLst>
        </pc:spChg>
        <pc:spChg chg="mod">
          <ac:chgData name="jeayong lee" userId="0e8205fbd6162578" providerId="LiveId" clId="{AE34F6A3-7111-4D1D-9D41-1048805A1372}" dt="2026-09-15T06:40:41.315" v="969"/>
          <ac:spMkLst>
            <pc:docMk/>
            <pc:sldMk cId="2844859572" sldId="273"/>
            <ac:spMk id="10" creationId="{62FE2C6C-316C-1D38-0490-931A66BF4C5B}"/>
          </ac:spMkLst>
        </pc:spChg>
        <pc:spChg chg="mod">
          <ac:chgData name="jeayong lee" userId="0e8205fbd6162578" providerId="LiveId" clId="{AE34F6A3-7111-4D1D-9D41-1048805A1372}" dt="2026-09-15T06:40:41.315" v="969"/>
          <ac:spMkLst>
            <pc:docMk/>
            <pc:sldMk cId="2844859572" sldId="273"/>
            <ac:spMk id="11" creationId="{943844C6-0021-0CF1-80B9-9804038C4472}"/>
          </ac:spMkLst>
        </pc:spChg>
        <pc:spChg chg="mod">
          <ac:chgData name="jeayong lee" userId="0e8205fbd6162578" providerId="LiveId" clId="{AE34F6A3-7111-4D1D-9D41-1048805A1372}" dt="2026-09-15T06:52:13.250" v="995"/>
          <ac:spMkLst>
            <pc:docMk/>
            <pc:sldMk cId="2844859572" sldId="273"/>
            <ac:spMk id="12" creationId="{24BF40C1-7DC6-5CA8-4802-0B7FE73EF045}"/>
          </ac:spMkLst>
        </pc:spChg>
        <pc:spChg chg="mod">
          <ac:chgData name="jeayong lee" userId="0e8205fbd6162578" providerId="LiveId" clId="{AE34F6A3-7111-4D1D-9D41-1048805A1372}" dt="2026-09-15T06:40:41.315" v="969"/>
          <ac:spMkLst>
            <pc:docMk/>
            <pc:sldMk cId="2844859572" sldId="273"/>
            <ac:spMk id="13" creationId="{839224FB-38C2-BF09-5717-AFCA4253074E}"/>
          </ac:spMkLst>
        </pc:spChg>
        <pc:spChg chg="mod">
          <ac:chgData name="jeayong lee" userId="0e8205fbd6162578" providerId="LiveId" clId="{AE34F6A3-7111-4D1D-9D41-1048805A1372}" dt="2026-09-15T06:40:09.201" v="960" actId="164"/>
          <ac:spMkLst>
            <pc:docMk/>
            <pc:sldMk cId="2844859572" sldId="273"/>
            <ac:spMk id="14" creationId="{6595D827-06C5-3CE7-73F7-D063CB2BDE2B}"/>
          </ac:spMkLst>
        </pc:spChg>
        <pc:spChg chg="mod">
          <ac:chgData name="jeayong lee" userId="0e8205fbd6162578" providerId="LiveId" clId="{AE34F6A3-7111-4D1D-9D41-1048805A1372}" dt="2026-09-15T06:40:09.201" v="960" actId="164"/>
          <ac:spMkLst>
            <pc:docMk/>
            <pc:sldMk cId="2844859572" sldId="273"/>
            <ac:spMk id="15" creationId="{6CD5DC2E-879F-B420-F695-851E2FCFD3CC}"/>
          </ac:spMkLst>
        </pc:spChg>
        <pc:spChg chg="mod">
          <ac:chgData name="jeayong lee" userId="0e8205fbd6162578" providerId="LiveId" clId="{AE34F6A3-7111-4D1D-9D41-1048805A1372}" dt="2026-09-15T06:40:09.201" v="960" actId="164"/>
          <ac:spMkLst>
            <pc:docMk/>
            <pc:sldMk cId="2844859572" sldId="273"/>
            <ac:spMk id="16" creationId="{0528D6ED-9EF5-BC1D-75BF-FA852CD978F9}"/>
          </ac:spMkLst>
        </pc:spChg>
        <pc:spChg chg="mod">
          <ac:chgData name="jeayong lee" userId="0e8205fbd6162578" providerId="LiveId" clId="{AE34F6A3-7111-4D1D-9D41-1048805A1372}" dt="2026-09-15T06:52:01.888" v="981"/>
          <ac:spMkLst>
            <pc:docMk/>
            <pc:sldMk cId="2844859572" sldId="273"/>
            <ac:spMk id="17" creationId="{F10FA495-3696-4B42-A072-84CB1DF6C45D}"/>
          </ac:spMkLst>
        </pc:spChg>
        <pc:spChg chg="mod">
          <ac:chgData name="jeayong lee" userId="0e8205fbd6162578" providerId="LiveId" clId="{AE34F6A3-7111-4D1D-9D41-1048805A1372}" dt="2026-09-15T04:35:26.098" v="171" actId="164"/>
          <ac:spMkLst>
            <pc:docMk/>
            <pc:sldMk cId="2844859572" sldId="273"/>
            <ac:spMk id="18" creationId="{7AF9AECE-4353-AAEF-C624-6F36015F6C1E}"/>
          </ac:spMkLst>
        </pc:spChg>
        <pc:spChg chg="add del mod">
          <ac:chgData name="jeayong lee" userId="0e8205fbd6162578" providerId="LiveId" clId="{AE34F6A3-7111-4D1D-9D41-1048805A1372}" dt="2026-09-15T04:35:55.268" v="180" actId="113"/>
          <ac:spMkLst>
            <pc:docMk/>
            <pc:sldMk cId="2844859572" sldId="273"/>
            <ac:spMk id="19" creationId="{F6B9F248-6C95-E0B0-0EE5-6743B50F5E77}"/>
          </ac:spMkLst>
        </pc:spChg>
        <pc:spChg chg="mod">
          <ac:chgData name="jeayong lee" userId="0e8205fbd6162578" providerId="LiveId" clId="{AE34F6A3-7111-4D1D-9D41-1048805A1372}" dt="2026-09-15T04:35:36.952" v="175" actId="164"/>
          <ac:spMkLst>
            <pc:docMk/>
            <pc:sldMk cId="2844859572" sldId="273"/>
            <ac:spMk id="22" creationId="{E115B1C3-337A-30F0-08FD-1E51C9E27659}"/>
          </ac:spMkLst>
        </pc:spChg>
        <pc:spChg chg="add mod">
          <ac:chgData name="jeayong lee" userId="0e8205fbd6162578" providerId="LiveId" clId="{AE34F6A3-7111-4D1D-9D41-1048805A1372}" dt="2026-09-15T04:35:57.849" v="181" actId="113"/>
          <ac:spMkLst>
            <pc:docMk/>
            <pc:sldMk cId="2844859572" sldId="273"/>
            <ac:spMk id="23" creationId="{E2A74D8B-4F48-B1E6-3420-F7A453CC3053}"/>
          </ac:spMkLst>
        </pc:spChg>
        <pc:spChg chg="add mod">
          <ac:chgData name="jeayong lee" userId="0e8205fbd6162578" providerId="LiveId" clId="{AE34F6A3-7111-4D1D-9D41-1048805A1372}" dt="2026-09-15T04:36:00.218" v="182" actId="113"/>
          <ac:spMkLst>
            <pc:docMk/>
            <pc:sldMk cId="2844859572" sldId="273"/>
            <ac:spMk id="25" creationId="{CA701407-F5CD-9230-EB3B-566987053FE5}"/>
          </ac:spMkLst>
        </pc:spChg>
        <pc:spChg chg="mod">
          <ac:chgData name="jeayong lee" userId="0e8205fbd6162578" providerId="LiveId" clId="{AE34F6A3-7111-4D1D-9D41-1048805A1372}" dt="2026-09-15T04:35:40.118" v="176" actId="164"/>
          <ac:spMkLst>
            <pc:docMk/>
            <pc:sldMk cId="2844859572" sldId="273"/>
            <ac:spMk id="26" creationId="{62BBFBBD-EAB2-8E9E-2073-1B366EEFA3C9}"/>
          </ac:spMkLst>
        </pc:spChg>
        <pc:spChg chg="add mod">
          <ac:chgData name="jeayong lee" userId="0e8205fbd6162578" providerId="LiveId" clId="{AE34F6A3-7111-4D1D-9D41-1048805A1372}" dt="2026-09-15T06:40:41.315" v="969"/>
          <ac:spMkLst>
            <pc:docMk/>
            <pc:sldMk cId="2844859572" sldId="273"/>
            <ac:spMk id="27" creationId="{779B6713-FFBA-CCE5-99D2-0B89AD846AA1}"/>
          </ac:spMkLst>
        </pc:spChg>
        <pc:spChg chg="add mod">
          <ac:chgData name="jeayong lee" userId="0e8205fbd6162578" providerId="LiveId" clId="{AE34F6A3-7111-4D1D-9D41-1048805A1372}" dt="2026-09-15T04:36:03.281" v="183" actId="113"/>
          <ac:spMkLst>
            <pc:docMk/>
            <pc:sldMk cId="2844859572" sldId="273"/>
            <ac:spMk id="28" creationId="{ADB28A0F-BCFD-4DEC-5F7D-D76F20A7B340}"/>
          </ac:spMkLst>
        </pc:spChg>
        <pc:spChg chg="mod">
          <ac:chgData name="jeayong lee" userId="0e8205fbd6162578" providerId="LiveId" clId="{AE34F6A3-7111-4D1D-9D41-1048805A1372}" dt="2026-09-15T04:35:43.745" v="177" actId="164"/>
          <ac:spMkLst>
            <pc:docMk/>
            <pc:sldMk cId="2844859572" sldId="273"/>
            <ac:spMk id="30" creationId="{D0ECEF8C-4395-B054-B0F0-3F4B93F8EB58}"/>
          </ac:spMkLst>
        </pc:spChg>
        <pc:spChg chg="add del mod">
          <ac:chgData name="jeayong lee" userId="0e8205fbd6162578" providerId="LiveId" clId="{AE34F6A3-7111-4D1D-9D41-1048805A1372}" dt="2026-09-15T04:35:33.303" v="174" actId="478"/>
          <ac:spMkLst>
            <pc:docMk/>
            <pc:sldMk cId="2844859572" sldId="273"/>
            <ac:spMk id="31" creationId="{169A0913-3CBA-1C7D-5AC0-88A3CEB51D75}"/>
          </ac:spMkLst>
        </pc:spChg>
        <pc:spChg chg="mod">
          <ac:chgData name="jeayong lee" userId="0e8205fbd6162578" providerId="LiveId" clId="{AE34F6A3-7111-4D1D-9D41-1048805A1372}" dt="2026-09-15T04:30:32.428" v="93" actId="1076"/>
          <ac:spMkLst>
            <pc:docMk/>
            <pc:sldMk cId="2844859572" sldId="273"/>
            <ac:spMk id="34" creationId="{FBC92D76-34CA-60F3-879E-5D508765843D}"/>
          </ac:spMkLst>
        </pc:spChg>
        <pc:spChg chg="mod">
          <ac:chgData name="jeayong lee" userId="0e8205fbd6162578" providerId="LiveId" clId="{AE34F6A3-7111-4D1D-9D41-1048805A1372}" dt="2026-09-15T04:30:27.662" v="91" actId="164"/>
          <ac:spMkLst>
            <pc:docMk/>
            <pc:sldMk cId="2844859572" sldId="273"/>
            <ac:spMk id="35" creationId="{99103524-0CA0-829A-E6BE-377416ED999F}"/>
          </ac:spMkLst>
        </pc:spChg>
        <pc:grpChg chg="add mod">
          <ac:chgData name="jeayong lee" userId="0e8205fbd6162578" providerId="LiveId" clId="{AE34F6A3-7111-4D1D-9D41-1048805A1372}" dt="2026-09-15T04:30:35.783" v="94" actId="1076"/>
          <ac:grpSpMkLst>
            <pc:docMk/>
            <pc:sldMk cId="2844859572" sldId="273"/>
            <ac:grpSpMk id="20" creationId="{82AF5E57-AF17-E1B7-DBF7-005496D82C07}"/>
          </ac:grpSpMkLst>
        </pc:grpChg>
        <pc:grpChg chg="add mod">
          <ac:chgData name="jeayong lee" userId="0e8205fbd6162578" providerId="LiveId" clId="{AE34F6A3-7111-4D1D-9D41-1048805A1372}" dt="2026-09-15T06:40:24.887" v="964" actId="1076"/>
          <ac:grpSpMkLst>
            <pc:docMk/>
            <pc:sldMk cId="2844859572" sldId="273"/>
            <ac:grpSpMk id="21" creationId="{D64CB0FF-0834-32D4-134B-2BCE3704F09B}"/>
          </ac:grpSpMkLst>
        </pc:grpChg>
        <pc:grpChg chg="add mod">
          <ac:chgData name="jeayong lee" userId="0e8205fbd6162578" providerId="LiveId" clId="{AE34F6A3-7111-4D1D-9D41-1048805A1372}" dt="2026-09-15T06:40:41.315" v="969"/>
          <ac:grpSpMkLst>
            <pc:docMk/>
            <pc:sldMk cId="2844859572" sldId="273"/>
            <ac:grpSpMk id="24" creationId="{867477FA-8FA7-783D-AFD6-2E8044FDEC70}"/>
          </ac:grpSpMkLst>
        </pc:grpChg>
        <pc:grpChg chg="add mod">
          <ac:chgData name="jeayong lee" userId="0e8205fbd6162578" providerId="LiveId" clId="{AE34F6A3-7111-4D1D-9D41-1048805A1372}" dt="2026-09-15T04:35:26.098" v="171" actId="164"/>
          <ac:grpSpMkLst>
            <pc:docMk/>
            <pc:sldMk cId="2844859572" sldId="273"/>
            <ac:grpSpMk id="29" creationId="{6D92FDD5-2E99-6C12-2888-1723209E6710}"/>
          </ac:grpSpMkLst>
        </pc:grpChg>
        <pc:grpChg chg="add mod">
          <ac:chgData name="jeayong lee" userId="0e8205fbd6162578" providerId="LiveId" clId="{AE34F6A3-7111-4D1D-9D41-1048805A1372}" dt="2026-09-15T04:35:36.952" v="175" actId="164"/>
          <ac:grpSpMkLst>
            <pc:docMk/>
            <pc:sldMk cId="2844859572" sldId="273"/>
            <ac:grpSpMk id="32" creationId="{F61CC6EB-3D86-42C2-1483-141FBE40DC23}"/>
          </ac:grpSpMkLst>
        </pc:grpChg>
        <pc:grpChg chg="add mod">
          <ac:chgData name="jeayong lee" userId="0e8205fbd6162578" providerId="LiveId" clId="{AE34F6A3-7111-4D1D-9D41-1048805A1372}" dt="2026-09-15T04:35:40.118" v="176" actId="164"/>
          <ac:grpSpMkLst>
            <pc:docMk/>
            <pc:sldMk cId="2844859572" sldId="273"/>
            <ac:grpSpMk id="33" creationId="{D3994E51-B09F-8428-1643-B3F5D3CA0662}"/>
          </ac:grpSpMkLst>
        </pc:grpChg>
        <pc:grpChg chg="add mod">
          <ac:chgData name="jeayong lee" userId="0e8205fbd6162578" providerId="LiveId" clId="{AE34F6A3-7111-4D1D-9D41-1048805A1372}" dt="2026-09-15T04:35:43.745" v="177" actId="164"/>
          <ac:grpSpMkLst>
            <pc:docMk/>
            <pc:sldMk cId="2844859572" sldId="273"/>
            <ac:grpSpMk id="36" creationId="{49E7F20F-906F-2E3D-E529-93EF66BCF72F}"/>
          </ac:grpSpMkLst>
        </pc:grpChg>
      </pc:sldChg>
      <pc:sldChg chg="addSp delSp modSp mod chgLayout">
        <pc:chgData name="jeayong lee" userId="0e8205fbd6162578" providerId="LiveId" clId="{AE34F6A3-7111-4D1D-9D41-1048805A1372}" dt="2026-09-15T07:58:16.400" v="3555" actId="1076"/>
        <pc:sldMkLst>
          <pc:docMk/>
          <pc:sldMk cId="3664837470" sldId="274"/>
        </pc:sldMkLst>
        <pc:spChg chg="mod">
          <ac:chgData name="jeayong lee" userId="0e8205fbd6162578" providerId="LiveId" clId="{AE34F6A3-7111-4D1D-9D41-1048805A1372}" dt="2026-09-15T07:58:13.140" v="3554" actId="20577"/>
          <ac:spMkLst>
            <pc:docMk/>
            <pc:sldMk cId="3664837470" sldId="274"/>
            <ac:spMk id="3" creationId="{9C21892D-8D39-1993-27BA-46D4BDB7D079}"/>
          </ac:spMkLst>
        </pc:spChg>
        <pc:spChg chg="mod">
          <ac:chgData name="jeayong lee" userId="0e8205fbd6162578" providerId="LiveId" clId="{AE34F6A3-7111-4D1D-9D41-1048805A1372}" dt="2026-09-15T07:09:01.931" v="2305" actId="1076"/>
          <ac:spMkLst>
            <pc:docMk/>
            <pc:sldMk cId="3664837470" sldId="274"/>
            <ac:spMk id="4" creationId="{AB25B424-03C0-2C87-51A6-5835A840FE9E}"/>
          </ac:spMkLst>
        </pc:spChg>
        <pc:spChg chg="add mod">
          <ac:chgData name="jeayong lee" userId="0e8205fbd6162578" providerId="LiveId" clId="{AE34F6A3-7111-4D1D-9D41-1048805A1372}" dt="2026-09-15T07:08:39.456" v="2302" actId="207"/>
          <ac:spMkLst>
            <pc:docMk/>
            <pc:sldMk cId="3664837470" sldId="274"/>
            <ac:spMk id="5" creationId="{4F46AFF3-4D10-1733-F6E6-8BAA8FD90559}"/>
          </ac:spMkLst>
        </pc:spChg>
        <pc:spChg chg="mod">
          <ac:chgData name="jeayong lee" userId="0e8205fbd6162578" providerId="LiveId" clId="{AE34F6A3-7111-4D1D-9D41-1048805A1372}" dt="2026-09-15T07:58:16.400" v="3555" actId="1076"/>
          <ac:spMkLst>
            <pc:docMk/>
            <pc:sldMk cId="3664837470" sldId="274"/>
            <ac:spMk id="6" creationId="{7E63D7A4-D14F-137B-AAF8-87D50FBBF36B}"/>
          </ac:spMkLst>
        </pc:spChg>
        <pc:spChg chg="mod">
          <ac:chgData name="jeayong lee" userId="0e8205fbd6162578" providerId="LiveId" clId="{AE34F6A3-7111-4D1D-9D41-1048805A1372}" dt="2026-09-15T04:54:20.600" v="420"/>
          <ac:spMkLst>
            <pc:docMk/>
            <pc:sldMk cId="3664837470" sldId="274"/>
            <ac:spMk id="7" creationId="{1266E882-6139-D697-E642-E2B54508D313}"/>
          </ac:spMkLst>
        </pc:spChg>
        <pc:spChg chg="mod topLvl">
          <ac:chgData name="jeayong lee" userId="0e8205fbd6162578" providerId="LiveId" clId="{AE34F6A3-7111-4D1D-9D41-1048805A1372}" dt="2026-09-15T07:05:24.664" v="2245" actId="164"/>
          <ac:spMkLst>
            <pc:docMk/>
            <pc:sldMk cId="3664837470" sldId="274"/>
            <ac:spMk id="8" creationId="{052474DB-A484-52C1-6280-CBBB7CE4E042}"/>
          </ac:spMkLst>
        </pc:spChg>
        <pc:spChg chg="mod">
          <ac:chgData name="jeayong lee" userId="0e8205fbd6162578" providerId="LiveId" clId="{AE34F6A3-7111-4D1D-9D41-1048805A1372}" dt="2026-09-15T07:05:24.664" v="2245" actId="164"/>
          <ac:spMkLst>
            <pc:docMk/>
            <pc:sldMk cId="3664837470" sldId="274"/>
            <ac:spMk id="9" creationId="{D5650A7A-DB84-4FF7-8833-F1E8B2C19390}"/>
          </ac:spMkLst>
        </pc:spChg>
        <pc:spChg chg="mod">
          <ac:chgData name="jeayong lee" userId="0e8205fbd6162578" providerId="LiveId" clId="{AE34F6A3-7111-4D1D-9D41-1048805A1372}" dt="2026-09-15T07:05:58.439" v="2253" actId="164"/>
          <ac:spMkLst>
            <pc:docMk/>
            <pc:sldMk cId="3664837470" sldId="274"/>
            <ac:spMk id="10" creationId="{0E1639B6-98A4-7549-E24E-F5B9246F41DB}"/>
          </ac:spMkLst>
        </pc:spChg>
        <pc:spChg chg="mod">
          <ac:chgData name="jeayong lee" userId="0e8205fbd6162578" providerId="LiveId" clId="{AE34F6A3-7111-4D1D-9D41-1048805A1372}" dt="2026-09-15T07:05:33.629" v="2247" actId="164"/>
          <ac:spMkLst>
            <pc:docMk/>
            <pc:sldMk cId="3664837470" sldId="274"/>
            <ac:spMk id="11" creationId="{F26A5AF7-31B3-CA16-1EAF-8540FDD60A50}"/>
          </ac:spMkLst>
        </pc:spChg>
        <pc:spChg chg="mod">
          <ac:chgData name="jeayong lee" userId="0e8205fbd6162578" providerId="LiveId" clId="{AE34F6A3-7111-4D1D-9D41-1048805A1372}" dt="2026-09-15T07:06:03.233" v="2256" actId="164"/>
          <ac:spMkLst>
            <pc:docMk/>
            <pc:sldMk cId="3664837470" sldId="274"/>
            <ac:spMk id="13" creationId="{FDA9DB2E-CDC0-1294-1105-D9A2E33A64F5}"/>
          </ac:spMkLst>
        </pc:spChg>
        <pc:spChg chg="mod topLvl">
          <ac:chgData name="jeayong lee" userId="0e8205fbd6162578" providerId="LiveId" clId="{AE34F6A3-7111-4D1D-9D41-1048805A1372}" dt="2026-09-15T07:06:05.581" v="2257" actId="164"/>
          <ac:spMkLst>
            <pc:docMk/>
            <pc:sldMk cId="3664837470" sldId="274"/>
            <ac:spMk id="14" creationId="{4CB30DE5-2C14-B6E5-439B-172713376D70}"/>
          </ac:spMkLst>
        </pc:spChg>
        <pc:spChg chg="mod topLvl">
          <ac:chgData name="jeayong lee" userId="0e8205fbd6162578" providerId="LiveId" clId="{AE34F6A3-7111-4D1D-9D41-1048805A1372}" dt="2026-09-15T07:06:05.581" v="2257" actId="164"/>
          <ac:spMkLst>
            <pc:docMk/>
            <pc:sldMk cId="3664837470" sldId="274"/>
            <ac:spMk id="15" creationId="{F8DE1B1D-D82C-43AA-4079-8209D30205D5}"/>
          </ac:spMkLst>
        </pc:spChg>
        <pc:spChg chg="mod">
          <ac:chgData name="jeayong lee" userId="0e8205fbd6162578" providerId="LiveId" clId="{AE34F6A3-7111-4D1D-9D41-1048805A1372}" dt="2026-09-15T07:05:55.280" v="2252" actId="165"/>
          <ac:spMkLst>
            <pc:docMk/>
            <pc:sldMk cId="3664837470" sldId="274"/>
            <ac:spMk id="16" creationId="{1F677A68-BD0B-05EF-B63D-BB9C3C40F4AA}"/>
          </ac:spMkLst>
        </pc:spChg>
        <pc:spChg chg="mod">
          <ac:chgData name="jeayong lee" userId="0e8205fbd6162578" providerId="LiveId" clId="{AE34F6A3-7111-4D1D-9D41-1048805A1372}" dt="2026-09-15T07:05:55.280" v="2252" actId="165"/>
          <ac:spMkLst>
            <pc:docMk/>
            <pc:sldMk cId="3664837470" sldId="274"/>
            <ac:spMk id="17" creationId="{DAF2F1E7-6AE1-16F3-9DFE-D19C4E9FCDDE}"/>
          </ac:spMkLst>
        </pc:spChg>
        <pc:spChg chg="mod topLvl">
          <ac:chgData name="jeayong lee" userId="0e8205fbd6162578" providerId="LiveId" clId="{AE34F6A3-7111-4D1D-9D41-1048805A1372}" dt="2026-09-15T07:05:21.724" v="2244" actId="165"/>
          <ac:spMkLst>
            <pc:docMk/>
            <pc:sldMk cId="3664837470" sldId="274"/>
            <ac:spMk id="18" creationId="{980FBC1D-471B-0C31-235A-29F740DF6C86}"/>
          </ac:spMkLst>
        </pc:spChg>
        <pc:spChg chg="mod">
          <ac:chgData name="jeayong lee" userId="0e8205fbd6162578" providerId="LiveId" clId="{AE34F6A3-7111-4D1D-9D41-1048805A1372}" dt="2026-09-15T07:05:55.280" v="2252" actId="165"/>
          <ac:spMkLst>
            <pc:docMk/>
            <pc:sldMk cId="3664837470" sldId="274"/>
            <ac:spMk id="19" creationId="{E56408D4-69A3-615E-8ABA-14419563B385}"/>
          </ac:spMkLst>
        </pc:spChg>
        <pc:spChg chg="mod topLvl">
          <ac:chgData name="jeayong lee" userId="0e8205fbd6162578" providerId="LiveId" clId="{AE34F6A3-7111-4D1D-9D41-1048805A1372}" dt="2026-09-15T07:05:58.439" v="2253" actId="164"/>
          <ac:spMkLst>
            <pc:docMk/>
            <pc:sldMk cId="3664837470" sldId="274"/>
            <ac:spMk id="20" creationId="{FDF53E69-9AD8-CAB5-2F82-5426623DD544}"/>
          </ac:spMkLst>
        </pc:spChg>
        <pc:spChg chg="mod">
          <ac:chgData name="jeayong lee" userId="0e8205fbd6162578" providerId="LiveId" clId="{AE34F6A3-7111-4D1D-9D41-1048805A1372}" dt="2026-09-15T07:05:58.439" v="2253" actId="164"/>
          <ac:spMkLst>
            <pc:docMk/>
            <pc:sldMk cId="3664837470" sldId="274"/>
            <ac:spMk id="21" creationId="{4D566138-5947-9215-D8F8-3EB17A5F13BD}"/>
          </ac:spMkLst>
        </pc:spChg>
        <pc:spChg chg="mod">
          <ac:chgData name="jeayong lee" userId="0e8205fbd6162578" providerId="LiveId" clId="{AE34F6A3-7111-4D1D-9D41-1048805A1372}" dt="2026-09-15T07:06:03.233" v="2256" actId="164"/>
          <ac:spMkLst>
            <pc:docMk/>
            <pc:sldMk cId="3664837470" sldId="274"/>
            <ac:spMk id="22" creationId="{09617AFC-425A-A05E-6ECE-30F71200EA54}"/>
          </ac:spMkLst>
        </pc:spChg>
        <pc:spChg chg="mod">
          <ac:chgData name="jeayong lee" userId="0e8205fbd6162578" providerId="LiveId" clId="{AE34F6A3-7111-4D1D-9D41-1048805A1372}" dt="2026-09-15T07:06:03.233" v="2256" actId="164"/>
          <ac:spMkLst>
            <pc:docMk/>
            <pc:sldMk cId="3664837470" sldId="274"/>
            <ac:spMk id="23" creationId="{65888FD8-0EEE-C951-9013-0F883C6B7D89}"/>
          </ac:spMkLst>
        </pc:spChg>
        <pc:spChg chg="mod">
          <ac:chgData name="jeayong lee" userId="0e8205fbd6162578" providerId="LiveId" clId="{AE34F6A3-7111-4D1D-9D41-1048805A1372}" dt="2026-09-15T07:06:05.581" v="2257" actId="164"/>
          <ac:spMkLst>
            <pc:docMk/>
            <pc:sldMk cId="3664837470" sldId="274"/>
            <ac:spMk id="25" creationId="{ECE5F53A-8126-FB6E-C80B-D69AAF60A6AF}"/>
          </ac:spMkLst>
        </pc:spChg>
        <pc:spChg chg="mod topLvl">
          <ac:chgData name="jeayong lee" userId="0e8205fbd6162578" providerId="LiveId" clId="{AE34F6A3-7111-4D1D-9D41-1048805A1372}" dt="2026-09-15T04:47:29.748" v="273" actId="164"/>
          <ac:spMkLst>
            <pc:docMk/>
            <pc:sldMk cId="3664837470" sldId="274"/>
            <ac:spMk id="26" creationId="{D9604403-C5FF-B51E-E99A-6C45CB08AC7A}"/>
          </ac:spMkLst>
        </pc:spChg>
        <pc:spChg chg="mod">
          <ac:chgData name="jeayong lee" userId="0e8205fbd6162578" providerId="LiveId" clId="{AE34F6A3-7111-4D1D-9D41-1048805A1372}" dt="2026-09-15T04:55:59.404" v="433"/>
          <ac:spMkLst>
            <pc:docMk/>
            <pc:sldMk cId="3664837470" sldId="274"/>
            <ac:spMk id="27" creationId="{30C7C002-BD04-0510-3060-418127B2DFF0}"/>
          </ac:spMkLst>
        </pc:spChg>
        <pc:spChg chg="mod">
          <ac:chgData name="jeayong lee" userId="0e8205fbd6162578" providerId="LiveId" clId="{AE34F6A3-7111-4D1D-9D41-1048805A1372}" dt="2026-09-15T07:05:24.664" v="2245" actId="164"/>
          <ac:spMkLst>
            <pc:docMk/>
            <pc:sldMk cId="3664837470" sldId="274"/>
            <ac:spMk id="28" creationId="{05FFCC1A-AF97-B20F-50ED-4F8D2BA1DE7B}"/>
          </ac:spMkLst>
        </pc:spChg>
        <pc:spChg chg="mod">
          <ac:chgData name="jeayong lee" userId="0e8205fbd6162578" providerId="LiveId" clId="{AE34F6A3-7111-4D1D-9D41-1048805A1372}" dt="2026-09-15T07:05:24.664" v="2245" actId="164"/>
          <ac:spMkLst>
            <pc:docMk/>
            <pc:sldMk cId="3664837470" sldId="274"/>
            <ac:spMk id="29" creationId="{30B6AC4F-215A-9486-D9CF-1D29EDBE6307}"/>
          </ac:spMkLst>
        </pc:spChg>
        <pc:spChg chg="mod">
          <ac:chgData name="jeayong lee" userId="0e8205fbd6162578" providerId="LiveId" clId="{AE34F6A3-7111-4D1D-9D41-1048805A1372}" dt="2026-09-15T07:05:58.439" v="2253" actId="164"/>
          <ac:spMkLst>
            <pc:docMk/>
            <pc:sldMk cId="3664837470" sldId="274"/>
            <ac:spMk id="30" creationId="{ADACD211-9233-6682-D763-1DAAAD796909}"/>
          </ac:spMkLst>
        </pc:spChg>
        <pc:spChg chg="mod topLvl">
          <ac:chgData name="jeayong lee" userId="0e8205fbd6162578" providerId="LiveId" clId="{AE34F6A3-7111-4D1D-9D41-1048805A1372}" dt="2026-09-15T07:05:58.439" v="2253" actId="164"/>
          <ac:spMkLst>
            <pc:docMk/>
            <pc:sldMk cId="3664837470" sldId="274"/>
            <ac:spMk id="31" creationId="{705030A6-0951-E6EA-448A-EAC5B5654178}"/>
          </ac:spMkLst>
        </pc:spChg>
        <pc:spChg chg="mod">
          <ac:chgData name="jeayong lee" userId="0e8205fbd6162578" providerId="LiveId" clId="{AE34F6A3-7111-4D1D-9D41-1048805A1372}" dt="2026-09-15T07:06:03.233" v="2256" actId="164"/>
          <ac:spMkLst>
            <pc:docMk/>
            <pc:sldMk cId="3664837470" sldId="274"/>
            <ac:spMk id="32" creationId="{FDBF9EF0-6C1F-4B2E-EF50-13B3CE660721}"/>
          </ac:spMkLst>
        </pc:spChg>
        <pc:spChg chg="mod topLvl">
          <ac:chgData name="jeayong lee" userId="0e8205fbd6162578" providerId="LiveId" clId="{AE34F6A3-7111-4D1D-9D41-1048805A1372}" dt="2026-09-15T04:59:56.639" v="488" actId="164"/>
          <ac:spMkLst>
            <pc:docMk/>
            <pc:sldMk cId="3664837470" sldId="274"/>
            <ac:spMk id="33" creationId="{3A26A10D-FCBB-905F-0CD7-B9A703A884FB}"/>
          </ac:spMkLst>
        </pc:spChg>
        <pc:spChg chg="mod">
          <ac:chgData name="jeayong lee" userId="0e8205fbd6162578" providerId="LiveId" clId="{AE34F6A3-7111-4D1D-9D41-1048805A1372}" dt="2026-09-15T07:06:05.581" v="2257" actId="164"/>
          <ac:spMkLst>
            <pc:docMk/>
            <pc:sldMk cId="3664837470" sldId="274"/>
            <ac:spMk id="34" creationId="{9A82AA23-068F-CDC8-221D-7CAAE8FA5246}"/>
          </ac:spMkLst>
        </pc:spChg>
        <pc:spChg chg="mod">
          <ac:chgData name="jeayong lee" userId="0e8205fbd6162578" providerId="LiveId" clId="{AE34F6A3-7111-4D1D-9D41-1048805A1372}" dt="2026-09-15T04:50:21.958" v="388"/>
          <ac:spMkLst>
            <pc:docMk/>
            <pc:sldMk cId="3664837470" sldId="274"/>
            <ac:spMk id="35" creationId="{17BDA5D9-159D-047C-0F80-372B6CD49211}"/>
          </ac:spMkLst>
        </pc:spChg>
        <pc:spChg chg="mod">
          <ac:chgData name="jeayong lee" userId="0e8205fbd6162578" providerId="LiveId" clId="{AE34F6A3-7111-4D1D-9D41-1048805A1372}" dt="2026-09-15T04:50:22.950" v="389"/>
          <ac:spMkLst>
            <pc:docMk/>
            <pc:sldMk cId="3664837470" sldId="274"/>
            <ac:spMk id="37" creationId="{A2359458-A3AB-305A-8539-0722E11265F5}"/>
          </ac:spMkLst>
        </pc:spChg>
        <pc:spChg chg="mod">
          <ac:chgData name="jeayong lee" userId="0e8205fbd6162578" providerId="LiveId" clId="{AE34F6A3-7111-4D1D-9D41-1048805A1372}" dt="2026-09-15T07:05:55.280" v="2252" actId="165"/>
          <ac:spMkLst>
            <pc:docMk/>
            <pc:sldMk cId="3664837470" sldId="274"/>
            <ac:spMk id="38" creationId="{55EF1079-F3AF-3D6B-A295-DE5975BB5994}"/>
          </ac:spMkLst>
        </pc:spChg>
        <pc:spChg chg="mod">
          <ac:chgData name="jeayong lee" userId="0e8205fbd6162578" providerId="LiveId" clId="{AE34F6A3-7111-4D1D-9D41-1048805A1372}" dt="2026-09-15T07:05:24.664" v="2245" actId="164"/>
          <ac:spMkLst>
            <pc:docMk/>
            <pc:sldMk cId="3664837470" sldId="274"/>
            <ac:spMk id="39" creationId="{43458B23-EC0A-7997-2076-DA0896DC3976}"/>
          </ac:spMkLst>
        </pc:spChg>
        <pc:spChg chg="mod topLvl">
          <ac:chgData name="jeayong lee" userId="0e8205fbd6162578" providerId="LiveId" clId="{AE34F6A3-7111-4D1D-9D41-1048805A1372}" dt="2026-09-15T07:05:21.724" v="2244" actId="165"/>
          <ac:spMkLst>
            <pc:docMk/>
            <pc:sldMk cId="3664837470" sldId="274"/>
            <ac:spMk id="40" creationId="{44FB1289-3355-F970-4DB6-1E6D22FB21D1}"/>
          </ac:spMkLst>
        </pc:spChg>
        <pc:spChg chg="mod">
          <ac:chgData name="jeayong lee" userId="0e8205fbd6162578" providerId="LiveId" clId="{AE34F6A3-7111-4D1D-9D41-1048805A1372}" dt="2026-09-15T07:05:58.439" v="2253" actId="164"/>
          <ac:spMkLst>
            <pc:docMk/>
            <pc:sldMk cId="3664837470" sldId="274"/>
            <ac:spMk id="41" creationId="{4B4A770C-5B8D-6613-45F0-E70587BF8884}"/>
          </ac:spMkLst>
        </pc:spChg>
        <pc:spChg chg="mod">
          <ac:chgData name="jeayong lee" userId="0e8205fbd6162578" providerId="LiveId" clId="{AE34F6A3-7111-4D1D-9D41-1048805A1372}" dt="2026-09-15T07:06:03.233" v="2256" actId="164"/>
          <ac:spMkLst>
            <pc:docMk/>
            <pc:sldMk cId="3664837470" sldId="274"/>
            <ac:spMk id="42" creationId="{1C0ACD20-63B5-7B3A-4BCB-1184724EE6FC}"/>
          </ac:spMkLst>
        </pc:spChg>
        <pc:spChg chg="mod topLvl">
          <ac:chgData name="jeayong lee" userId="0e8205fbd6162578" providerId="LiveId" clId="{AE34F6A3-7111-4D1D-9D41-1048805A1372}" dt="2026-09-15T07:06:03.233" v="2256" actId="164"/>
          <ac:spMkLst>
            <pc:docMk/>
            <pc:sldMk cId="3664837470" sldId="274"/>
            <ac:spMk id="43" creationId="{4D6895F3-1B3B-29E3-FF81-F29FA1BE349C}"/>
          </ac:spMkLst>
        </pc:spChg>
        <pc:spChg chg="mod topLvl">
          <ac:chgData name="jeayong lee" userId="0e8205fbd6162578" providerId="LiveId" clId="{AE34F6A3-7111-4D1D-9D41-1048805A1372}" dt="2026-09-15T07:06:05.581" v="2257" actId="164"/>
          <ac:spMkLst>
            <pc:docMk/>
            <pc:sldMk cId="3664837470" sldId="274"/>
            <ac:spMk id="44" creationId="{FB5F4C46-93DC-25FC-754B-8068B091B933}"/>
          </ac:spMkLst>
        </pc:spChg>
        <pc:spChg chg="mod">
          <ac:chgData name="jeayong lee" userId="0e8205fbd6162578" providerId="LiveId" clId="{AE34F6A3-7111-4D1D-9D41-1048805A1372}" dt="2026-09-15T07:06:05.581" v="2257" actId="164"/>
          <ac:spMkLst>
            <pc:docMk/>
            <pc:sldMk cId="3664837470" sldId="274"/>
            <ac:spMk id="45" creationId="{55FF602F-11E1-2E68-83DB-78AD01272900}"/>
          </ac:spMkLst>
        </pc:spChg>
        <pc:spChg chg="mod topLvl">
          <ac:chgData name="jeayong lee" userId="0e8205fbd6162578" providerId="LiveId" clId="{AE34F6A3-7111-4D1D-9D41-1048805A1372}" dt="2026-09-15T07:05:21.724" v="2244" actId="165"/>
          <ac:spMkLst>
            <pc:docMk/>
            <pc:sldMk cId="3664837470" sldId="274"/>
            <ac:spMk id="46" creationId="{BD48FD99-1FA6-5F63-3698-4AC2C152C534}"/>
          </ac:spMkLst>
        </pc:spChg>
        <pc:spChg chg="mod topLvl">
          <ac:chgData name="jeayong lee" userId="0e8205fbd6162578" providerId="LiveId" clId="{AE34F6A3-7111-4D1D-9D41-1048805A1372}" dt="2026-09-15T04:50:34.808" v="394"/>
          <ac:spMkLst>
            <pc:docMk/>
            <pc:sldMk cId="3664837470" sldId="274"/>
            <ac:spMk id="47" creationId="{BF6FFE61-BEBD-6ACE-47A2-9CA80310B464}"/>
          </ac:spMkLst>
        </pc:spChg>
        <pc:spChg chg="mod topLvl">
          <ac:chgData name="jeayong lee" userId="0e8205fbd6162578" providerId="LiveId" clId="{AE34F6A3-7111-4D1D-9D41-1048805A1372}" dt="2026-09-15T07:05:24.664" v="2245" actId="164"/>
          <ac:spMkLst>
            <pc:docMk/>
            <pc:sldMk cId="3664837470" sldId="274"/>
            <ac:spMk id="48" creationId="{7983DF33-6826-2AE2-187E-3B65440B1FB2}"/>
          </ac:spMkLst>
        </pc:spChg>
        <pc:spChg chg="mod">
          <ac:chgData name="jeayong lee" userId="0e8205fbd6162578" providerId="LiveId" clId="{AE34F6A3-7111-4D1D-9D41-1048805A1372}" dt="2026-09-15T07:05:24.664" v="2245" actId="164"/>
          <ac:spMkLst>
            <pc:docMk/>
            <pc:sldMk cId="3664837470" sldId="274"/>
            <ac:spMk id="49" creationId="{A1A5C4F8-7A2A-5178-E955-B24F96DDDE5E}"/>
          </ac:spMkLst>
        </pc:spChg>
        <pc:spChg chg="mod topLvl">
          <ac:chgData name="jeayong lee" userId="0e8205fbd6162578" providerId="LiveId" clId="{AE34F6A3-7111-4D1D-9D41-1048805A1372}" dt="2026-09-15T07:05:58.439" v="2253" actId="164"/>
          <ac:spMkLst>
            <pc:docMk/>
            <pc:sldMk cId="3664837470" sldId="274"/>
            <ac:spMk id="50" creationId="{34A190C1-97A5-ED80-4468-DAF51D33BD6D}"/>
          </ac:spMkLst>
        </pc:spChg>
        <pc:spChg chg="mod">
          <ac:chgData name="jeayong lee" userId="0e8205fbd6162578" providerId="LiveId" clId="{AE34F6A3-7111-4D1D-9D41-1048805A1372}" dt="2026-09-15T07:05:58.439" v="2253" actId="164"/>
          <ac:spMkLst>
            <pc:docMk/>
            <pc:sldMk cId="3664837470" sldId="274"/>
            <ac:spMk id="51" creationId="{2C0800EE-B586-C7D6-99AF-CBC8E01C81AF}"/>
          </ac:spMkLst>
        </pc:spChg>
        <pc:spChg chg="mod">
          <ac:chgData name="jeayong lee" userId="0e8205fbd6162578" providerId="LiveId" clId="{AE34F6A3-7111-4D1D-9D41-1048805A1372}" dt="2026-09-15T07:06:03.233" v="2256" actId="164"/>
          <ac:spMkLst>
            <pc:docMk/>
            <pc:sldMk cId="3664837470" sldId="274"/>
            <ac:spMk id="52" creationId="{557BA4B0-6CDB-A397-DD5A-5913A0110E0E}"/>
          </ac:spMkLst>
        </pc:spChg>
        <pc:spChg chg="mod">
          <ac:chgData name="jeayong lee" userId="0e8205fbd6162578" providerId="LiveId" clId="{AE34F6A3-7111-4D1D-9D41-1048805A1372}" dt="2026-09-15T07:06:03.233" v="2256" actId="164"/>
          <ac:spMkLst>
            <pc:docMk/>
            <pc:sldMk cId="3664837470" sldId="274"/>
            <ac:spMk id="53" creationId="{FEF9947E-899A-41B3-9DE6-6C77951187F2}"/>
          </ac:spMkLst>
        </pc:spChg>
        <pc:spChg chg="mod">
          <ac:chgData name="jeayong lee" userId="0e8205fbd6162578" providerId="LiveId" clId="{AE34F6A3-7111-4D1D-9D41-1048805A1372}" dt="2026-09-15T07:06:05.581" v="2257" actId="164"/>
          <ac:spMkLst>
            <pc:docMk/>
            <pc:sldMk cId="3664837470" sldId="274"/>
            <ac:spMk id="54" creationId="{C88F2374-98EB-0526-331E-5D6D83541E6C}"/>
          </ac:spMkLst>
        </pc:spChg>
        <pc:spChg chg="mod topLvl">
          <ac:chgData name="jeayong lee" userId="0e8205fbd6162578" providerId="LiveId" clId="{AE34F6A3-7111-4D1D-9D41-1048805A1372}" dt="2026-09-15T07:06:05.581" v="2257" actId="164"/>
          <ac:spMkLst>
            <pc:docMk/>
            <pc:sldMk cId="3664837470" sldId="274"/>
            <ac:spMk id="55" creationId="{41C7240C-4D61-D1BD-5901-EFB113C28E4E}"/>
          </ac:spMkLst>
        </pc:spChg>
        <pc:spChg chg="mod topLvl">
          <ac:chgData name="jeayong lee" userId="0e8205fbd6162578" providerId="LiveId" clId="{AE34F6A3-7111-4D1D-9D41-1048805A1372}" dt="2026-09-15T07:05:55.280" v="2252" actId="165"/>
          <ac:spMkLst>
            <pc:docMk/>
            <pc:sldMk cId="3664837470" sldId="274"/>
            <ac:spMk id="56" creationId="{F123DA1C-B44C-684A-4FB5-2BDE13DC839D}"/>
          </ac:spMkLst>
        </pc:spChg>
        <pc:spChg chg="mod">
          <ac:chgData name="jeayong lee" userId="0e8205fbd6162578" providerId="LiveId" clId="{AE34F6A3-7111-4D1D-9D41-1048805A1372}" dt="2026-09-15T04:55:59.404" v="433"/>
          <ac:spMkLst>
            <pc:docMk/>
            <pc:sldMk cId="3664837470" sldId="274"/>
            <ac:spMk id="57" creationId="{9F1F8893-4CC5-3A6F-B40E-640A37800DFA}"/>
          </ac:spMkLst>
        </pc:spChg>
        <pc:spChg chg="mod">
          <ac:chgData name="jeayong lee" userId="0e8205fbd6162578" providerId="LiveId" clId="{AE34F6A3-7111-4D1D-9D41-1048805A1372}" dt="2026-09-15T07:05:24.664" v="2245" actId="164"/>
          <ac:spMkLst>
            <pc:docMk/>
            <pc:sldMk cId="3664837470" sldId="274"/>
            <ac:spMk id="58" creationId="{CE47BE51-3686-EA0F-5FB4-15D32287FDBA}"/>
          </ac:spMkLst>
        </pc:spChg>
        <pc:spChg chg="mod">
          <ac:chgData name="jeayong lee" userId="0e8205fbd6162578" providerId="LiveId" clId="{AE34F6A3-7111-4D1D-9D41-1048805A1372}" dt="2026-09-15T07:05:24.664" v="2245" actId="164"/>
          <ac:spMkLst>
            <pc:docMk/>
            <pc:sldMk cId="3664837470" sldId="274"/>
            <ac:spMk id="59" creationId="{4F15F312-1AD8-E440-0424-21C37DCD4A24}"/>
          </ac:spMkLst>
        </pc:spChg>
        <pc:spChg chg="mod topLvl">
          <ac:chgData name="jeayong lee" userId="0e8205fbd6162578" providerId="LiveId" clId="{AE34F6A3-7111-4D1D-9D41-1048805A1372}" dt="2026-09-15T07:05:58.439" v="2253" actId="164"/>
          <ac:spMkLst>
            <pc:docMk/>
            <pc:sldMk cId="3664837470" sldId="274"/>
            <ac:spMk id="60" creationId="{73D9FAF1-CFC3-C12E-C624-3105DBB107DE}"/>
          </ac:spMkLst>
        </pc:spChg>
        <pc:spChg chg="mod topLvl">
          <ac:chgData name="jeayong lee" userId="0e8205fbd6162578" providerId="LiveId" clId="{AE34F6A3-7111-4D1D-9D41-1048805A1372}" dt="2026-09-15T07:05:58.439" v="2253" actId="164"/>
          <ac:spMkLst>
            <pc:docMk/>
            <pc:sldMk cId="3664837470" sldId="274"/>
            <ac:spMk id="61" creationId="{DA3D9C12-48A9-81C4-8600-574671C4EF6C}"/>
          </ac:spMkLst>
        </pc:spChg>
        <pc:spChg chg="mod">
          <ac:chgData name="jeayong lee" userId="0e8205fbd6162578" providerId="LiveId" clId="{AE34F6A3-7111-4D1D-9D41-1048805A1372}" dt="2026-09-15T07:06:03.233" v="2256" actId="164"/>
          <ac:spMkLst>
            <pc:docMk/>
            <pc:sldMk cId="3664837470" sldId="274"/>
            <ac:spMk id="62" creationId="{970398EC-24EA-7090-95B9-4FAA33F22D95}"/>
          </ac:spMkLst>
        </pc:spChg>
        <pc:spChg chg="mod">
          <ac:chgData name="jeayong lee" userId="0e8205fbd6162578" providerId="LiveId" clId="{AE34F6A3-7111-4D1D-9D41-1048805A1372}" dt="2026-09-15T07:06:03.233" v="2256" actId="164"/>
          <ac:spMkLst>
            <pc:docMk/>
            <pc:sldMk cId="3664837470" sldId="274"/>
            <ac:spMk id="63" creationId="{FE5B15EA-CC71-7E9F-CB4F-F6848941C824}"/>
          </ac:spMkLst>
        </pc:spChg>
        <pc:spChg chg="mod">
          <ac:chgData name="jeayong lee" userId="0e8205fbd6162578" providerId="LiveId" clId="{AE34F6A3-7111-4D1D-9D41-1048805A1372}" dt="2026-09-15T07:06:05.581" v="2257" actId="164"/>
          <ac:spMkLst>
            <pc:docMk/>
            <pc:sldMk cId="3664837470" sldId="274"/>
            <ac:spMk id="64" creationId="{1367253A-0C57-042B-407D-FA565932F489}"/>
          </ac:spMkLst>
        </pc:spChg>
        <pc:spChg chg="mod topLvl">
          <ac:chgData name="jeayong lee" userId="0e8205fbd6162578" providerId="LiveId" clId="{AE34F6A3-7111-4D1D-9D41-1048805A1372}" dt="2026-09-15T07:06:05.581" v="2257" actId="164"/>
          <ac:spMkLst>
            <pc:docMk/>
            <pc:sldMk cId="3664837470" sldId="274"/>
            <ac:spMk id="65" creationId="{0B7E28DC-51A2-B431-757D-AA81C1EFC0F3}"/>
          </ac:spMkLst>
        </pc:spChg>
        <pc:spChg chg="mod">
          <ac:chgData name="jeayong lee" userId="0e8205fbd6162578" providerId="LiveId" clId="{AE34F6A3-7111-4D1D-9D41-1048805A1372}" dt="2026-09-15T04:56:27.129" v="434"/>
          <ac:spMkLst>
            <pc:docMk/>
            <pc:sldMk cId="3664837470" sldId="274"/>
            <ac:spMk id="67" creationId="{85501D4B-690F-2F4B-CC4D-521FA49CECA4}"/>
          </ac:spMkLst>
        </pc:spChg>
        <pc:spChg chg="del">
          <ac:chgData name="jeayong lee" userId="0e8205fbd6162578" providerId="LiveId" clId="{AE34F6A3-7111-4D1D-9D41-1048805A1372}" dt="2026-09-15T04:56:45.571" v="435" actId="478"/>
          <ac:spMkLst>
            <pc:docMk/>
            <pc:sldMk cId="3664837470" sldId="274"/>
            <ac:spMk id="68" creationId="{8B5729CB-136C-A2C9-E864-53BA5EEC2ED0}"/>
          </ac:spMkLst>
        </pc:spChg>
        <pc:spChg chg="del">
          <ac:chgData name="jeayong lee" userId="0e8205fbd6162578" providerId="LiveId" clId="{AE34F6A3-7111-4D1D-9D41-1048805A1372}" dt="2026-09-15T04:56:45.571" v="435" actId="478"/>
          <ac:spMkLst>
            <pc:docMk/>
            <pc:sldMk cId="3664837470" sldId="274"/>
            <ac:spMk id="69" creationId="{090449BA-2F2C-1B50-11D1-8C96EA7044F1}"/>
          </ac:spMkLst>
        </pc:spChg>
        <pc:spChg chg="del">
          <ac:chgData name="jeayong lee" userId="0e8205fbd6162578" providerId="LiveId" clId="{AE34F6A3-7111-4D1D-9D41-1048805A1372}" dt="2026-09-15T04:56:45.571" v="435" actId="478"/>
          <ac:spMkLst>
            <pc:docMk/>
            <pc:sldMk cId="3664837470" sldId="274"/>
            <ac:spMk id="70" creationId="{C3682B54-FF78-04CC-F64C-BA4A39509A59}"/>
          </ac:spMkLst>
        </pc:spChg>
        <pc:spChg chg="del">
          <ac:chgData name="jeayong lee" userId="0e8205fbd6162578" providerId="LiveId" clId="{AE34F6A3-7111-4D1D-9D41-1048805A1372}" dt="2026-09-15T04:56:45.571" v="435" actId="478"/>
          <ac:spMkLst>
            <pc:docMk/>
            <pc:sldMk cId="3664837470" sldId="274"/>
            <ac:spMk id="71" creationId="{3BAB5B3A-3320-959F-B563-4BC6109642DA}"/>
          </ac:spMkLst>
        </pc:spChg>
        <pc:spChg chg="del">
          <ac:chgData name="jeayong lee" userId="0e8205fbd6162578" providerId="LiveId" clId="{AE34F6A3-7111-4D1D-9D41-1048805A1372}" dt="2026-09-15T04:56:45.571" v="435" actId="478"/>
          <ac:spMkLst>
            <pc:docMk/>
            <pc:sldMk cId="3664837470" sldId="274"/>
            <ac:spMk id="72" creationId="{F74BEF7A-4395-7E2C-890E-AFBD45CF2645}"/>
          </ac:spMkLst>
        </pc:spChg>
        <pc:spChg chg="del">
          <ac:chgData name="jeayong lee" userId="0e8205fbd6162578" providerId="LiveId" clId="{AE34F6A3-7111-4D1D-9D41-1048805A1372}" dt="2026-09-15T04:56:45.571" v="435" actId="478"/>
          <ac:spMkLst>
            <pc:docMk/>
            <pc:sldMk cId="3664837470" sldId="274"/>
            <ac:spMk id="73" creationId="{B1052505-7AC5-0472-BF66-46A3669E1F83}"/>
          </ac:spMkLst>
        </pc:spChg>
        <pc:spChg chg="del">
          <ac:chgData name="jeayong lee" userId="0e8205fbd6162578" providerId="LiveId" clId="{AE34F6A3-7111-4D1D-9D41-1048805A1372}" dt="2026-09-15T04:56:45.571" v="435" actId="478"/>
          <ac:spMkLst>
            <pc:docMk/>
            <pc:sldMk cId="3664837470" sldId="274"/>
            <ac:spMk id="74" creationId="{DE0B0BC2-837A-A34A-9356-F61BDF469E24}"/>
          </ac:spMkLst>
        </pc:spChg>
        <pc:spChg chg="del">
          <ac:chgData name="jeayong lee" userId="0e8205fbd6162578" providerId="LiveId" clId="{AE34F6A3-7111-4D1D-9D41-1048805A1372}" dt="2026-09-15T04:56:45.571" v="435" actId="478"/>
          <ac:spMkLst>
            <pc:docMk/>
            <pc:sldMk cId="3664837470" sldId="274"/>
            <ac:spMk id="75" creationId="{193DAEC6-D426-3F37-880A-0A80FFEF0CB6}"/>
          </ac:spMkLst>
        </pc:spChg>
        <pc:spChg chg="mod">
          <ac:chgData name="jeayong lee" userId="0e8205fbd6162578" providerId="LiveId" clId="{AE34F6A3-7111-4D1D-9D41-1048805A1372}" dt="2026-09-15T07:08:08.284" v="2293" actId="20578"/>
          <ac:spMkLst>
            <pc:docMk/>
            <pc:sldMk cId="3664837470" sldId="274"/>
            <ac:spMk id="76" creationId="{675049F4-048B-DFA2-A9DF-0F07F2308867}"/>
          </ac:spMkLst>
        </pc:spChg>
        <pc:spChg chg="mod">
          <ac:chgData name="jeayong lee" userId="0e8205fbd6162578" providerId="LiveId" clId="{AE34F6A3-7111-4D1D-9D41-1048805A1372}" dt="2026-09-15T07:08:29.957" v="2299" actId="14100"/>
          <ac:spMkLst>
            <pc:docMk/>
            <pc:sldMk cId="3664837470" sldId="274"/>
            <ac:spMk id="77" creationId="{2453A8D0-93D0-CE82-8C4B-00F1810C9BDB}"/>
          </ac:spMkLst>
        </pc:spChg>
        <pc:spChg chg="mod">
          <ac:chgData name="jeayong lee" userId="0e8205fbd6162578" providerId="LiveId" clId="{AE34F6A3-7111-4D1D-9D41-1048805A1372}" dt="2026-09-15T07:08:03.222" v="2290" actId="403"/>
          <ac:spMkLst>
            <pc:docMk/>
            <pc:sldMk cId="3664837470" sldId="274"/>
            <ac:spMk id="78" creationId="{6A90A82C-DD25-17BF-1C71-F588E17CC994}"/>
          </ac:spMkLst>
        </pc:spChg>
        <pc:spChg chg="mod">
          <ac:chgData name="jeayong lee" userId="0e8205fbd6162578" providerId="LiveId" clId="{AE34F6A3-7111-4D1D-9D41-1048805A1372}" dt="2026-09-15T07:08:45.262" v="2303" actId="113"/>
          <ac:spMkLst>
            <pc:docMk/>
            <pc:sldMk cId="3664837470" sldId="274"/>
            <ac:spMk id="79" creationId="{91730458-F082-2AB0-91EF-1FFC5ED82A5D}"/>
          </ac:spMkLst>
        </pc:spChg>
        <pc:spChg chg="mod">
          <ac:chgData name="jeayong lee" userId="0e8205fbd6162578" providerId="LiveId" clId="{AE34F6A3-7111-4D1D-9D41-1048805A1372}" dt="2026-09-15T04:57:10.442" v="446" actId="164"/>
          <ac:spMkLst>
            <pc:docMk/>
            <pc:sldMk cId="3664837470" sldId="274"/>
            <ac:spMk id="80" creationId="{1BF3FA4E-D8E7-C756-B4C5-F2C5FA531920}"/>
          </ac:spMkLst>
        </pc:spChg>
        <pc:spChg chg="mod">
          <ac:chgData name="jeayong lee" userId="0e8205fbd6162578" providerId="LiveId" clId="{AE34F6A3-7111-4D1D-9D41-1048805A1372}" dt="2026-09-15T04:58:11.624" v="464" actId="14100"/>
          <ac:spMkLst>
            <pc:docMk/>
            <pc:sldMk cId="3664837470" sldId="274"/>
            <ac:spMk id="81" creationId="{8854EFCE-594F-E4A3-9ABA-97AAE7998327}"/>
          </ac:spMkLst>
        </pc:spChg>
        <pc:spChg chg="mod">
          <ac:chgData name="jeayong lee" userId="0e8205fbd6162578" providerId="LiveId" clId="{AE34F6A3-7111-4D1D-9D41-1048805A1372}" dt="2026-09-15T04:58:25.012" v="468"/>
          <ac:spMkLst>
            <pc:docMk/>
            <pc:sldMk cId="3664837470" sldId="274"/>
            <ac:spMk id="82" creationId="{097BEEED-C046-9CF1-709A-60EA91193C2D}"/>
          </ac:spMkLst>
        </pc:spChg>
        <pc:spChg chg="mod">
          <ac:chgData name="jeayong lee" userId="0e8205fbd6162578" providerId="LiveId" clId="{AE34F6A3-7111-4D1D-9D41-1048805A1372}" dt="2026-09-15T05:00:31.484" v="502" actId="403"/>
          <ac:spMkLst>
            <pc:docMk/>
            <pc:sldMk cId="3664837470" sldId="274"/>
            <ac:spMk id="83" creationId="{15099108-BD0E-0A18-8E91-D92913B70543}"/>
          </ac:spMkLst>
        </pc:spChg>
        <pc:spChg chg="add del">
          <ac:chgData name="jeayong lee" userId="0e8205fbd6162578" providerId="LiveId" clId="{AE34F6A3-7111-4D1D-9D41-1048805A1372}" dt="2026-09-15T04:57:04.014" v="445" actId="22"/>
          <ac:spMkLst>
            <pc:docMk/>
            <pc:sldMk cId="3664837470" sldId="274"/>
            <ac:spMk id="87" creationId="{A3EEA478-B71A-41AF-0B54-121689DF51C3}"/>
          </ac:spMkLst>
        </pc:spChg>
        <pc:grpChg chg="mod">
          <ac:chgData name="jeayong lee" userId="0e8205fbd6162578" providerId="LiveId" clId="{AE34F6A3-7111-4D1D-9D41-1048805A1372}" dt="2026-09-15T07:07:14.056" v="2276" actId="164"/>
          <ac:grpSpMkLst>
            <pc:docMk/>
            <pc:sldMk cId="3664837470" sldId="274"/>
            <ac:grpSpMk id="68" creationId="{8677FB2E-E1B3-AF8E-3035-BB6DC7365D7F}"/>
          </ac:grpSpMkLst>
        </pc:grpChg>
        <pc:grpChg chg="mod">
          <ac:chgData name="jeayong lee" userId="0e8205fbd6162578" providerId="LiveId" clId="{AE34F6A3-7111-4D1D-9D41-1048805A1372}" dt="2026-09-15T07:05:35.878" v="2248" actId="1076"/>
          <ac:grpSpMkLst>
            <pc:docMk/>
            <pc:sldMk cId="3664837470" sldId="274"/>
            <ac:grpSpMk id="69" creationId="{01E3D33D-85D9-C85D-506C-8C1DD414D08E}"/>
          </ac:grpSpMkLst>
        </pc:grpChg>
        <pc:grpChg chg="mod">
          <ac:chgData name="jeayong lee" userId="0e8205fbd6162578" providerId="LiveId" clId="{AE34F6A3-7111-4D1D-9D41-1048805A1372}" dt="2026-09-15T07:07:14.056" v="2276" actId="164"/>
          <ac:grpSpMkLst>
            <pc:docMk/>
            <pc:sldMk cId="3664837470" sldId="274"/>
            <ac:grpSpMk id="70" creationId="{B2835A36-FCD2-276B-324C-57C2E94A4161}"/>
          </ac:grpSpMkLst>
        </pc:grpChg>
        <pc:grpChg chg="mod">
          <ac:chgData name="jeayong lee" userId="0e8205fbd6162578" providerId="LiveId" clId="{AE34F6A3-7111-4D1D-9D41-1048805A1372}" dt="2026-09-15T07:07:14.056" v="2276" actId="164"/>
          <ac:grpSpMkLst>
            <pc:docMk/>
            <pc:sldMk cId="3664837470" sldId="274"/>
            <ac:grpSpMk id="71" creationId="{977F1658-E18D-99A0-1B2B-4BDEA18B7FE9}"/>
          </ac:grpSpMkLst>
        </pc:grpChg>
        <pc:grpChg chg="mod">
          <ac:chgData name="jeayong lee" userId="0e8205fbd6162578" providerId="LiveId" clId="{AE34F6A3-7111-4D1D-9D41-1048805A1372}" dt="2026-09-15T07:07:14.056" v="2276" actId="164"/>
          <ac:grpSpMkLst>
            <pc:docMk/>
            <pc:sldMk cId="3664837470" sldId="274"/>
            <ac:grpSpMk id="72" creationId="{78E829BE-B23D-87DB-0883-48A0E2E67230}"/>
          </ac:grpSpMkLst>
        </pc:grpChg>
        <pc:grpChg chg="add mod">
          <ac:chgData name="jeayong lee" userId="0e8205fbd6162578" providerId="LiveId" clId="{AE34F6A3-7111-4D1D-9D41-1048805A1372}" dt="2026-09-15T07:07:27.369" v="2282" actId="1076"/>
          <ac:grpSpMkLst>
            <pc:docMk/>
            <pc:sldMk cId="3664837470" sldId="274"/>
            <ac:grpSpMk id="73" creationId="{9B210ADB-7012-35FF-0915-76EBB4562DDE}"/>
          </ac:grpSpMkLst>
        </pc:grpChg>
        <pc:grpChg chg="mod">
          <ac:chgData name="jeayong lee" userId="0e8205fbd6162578" providerId="LiveId" clId="{AE34F6A3-7111-4D1D-9D41-1048805A1372}" dt="2026-09-15T07:07:14.056" v="2276" actId="164"/>
          <ac:grpSpMkLst>
            <pc:docMk/>
            <pc:sldMk cId="3664837470" sldId="274"/>
            <ac:grpSpMk id="84" creationId="{275173C3-3F2D-68F8-805A-8E0008F4BA71}"/>
          </ac:grpSpMkLst>
        </pc:grpChg>
        <pc:grpChg chg="add mod">
          <ac:chgData name="jeayong lee" userId="0e8205fbd6162578" providerId="LiveId" clId="{AE34F6A3-7111-4D1D-9D41-1048805A1372}" dt="2026-09-15T07:08:26.083" v="2298" actId="14100"/>
          <ac:grpSpMkLst>
            <pc:docMk/>
            <pc:sldMk cId="3664837470" sldId="274"/>
            <ac:grpSpMk id="85" creationId="{F34DB914-4D4F-8B34-C1CE-AC69708E313E}"/>
          </ac:grpSpMkLst>
        </pc:grpChg>
        <pc:grpChg chg="add del mod">
          <ac:chgData name="jeayong lee" userId="0e8205fbd6162578" providerId="LiveId" clId="{AE34F6A3-7111-4D1D-9D41-1048805A1372}" dt="2026-09-15T07:04:51.634" v="2242" actId="478"/>
          <ac:grpSpMkLst>
            <pc:docMk/>
            <pc:sldMk cId="3664837470" sldId="274"/>
            <ac:grpSpMk id="88" creationId="{D3A35FDC-6D4F-0266-D276-F007BE1A0158}"/>
          </ac:grpSpMkLst>
        </pc:grpChg>
        <pc:grpChg chg="mod">
          <ac:chgData name="jeayong lee" userId="0e8205fbd6162578" providerId="LiveId" clId="{AE34F6A3-7111-4D1D-9D41-1048805A1372}" dt="2026-09-15T07:05:14.664" v="2243" actId="1076"/>
          <ac:grpSpMkLst>
            <pc:docMk/>
            <pc:sldMk cId="3664837470" sldId="274"/>
            <ac:grpSpMk id="89" creationId="{05652E35-5D87-F93A-9804-F83FEAAB7B9E}"/>
          </ac:grpSpMkLst>
        </pc:grpChg>
      </pc:sldChg>
      <pc:sldChg chg="new del">
        <pc:chgData name="jeayong lee" userId="0e8205fbd6162578" providerId="LiveId" clId="{AE34F6A3-7111-4D1D-9D41-1048805A1372}" dt="2026-09-15T06:54:59.340" v="1017" actId="2696"/>
        <pc:sldMkLst>
          <pc:docMk/>
          <pc:sldMk cId="488872241" sldId="275"/>
        </pc:sldMkLst>
      </pc:sldChg>
      <pc:sldChg chg="addSp delSp modSp add mod">
        <pc:chgData name="jeayong lee" userId="0e8205fbd6162578" providerId="LiveId" clId="{AE34F6A3-7111-4D1D-9D41-1048805A1372}" dt="2026-09-15T07:55:21.355" v="3428"/>
        <pc:sldMkLst>
          <pc:docMk/>
          <pc:sldMk cId="595560504" sldId="276"/>
        </pc:sldMkLst>
        <pc:spChg chg="mod">
          <ac:chgData name="jeayong lee" userId="0e8205fbd6162578" providerId="LiveId" clId="{AE34F6A3-7111-4D1D-9D41-1048805A1372}" dt="2026-09-15T07:55:21.355" v="3428"/>
          <ac:spMkLst>
            <pc:docMk/>
            <pc:sldMk cId="595560504" sldId="276"/>
            <ac:spMk id="3" creationId="{30801FBE-FC04-30CB-CA3E-D12D6DF145DD}"/>
          </ac:spMkLst>
        </pc:spChg>
        <pc:spChg chg="mod">
          <ac:chgData name="jeayong lee" userId="0e8205fbd6162578" providerId="LiveId" clId="{AE34F6A3-7111-4D1D-9D41-1048805A1372}" dt="2026-09-15T07:17:03.687" v="2481" actId="164"/>
          <ac:spMkLst>
            <pc:docMk/>
            <pc:sldMk cId="595560504" sldId="276"/>
            <ac:spMk id="9" creationId="{105376E9-F8D0-C700-B315-88E01E2AE4E9}"/>
          </ac:spMkLst>
        </pc:spChg>
        <pc:spChg chg="mod">
          <ac:chgData name="jeayong lee" userId="0e8205fbd6162578" providerId="LiveId" clId="{AE34F6A3-7111-4D1D-9D41-1048805A1372}" dt="2026-09-15T07:17:03.687" v="2481" actId="164"/>
          <ac:spMkLst>
            <pc:docMk/>
            <pc:sldMk cId="595560504" sldId="276"/>
            <ac:spMk id="24" creationId="{8CEED6CB-9DA0-943C-DEAC-8670188BD559}"/>
          </ac:spMkLst>
        </pc:spChg>
        <pc:spChg chg="del">
          <ac:chgData name="jeayong lee" userId="0e8205fbd6162578" providerId="LiveId" clId="{AE34F6A3-7111-4D1D-9D41-1048805A1372}" dt="2026-09-15T07:16:22.380" v="2479" actId="478"/>
          <ac:spMkLst>
            <pc:docMk/>
            <pc:sldMk cId="595560504" sldId="276"/>
            <ac:spMk id="25" creationId="{124E2425-571A-C013-E0C0-1B3ECC7EC138}"/>
          </ac:spMkLst>
        </pc:spChg>
        <pc:spChg chg="mod">
          <ac:chgData name="jeayong lee" userId="0e8205fbd6162578" providerId="LiveId" clId="{AE34F6A3-7111-4D1D-9D41-1048805A1372}" dt="2026-09-15T07:33:51.695" v="2526" actId="207"/>
          <ac:spMkLst>
            <pc:docMk/>
            <pc:sldMk cId="595560504" sldId="276"/>
            <ac:spMk id="26" creationId="{3FF8C6F1-FE89-DC57-EBD8-4FFF1CF41AE8}"/>
          </ac:spMkLst>
        </pc:spChg>
        <pc:spChg chg="del">
          <ac:chgData name="jeayong lee" userId="0e8205fbd6162578" providerId="LiveId" clId="{AE34F6A3-7111-4D1D-9D41-1048805A1372}" dt="2026-09-15T07:16:26.148" v="2480" actId="478"/>
          <ac:spMkLst>
            <pc:docMk/>
            <pc:sldMk cId="595560504" sldId="276"/>
            <ac:spMk id="27" creationId="{611471EE-309E-3899-18A4-C154593EC320}"/>
          </ac:spMkLst>
        </pc:spChg>
        <pc:spChg chg="mod">
          <ac:chgData name="jeayong lee" userId="0e8205fbd6162578" providerId="LiveId" clId="{AE34F6A3-7111-4D1D-9D41-1048805A1372}" dt="2026-09-15T07:34:00.545" v="2545" actId="20577"/>
          <ac:spMkLst>
            <pc:docMk/>
            <pc:sldMk cId="595560504" sldId="276"/>
            <ac:spMk id="28" creationId="{33C6AD1F-B7E0-7F64-F031-C5F841DFF527}"/>
          </ac:spMkLst>
        </pc:spChg>
        <pc:spChg chg="mod">
          <ac:chgData name="jeayong lee" userId="0e8205fbd6162578" providerId="LiveId" clId="{AE34F6A3-7111-4D1D-9D41-1048805A1372}" dt="2026-09-15T07:17:38.345" v="2492" actId="207"/>
          <ac:spMkLst>
            <pc:docMk/>
            <pc:sldMk cId="595560504" sldId="276"/>
            <ac:spMk id="30" creationId="{C43B7616-B8E3-62C3-340F-F3341B39BEB7}"/>
          </ac:spMkLst>
        </pc:spChg>
        <pc:spChg chg="mod">
          <ac:chgData name="jeayong lee" userId="0e8205fbd6162578" providerId="LiveId" clId="{AE34F6A3-7111-4D1D-9D41-1048805A1372}" dt="2026-09-15T07:17:48.817" v="2507"/>
          <ac:spMkLst>
            <pc:docMk/>
            <pc:sldMk cId="595560504" sldId="276"/>
            <ac:spMk id="31" creationId="{06B9DFA3-9F41-5BAA-EDB5-B1AAF3EF8C3A}"/>
          </ac:spMkLst>
        </pc:spChg>
        <pc:grpChg chg="add mod">
          <ac:chgData name="jeayong lee" userId="0e8205fbd6162578" providerId="LiveId" clId="{AE34F6A3-7111-4D1D-9D41-1048805A1372}" dt="2026-09-15T07:17:03.687" v="2481" actId="164"/>
          <ac:grpSpMkLst>
            <pc:docMk/>
            <pc:sldMk cId="595560504" sldId="276"/>
            <ac:grpSpMk id="7" creationId="{32D57C2B-01C6-06F3-1766-DAC54E20988C}"/>
          </ac:grpSpMkLst>
        </pc:grpChg>
        <pc:grpChg chg="add mod">
          <ac:chgData name="jeayong lee" userId="0e8205fbd6162578" providerId="LiveId" clId="{AE34F6A3-7111-4D1D-9D41-1048805A1372}" dt="2026-09-15T07:17:12.668" v="2485" actId="1076"/>
          <ac:grpSpMkLst>
            <pc:docMk/>
            <pc:sldMk cId="595560504" sldId="276"/>
            <ac:grpSpMk id="8" creationId="{0EA59475-CE67-2752-C2CB-5953CB30C8B6}"/>
          </ac:grpSpMkLst>
        </pc:grpChg>
        <pc:grpChg chg="add mod">
          <ac:chgData name="jeayong lee" userId="0e8205fbd6162578" providerId="LiveId" clId="{AE34F6A3-7111-4D1D-9D41-1048805A1372}" dt="2026-09-15T07:17:14.740" v="2486" actId="1076"/>
          <ac:grpSpMkLst>
            <pc:docMk/>
            <pc:sldMk cId="595560504" sldId="276"/>
            <ac:grpSpMk id="29" creationId="{3C132FB6-E1C2-C0D2-837C-918FCF79A8BE}"/>
          </ac:grpSpMkLst>
        </pc:grpChg>
        <pc:picChg chg="add del">
          <ac:chgData name="jeayong lee" userId="0e8205fbd6162578" providerId="LiveId" clId="{AE34F6A3-7111-4D1D-9D41-1048805A1372}" dt="2026-09-15T07:17:37.071" v="2491" actId="22"/>
          <ac:picMkLst>
            <pc:docMk/>
            <pc:sldMk cId="595560504" sldId="276"/>
            <ac:picMk id="33" creationId="{D17F8411-04D3-D7E5-1CC6-0E2DF7F0334A}"/>
          </ac:picMkLst>
        </pc:picChg>
      </pc:sldChg>
      <pc:sldChg chg="new del">
        <pc:chgData name="jeayong lee" userId="0e8205fbd6162578" providerId="LiveId" clId="{AE34F6A3-7111-4D1D-9D41-1048805A1372}" dt="2026-09-15T07:55:14.681" v="3424" actId="47"/>
        <pc:sldMkLst>
          <pc:docMk/>
          <pc:sldMk cId="2175683416" sldId="277"/>
        </pc:sldMkLst>
      </pc:sldChg>
      <pc:sldChg chg="addSp delSp modSp add mod">
        <pc:chgData name="jeayong lee" userId="0e8205fbd6162578" providerId="LiveId" clId="{AE34F6A3-7111-4D1D-9D41-1048805A1372}" dt="2026-09-15T08:16:52.406" v="3687" actId="1076"/>
        <pc:sldMkLst>
          <pc:docMk/>
          <pc:sldMk cId="3950151657" sldId="278"/>
        </pc:sldMkLst>
        <pc:spChg chg="add del mod">
          <ac:chgData name="jeayong lee" userId="0e8205fbd6162578" providerId="LiveId" clId="{AE34F6A3-7111-4D1D-9D41-1048805A1372}" dt="2026-09-15T08:16:52.406" v="3687" actId="1076"/>
          <ac:spMkLst>
            <pc:docMk/>
            <pc:sldMk cId="3950151657" sldId="278"/>
            <ac:spMk id="3" creationId="{20D5302C-0BFF-7A28-B4B4-0EC5ACEFEBBC}"/>
          </ac:spMkLst>
        </pc:spChg>
        <pc:spChg chg="mod">
          <ac:chgData name="jeayong lee" userId="0e8205fbd6162578" providerId="LiveId" clId="{AE34F6A3-7111-4D1D-9D41-1048805A1372}" dt="2026-09-15T07:34:39.285" v="2572" actId="14100"/>
          <ac:spMkLst>
            <pc:docMk/>
            <pc:sldMk cId="3950151657" sldId="278"/>
            <ac:spMk id="4" creationId="{7D7431BB-EF0E-5E09-BF6A-94BE70D14AB8}"/>
          </ac:spMkLst>
        </pc:spChg>
        <pc:spChg chg="add del mod">
          <ac:chgData name="jeayong lee" userId="0e8205fbd6162578" providerId="LiveId" clId="{AE34F6A3-7111-4D1D-9D41-1048805A1372}" dt="2026-09-15T07:45:09.500" v="2820" actId="478"/>
          <ac:spMkLst>
            <pc:docMk/>
            <pc:sldMk cId="3950151657" sldId="278"/>
            <ac:spMk id="5" creationId="{E68E456F-A6B5-8E0D-973E-6CC9EF4AD9CF}"/>
          </ac:spMkLst>
        </pc:spChg>
        <pc:spChg chg="del">
          <ac:chgData name="jeayong lee" userId="0e8205fbd6162578" providerId="LiveId" clId="{AE34F6A3-7111-4D1D-9D41-1048805A1372}" dt="2026-09-15T07:34:30.139" v="2567" actId="478"/>
          <ac:spMkLst>
            <pc:docMk/>
            <pc:sldMk cId="3950151657" sldId="278"/>
            <ac:spMk id="5" creationId="{EBF6A1B6-8447-C9F8-E442-DECBC598AC71}"/>
          </ac:spMkLst>
        </pc:spChg>
        <pc:spChg chg="add mod">
          <ac:chgData name="jeayong lee" userId="0e8205fbd6162578" providerId="LiveId" clId="{AE34F6A3-7111-4D1D-9D41-1048805A1372}" dt="2026-09-15T07:46:12.572" v="2844" actId="1076"/>
          <ac:spMkLst>
            <pc:docMk/>
            <pc:sldMk cId="3950151657" sldId="278"/>
            <ac:spMk id="6" creationId="{51C16750-E9E3-9008-DDD8-D4689864A91E}"/>
          </ac:spMkLst>
        </pc:spChg>
        <pc:spChg chg="add del mod">
          <ac:chgData name="jeayong lee" userId="0e8205fbd6162578" providerId="LiveId" clId="{AE34F6A3-7111-4D1D-9D41-1048805A1372}" dt="2026-09-15T07:40:27.565" v="2618" actId="21"/>
          <ac:spMkLst>
            <pc:docMk/>
            <pc:sldMk cId="3950151657" sldId="278"/>
            <ac:spMk id="6" creationId="{F7FFD250-92F5-483F-31DD-A13AE04A2D8B}"/>
          </ac:spMkLst>
        </pc:spChg>
        <pc:spChg chg="add del mod">
          <ac:chgData name="jeayong lee" userId="0e8205fbd6162578" providerId="LiveId" clId="{AE34F6A3-7111-4D1D-9D41-1048805A1372}" dt="2026-09-15T07:35:07.200" v="2579" actId="22"/>
          <ac:spMkLst>
            <pc:docMk/>
            <pc:sldMk cId="3950151657" sldId="278"/>
            <ac:spMk id="8" creationId="{BAEAA72E-7EE6-CD55-6684-9500D44062FF}"/>
          </ac:spMkLst>
        </pc:spChg>
        <pc:spChg chg="add del mod">
          <ac:chgData name="jeayong lee" userId="0e8205fbd6162578" providerId="LiveId" clId="{AE34F6A3-7111-4D1D-9D41-1048805A1372}" dt="2026-09-15T07:35:20.910" v="2587" actId="478"/>
          <ac:spMkLst>
            <pc:docMk/>
            <pc:sldMk cId="3950151657" sldId="278"/>
            <ac:spMk id="10" creationId="{FFD68E1E-9989-B02F-A58C-33BBA416B2D0}"/>
          </ac:spMkLst>
        </pc:spChg>
        <pc:spChg chg="add del">
          <ac:chgData name="jeayong lee" userId="0e8205fbd6162578" providerId="LiveId" clId="{AE34F6A3-7111-4D1D-9D41-1048805A1372}" dt="2026-09-15T07:47:31.002" v="2872" actId="478"/>
          <ac:spMkLst>
            <pc:docMk/>
            <pc:sldMk cId="3950151657" sldId="278"/>
            <ac:spMk id="15" creationId="{A4BA22A1-D065-2A98-D8B3-737BC40BAFD6}"/>
          </ac:spMkLst>
        </pc:spChg>
        <pc:spChg chg="add mod">
          <ac:chgData name="jeayong lee" userId="0e8205fbd6162578" providerId="LiveId" clId="{AE34F6A3-7111-4D1D-9D41-1048805A1372}" dt="2026-09-15T08:16:46.637" v="3686"/>
          <ac:spMkLst>
            <pc:docMk/>
            <pc:sldMk cId="3950151657" sldId="278"/>
            <ac:spMk id="17" creationId="{E449E5BF-50F6-80AF-33F7-E5EC65563D90}"/>
          </ac:spMkLst>
        </pc:spChg>
        <pc:spChg chg="add del mod">
          <ac:chgData name="jeayong lee" userId="0e8205fbd6162578" providerId="LiveId" clId="{AE34F6A3-7111-4D1D-9D41-1048805A1372}" dt="2026-09-15T07:35:21.295" v="2588" actId="478"/>
          <ac:spMkLst>
            <pc:docMk/>
            <pc:sldMk cId="3950151657" sldId="278"/>
            <ac:spMk id="18" creationId="{BD512EEC-1C36-2134-5064-BD5902592BA5}"/>
          </ac:spMkLst>
        </pc:spChg>
        <pc:spChg chg="add mod">
          <ac:chgData name="jeayong lee" userId="0e8205fbd6162578" providerId="LiveId" clId="{AE34F6A3-7111-4D1D-9D41-1048805A1372}" dt="2026-09-15T07:52:29.015" v="3241" actId="404"/>
          <ac:spMkLst>
            <pc:docMk/>
            <pc:sldMk cId="3950151657" sldId="278"/>
            <ac:spMk id="19" creationId="{F7C69D90-304E-1703-1BA1-592DD7E43946}"/>
          </ac:spMkLst>
        </pc:spChg>
        <pc:spChg chg="add del mod">
          <ac:chgData name="jeayong lee" userId="0e8205fbd6162578" providerId="LiveId" clId="{AE34F6A3-7111-4D1D-9D41-1048805A1372}" dt="2026-09-15T07:41:04.051" v="2626" actId="21"/>
          <ac:spMkLst>
            <pc:docMk/>
            <pc:sldMk cId="3950151657" sldId="278"/>
            <ac:spMk id="20" creationId="{7B99F5BA-A3FB-87B8-33E4-FBCDD775218C}"/>
          </ac:spMkLst>
        </pc:spChg>
        <pc:spChg chg="add del">
          <ac:chgData name="jeayong lee" userId="0e8205fbd6162578" providerId="LiveId" clId="{AE34F6A3-7111-4D1D-9D41-1048805A1372}" dt="2026-09-15T07:48:37.806" v="2958" actId="11529"/>
          <ac:spMkLst>
            <pc:docMk/>
            <pc:sldMk cId="3950151657" sldId="278"/>
            <ac:spMk id="22" creationId="{6FC84B58-3D12-4F6C-6C91-30A4F9775B8D}"/>
          </ac:spMkLst>
        </pc:spChg>
        <pc:spChg chg="add del mod">
          <ac:chgData name="jeayong lee" userId="0e8205fbd6162578" providerId="LiveId" clId="{AE34F6A3-7111-4D1D-9D41-1048805A1372}" dt="2026-09-15T07:41:18.715" v="2631" actId="21"/>
          <ac:spMkLst>
            <pc:docMk/>
            <pc:sldMk cId="3950151657" sldId="278"/>
            <ac:spMk id="22" creationId="{C55FF2D8-C60A-CCA4-C2A7-AF41BCA7D35D}"/>
          </ac:spMkLst>
        </pc:spChg>
        <pc:spChg chg="add mod">
          <ac:chgData name="jeayong lee" userId="0e8205fbd6162578" providerId="LiveId" clId="{AE34F6A3-7111-4D1D-9D41-1048805A1372}" dt="2026-09-15T07:52:42.280" v="3248" actId="14100"/>
          <ac:spMkLst>
            <pc:docMk/>
            <pc:sldMk cId="3950151657" sldId="278"/>
            <ac:spMk id="23" creationId="{C7F191CD-A5D7-1D5F-2547-33BF76C9E78F}"/>
          </ac:spMkLst>
        </pc:spChg>
        <pc:spChg chg="add mod">
          <ac:chgData name="jeayong lee" userId="0e8205fbd6162578" providerId="LiveId" clId="{AE34F6A3-7111-4D1D-9D41-1048805A1372}" dt="2026-09-15T07:52:46.843" v="3249" actId="14100"/>
          <ac:spMkLst>
            <pc:docMk/>
            <pc:sldMk cId="3950151657" sldId="278"/>
            <ac:spMk id="25" creationId="{F4A97DCD-CA61-83E3-839F-EF19560FD8CC}"/>
          </ac:spMkLst>
        </pc:spChg>
        <pc:spChg chg="add del">
          <ac:chgData name="jeayong lee" userId="0e8205fbd6162578" providerId="LiveId" clId="{AE34F6A3-7111-4D1D-9D41-1048805A1372}" dt="2026-09-15T07:40:30.260" v="2620" actId="21"/>
          <ac:spMkLst>
            <pc:docMk/>
            <pc:sldMk cId="3950151657" sldId="278"/>
            <ac:spMk id="26" creationId="{476BB294-08C9-5BD0-480B-9D59B7F6ACB0}"/>
          </ac:spMkLst>
        </pc:spChg>
        <pc:spChg chg="add del mod">
          <ac:chgData name="jeayong lee" userId="0e8205fbd6162578" providerId="LiveId" clId="{AE34F6A3-7111-4D1D-9D41-1048805A1372}" dt="2026-09-15T07:49:36.124" v="2986" actId="478"/>
          <ac:spMkLst>
            <pc:docMk/>
            <pc:sldMk cId="3950151657" sldId="278"/>
            <ac:spMk id="26" creationId="{6E0CBA51-7B76-86F4-708C-962698DEA931}"/>
          </ac:spMkLst>
        </pc:spChg>
        <pc:spChg chg="add del">
          <ac:chgData name="jeayong lee" userId="0e8205fbd6162578" providerId="LiveId" clId="{AE34F6A3-7111-4D1D-9D41-1048805A1372}" dt="2026-09-15T07:41:18.167" v="2630" actId="21"/>
          <ac:spMkLst>
            <pc:docMk/>
            <pc:sldMk cId="3950151657" sldId="278"/>
            <ac:spMk id="28" creationId="{1879DA82-C103-5285-7259-E0DC81A56147}"/>
          </ac:spMkLst>
        </pc:spChg>
        <pc:spChg chg="del">
          <ac:chgData name="jeayong lee" userId="0e8205fbd6162578" providerId="LiveId" clId="{AE34F6A3-7111-4D1D-9D41-1048805A1372}" dt="2026-09-15T07:34:30.139" v="2567" actId="478"/>
          <ac:spMkLst>
            <pc:docMk/>
            <pc:sldMk cId="3950151657" sldId="278"/>
            <ac:spMk id="44" creationId="{6EF26255-7677-D462-587A-0ECEACB74D56}"/>
          </ac:spMkLst>
        </pc:spChg>
        <pc:spChg chg="del">
          <ac:chgData name="jeayong lee" userId="0e8205fbd6162578" providerId="LiveId" clId="{AE34F6A3-7111-4D1D-9D41-1048805A1372}" dt="2026-09-15T07:34:30.139" v="2567" actId="478"/>
          <ac:spMkLst>
            <pc:docMk/>
            <pc:sldMk cId="3950151657" sldId="278"/>
            <ac:spMk id="63" creationId="{D33443BD-C0A3-A651-9648-4998EB4A4AA1}"/>
          </ac:spMkLst>
        </pc:spChg>
        <pc:spChg chg="del">
          <ac:chgData name="jeayong lee" userId="0e8205fbd6162578" providerId="LiveId" clId="{AE34F6A3-7111-4D1D-9D41-1048805A1372}" dt="2026-09-15T07:34:30.139" v="2567" actId="478"/>
          <ac:spMkLst>
            <pc:docMk/>
            <pc:sldMk cId="3950151657" sldId="278"/>
            <ac:spMk id="65" creationId="{2E62D6DD-A9ED-C88F-59D3-DD139E209371}"/>
          </ac:spMkLst>
        </pc:spChg>
        <pc:grpChg chg="del">
          <ac:chgData name="jeayong lee" userId="0e8205fbd6162578" providerId="LiveId" clId="{AE34F6A3-7111-4D1D-9D41-1048805A1372}" dt="2026-09-15T07:34:30.139" v="2567" actId="478"/>
          <ac:grpSpMkLst>
            <pc:docMk/>
            <pc:sldMk cId="3950151657" sldId="278"/>
            <ac:grpSpMk id="12" creationId="{9AF992E6-2D64-8992-28B1-D88C602C229C}"/>
          </ac:grpSpMkLst>
        </pc:grpChg>
        <pc:grpChg chg="del">
          <ac:chgData name="jeayong lee" userId="0e8205fbd6162578" providerId="LiveId" clId="{AE34F6A3-7111-4D1D-9D41-1048805A1372}" dt="2026-09-15T07:34:34.829" v="2570" actId="478"/>
          <ac:grpSpMkLst>
            <pc:docMk/>
            <pc:sldMk cId="3950151657" sldId="278"/>
            <ac:grpSpMk id="37" creationId="{0A509388-A456-0A75-9EA8-0DE30981AD6C}"/>
          </ac:grpSpMkLst>
        </pc:grpChg>
        <pc:grpChg chg="del">
          <ac:chgData name="jeayong lee" userId="0e8205fbd6162578" providerId="LiveId" clId="{AE34F6A3-7111-4D1D-9D41-1048805A1372}" dt="2026-09-15T07:34:30.139" v="2567" actId="478"/>
          <ac:grpSpMkLst>
            <pc:docMk/>
            <pc:sldMk cId="3950151657" sldId="278"/>
            <ac:grpSpMk id="53" creationId="{02ABF872-461F-9EE1-20D1-2FD45B5C10BB}"/>
          </ac:grpSpMkLst>
        </pc:grpChg>
        <pc:grpChg chg="del">
          <ac:chgData name="jeayong lee" userId="0e8205fbd6162578" providerId="LiveId" clId="{AE34F6A3-7111-4D1D-9D41-1048805A1372}" dt="2026-09-15T07:34:34.829" v="2570" actId="478"/>
          <ac:grpSpMkLst>
            <pc:docMk/>
            <pc:sldMk cId="3950151657" sldId="278"/>
            <ac:grpSpMk id="55" creationId="{1EC90BB6-E9CE-B71A-1D28-B54447B3D43A}"/>
          </ac:grpSpMkLst>
        </pc:grpChg>
        <pc:graphicFrameChg chg="add mod">
          <ac:chgData name="jeayong lee" userId="0e8205fbd6162578" providerId="LiveId" clId="{AE34F6A3-7111-4D1D-9D41-1048805A1372}" dt="2026-09-15T07:40:15.185" v="2615"/>
          <ac:graphicFrameMkLst>
            <pc:docMk/>
            <pc:sldMk cId="3950151657" sldId="278"/>
            <ac:graphicFrameMk id="23" creationId="{256EA5DD-8CDA-6E12-6038-CB8BDA0B801F}"/>
          </ac:graphicFrameMkLst>
        </pc:graphicFrameChg>
        <pc:graphicFrameChg chg="add mod modGraphic">
          <ac:chgData name="jeayong lee" userId="0e8205fbd6162578" providerId="LiveId" clId="{AE34F6A3-7111-4D1D-9D41-1048805A1372}" dt="2026-09-15T07:44:58.197" v="2814" actId="14734"/>
          <ac:graphicFrameMkLst>
            <pc:docMk/>
            <pc:sldMk cId="3950151657" sldId="278"/>
            <ac:graphicFrameMk id="24" creationId="{C718F516-8DED-5003-B8FC-1DF1A4BA3B83}"/>
          </ac:graphicFrameMkLst>
        </pc:graphicFrameChg>
        <pc:cxnChg chg="add del mod">
          <ac:chgData name="jeayong lee" userId="0e8205fbd6162578" providerId="LiveId" clId="{AE34F6A3-7111-4D1D-9D41-1048805A1372}" dt="2026-09-15T07:46:29.860" v="2848" actId="11529"/>
          <ac:cxnSpMkLst>
            <pc:docMk/>
            <pc:sldMk cId="3950151657" sldId="278"/>
            <ac:cxnSpMk id="8" creationId="{46716A75-4E6D-B23E-C46B-FCE02D1C4002}"/>
          </ac:cxnSpMkLst>
        </pc:cxnChg>
        <pc:cxnChg chg="add mod">
          <ac:chgData name="jeayong lee" userId="0e8205fbd6162578" providerId="LiveId" clId="{AE34F6A3-7111-4D1D-9D41-1048805A1372}" dt="2026-09-15T07:46:48.047" v="2856" actId="692"/>
          <ac:cxnSpMkLst>
            <pc:docMk/>
            <pc:sldMk cId="3950151657" sldId="278"/>
            <ac:cxnSpMk id="10" creationId="{A91211E9-2410-7DD8-60EB-44C6C5FDAA02}"/>
          </ac:cxnSpMkLst>
        </pc:cxnChg>
        <pc:cxnChg chg="add mod">
          <ac:chgData name="jeayong lee" userId="0e8205fbd6162578" providerId="LiveId" clId="{AE34F6A3-7111-4D1D-9D41-1048805A1372}" dt="2026-09-15T07:47:00.165" v="2863" actId="692"/>
          <ac:cxnSpMkLst>
            <pc:docMk/>
            <pc:sldMk cId="3950151657" sldId="278"/>
            <ac:cxnSpMk id="12" creationId="{6447B709-A863-36EC-0307-41FBA963F741}"/>
          </ac:cxnSpMkLst>
        </pc:cxnChg>
        <pc:cxnChg chg="add mod">
          <ac:chgData name="jeayong lee" userId="0e8205fbd6162578" providerId="LiveId" clId="{AE34F6A3-7111-4D1D-9D41-1048805A1372}" dt="2026-09-15T07:47:14.495" v="2870" actId="692"/>
          <ac:cxnSpMkLst>
            <pc:docMk/>
            <pc:sldMk cId="3950151657" sldId="278"/>
            <ac:cxnSpMk id="14" creationId="{31860DD0-98AE-120F-42CE-0FFEE75617D0}"/>
          </ac:cxnSpMkLst>
        </pc:cxnChg>
        <pc:cxnChg chg="add mod">
          <ac:chgData name="jeayong lee" userId="0e8205fbd6162578" providerId="LiveId" clId="{AE34F6A3-7111-4D1D-9D41-1048805A1372}" dt="2026-09-15T08:16:40.436" v="3681" actId="1076"/>
          <ac:cxnSpMkLst>
            <pc:docMk/>
            <pc:sldMk cId="3950151657" sldId="278"/>
            <ac:cxnSpMk id="21" creationId="{27FDB825-0EE7-0489-10A8-64F362F4DB1C}"/>
          </ac:cxnSpMkLst>
        </pc:cxnChg>
      </pc:sldChg>
      <pc:sldChg chg="addSp delSp modSp add del mod">
        <pc:chgData name="jeayong lee" userId="0e8205fbd6162578" providerId="LiveId" clId="{AE34F6A3-7111-4D1D-9D41-1048805A1372}" dt="2026-09-15T08:19:25.808" v="3704" actId="14100"/>
        <pc:sldMkLst>
          <pc:docMk/>
          <pc:sldMk cId="3047637332" sldId="279"/>
        </pc:sldMkLst>
        <pc:spChg chg="mod">
          <ac:chgData name="jeayong lee" userId="0e8205fbd6162578" providerId="LiveId" clId="{AE34F6A3-7111-4D1D-9D41-1048805A1372}" dt="2026-09-15T07:59:02.636" v="3599"/>
          <ac:spMkLst>
            <pc:docMk/>
            <pc:sldMk cId="3047637332" sldId="279"/>
            <ac:spMk id="3" creationId="{3C72114A-AE72-7165-BFD1-3CA1EBF45235}"/>
          </ac:spMkLst>
        </pc:spChg>
        <pc:spChg chg="mod">
          <ac:chgData name="jeayong lee" userId="0e8205fbd6162578" providerId="LiveId" clId="{AE34F6A3-7111-4D1D-9D41-1048805A1372}" dt="2026-09-15T08:15:19.466" v="3674" actId="14100"/>
          <ac:spMkLst>
            <pc:docMk/>
            <pc:sldMk cId="3047637332" sldId="279"/>
            <ac:spMk id="4" creationId="{E0B0D742-217F-71A2-D0D9-696C0017867C}"/>
          </ac:spMkLst>
        </pc:spChg>
        <pc:spChg chg="del">
          <ac:chgData name="jeayong lee" userId="0e8205fbd6162578" providerId="LiveId" clId="{AE34F6A3-7111-4D1D-9D41-1048805A1372}" dt="2026-09-15T07:58:51.156" v="3578" actId="478"/>
          <ac:spMkLst>
            <pc:docMk/>
            <pc:sldMk cId="3047637332" sldId="279"/>
            <ac:spMk id="5" creationId="{2B8FF272-5426-8A62-2138-73098654C97E}"/>
          </ac:spMkLst>
        </pc:spChg>
        <pc:spChg chg="del">
          <ac:chgData name="jeayong lee" userId="0e8205fbd6162578" providerId="LiveId" clId="{AE34F6A3-7111-4D1D-9D41-1048805A1372}" dt="2026-09-15T07:58:51.156" v="3578" actId="478"/>
          <ac:spMkLst>
            <pc:docMk/>
            <pc:sldMk cId="3047637332" sldId="279"/>
            <ac:spMk id="6" creationId="{ED3ABDD6-D002-987D-404E-69E98AA11842}"/>
          </ac:spMkLst>
        </pc:spChg>
        <pc:spChg chg="del">
          <ac:chgData name="jeayong lee" userId="0e8205fbd6162578" providerId="LiveId" clId="{AE34F6A3-7111-4D1D-9D41-1048805A1372}" dt="2026-09-15T07:58:51.156" v="3578" actId="478"/>
          <ac:spMkLst>
            <pc:docMk/>
            <pc:sldMk cId="3047637332" sldId="279"/>
            <ac:spMk id="7" creationId="{E66FA549-0CF1-C66A-B2FC-F4077D9FEE94}"/>
          </ac:spMkLst>
        </pc:spChg>
        <pc:spChg chg="mod">
          <ac:chgData name="jeayong lee" userId="0e8205fbd6162578" providerId="LiveId" clId="{AE34F6A3-7111-4D1D-9D41-1048805A1372}" dt="2026-09-15T08:15:14.158" v="3673" actId="27636"/>
          <ac:spMkLst>
            <pc:docMk/>
            <pc:sldMk cId="3047637332" sldId="279"/>
            <ac:spMk id="80" creationId="{80A72358-3CD5-E7D5-14FD-7BF652996F07}"/>
          </ac:spMkLst>
        </pc:spChg>
        <pc:spChg chg="mod">
          <ac:chgData name="jeayong lee" userId="0e8205fbd6162578" providerId="LiveId" clId="{AE34F6A3-7111-4D1D-9D41-1048805A1372}" dt="2026-09-15T08:15:14.136" v="3669" actId="27636"/>
          <ac:spMkLst>
            <pc:docMk/>
            <pc:sldMk cId="3047637332" sldId="279"/>
            <ac:spMk id="88" creationId="{40F1355D-24D9-42F6-7E5B-C5FCCEAC88B4}"/>
          </ac:spMkLst>
        </pc:spChg>
        <pc:spChg chg="mod">
          <ac:chgData name="jeayong lee" userId="0e8205fbd6162578" providerId="LiveId" clId="{AE34F6A3-7111-4D1D-9D41-1048805A1372}" dt="2026-09-15T08:15:14.156" v="3672" actId="27636"/>
          <ac:spMkLst>
            <pc:docMk/>
            <pc:sldMk cId="3047637332" sldId="279"/>
            <ac:spMk id="90" creationId="{5E7EF6D7-AB64-13DD-36FD-C6D484A018BB}"/>
          </ac:spMkLst>
        </pc:spChg>
        <pc:spChg chg="add">
          <ac:chgData name="jeayong lee" userId="0e8205fbd6162578" providerId="LiveId" clId="{AE34F6A3-7111-4D1D-9D41-1048805A1372}" dt="2026-09-15T08:15:14.126" v="3668" actId="22"/>
          <ac:spMkLst>
            <pc:docMk/>
            <pc:sldMk cId="3047637332" sldId="279"/>
            <ac:spMk id="98" creationId="{E41895CC-4004-A00D-0161-0304DB88A49A}"/>
          </ac:spMkLst>
        </pc:spChg>
        <pc:spChg chg="add">
          <ac:chgData name="jeayong lee" userId="0e8205fbd6162578" providerId="LiveId" clId="{AE34F6A3-7111-4D1D-9D41-1048805A1372}" dt="2026-09-15T08:15:14.126" v="3668" actId="22"/>
          <ac:spMkLst>
            <pc:docMk/>
            <pc:sldMk cId="3047637332" sldId="279"/>
            <ac:spMk id="116" creationId="{6274E648-EF23-B7DD-F416-0766B156A9F2}"/>
          </ac:spMkLst>
        </pc:spChg>
        <pc:spChg chg="add">
          <ac:chgData name="jeayong lee" userId="0e8205fbd6162578" providerId="LiveId" clId="{AE34F6A3-7111-4D1D-9D41-1048805A1372}" dt="2026-09-15T08:15:14.126" v="3668" actId="22"/>
          <ac:spMkLst>
            <pc:docMk/>
            <pc:sldMk cId="3047637332" sldId="279"/>
            <ac:spMk id="164" creationId="{39F5899A-C452-F76B-F7EC-347260D675FA}"/>
          </ac:spMkLst>
        </pc:spChg>
        <pc:spChg chg="add">
          <ac:chgData name="jeayong lee" userId="0e8205fbd6162578" providerId="LiveId" clId="{AE34F6A3-7111-4D1D-9D41-1048805A1372}" dt="2026-09-15T08:15:14.126" v="3668" actId="22"/>
          <ac:spMkLst>
            <pc:docMk/>
            <pc:sldMk cId="3047637332" sldId="279"/>
            <ac:spMk id="172" creationId="{EEA9885B-0653-C783-07F8-7ACFFCD8E0D8}"/>
          </ac:spMkLst>
        </pc:spChg>
        <pc:spChg chg="add">
          <ac:chgData name="jeayong lee" userId="0e8205fbd6162578" providerId="LiveId" clId="{AE34F6A3-7111-4D1D-9D41-1048805A1372}" dt="2026-09-15T08:15:14.126" v="3668" actId="22"/>
          <ac:spMkLst>
            <pc:docMk/>
            <pc:sldMk cId="3047637332" sldId="279"/>
            <ac:spMk id="182" creationId="{2FEB35FC-618B-1B6F-F7CB-0EE15830D773}"/>
          </ac:spMkLst>
        </pc:spChg>
        <pc:spChg chg="mod">
          <ac:chgData name="jeayong lee" userId="0e8205fbd6162578" providerId="LiveId" clId="{AE34F6A3-7111-4D1D-9D41-1048805A1372}" dt="2026-09-15T08:19:25.808" v="3704" actId="14100"/>
          <ac:spMkLst>
            <pc:docMk/>
            <pc:sldMk cId="3047637332" sldId="279"/>
            <ac:spMk id="188" creationId="{878DDBCE-17E1-671E-F82E-4443CD63EC07}"/>
          </ac:spMkLst>
        </pc:spChg>
        <pc:spChg chg="mod">
          <ac:chgData name="jeayong lee" userId="0e8205fbd6162578" providerId="LiveId" clId="{AE34F6A3-7111-4D1D-9D41-1048805A1372}" dt="2026-09-15T08:18:10.590" v="3696" actId="27636"/>
          <ac:spMkLst>
            <pc:docMk/>
            <pc:sldMk cId="3047637332" sldId="279"/>
            <ac:spMk id="194" creationId="{09A66CDC-367F-A458-5E56-144933359BDA}"/>
          </ac:spMkLst>
        </pc:spChg>
        <pc:spChg chg="add">
          <ac:chgData name="jeayong lee" userId="0e8205fbd6162578" providerId="LiveId" clId="{AE34F6A3-7111-4D1D-9D41-1048805A1372}" dt="2026-09-15T08:15:14.126" v="3668" actId="22"/>
          <ac:spMkLst>
            <pc:docMk/>
            <pc:sldMk cId="3047637332" sldId="279"/>
            <ac:spMk id="212" creationId="{55100425-F806-9F22-F3BE-4698D0A6DEDA}"/>
          </ac:spMkLst>
        </pc:spChg>
        <pc:spChg chg="add">
          <ac:chgData name="jeayong lee" userId="0e8205fbd6162578" providerId="LiveId" clId="{AE34F6A3-7111-4D1D-9D41-1048805A1372}" dt="2026-09-15T08:15:14.126" v="3668" actId="22"/>
          <ac:spMkLst>
            <pc:docMk/>
            <pc:sldMk cId="3047637332" sldId="279"/>
            <ac:spMk id="226" creationId="{FB69CF98-7DF0-0244-AF5A-19D0B8717E7D}"/>
          </ac:spMkLst>
        </pc:spChg>
        <pc:spChg chg="add">
          <ac:chgData name="jeayong lee" userId="0e8205fbd6162578" providerId="LiveId" clId="{AE34F6A3-7111-4D1D-9D41-1048805A1372}" dt="2026-09-15T08:15:14.126" v="3668" actId="22"/>
          <ac:spMkLst>
            <pc:docMk/>
            <pc:sldMk cId="3047637332" sldId="279"/>
            <ac:spMk id="270" creationId="{5C778CF3-8576-7B96-A10F-AA62F06861B4}"/>
          </ac:spMkLst>
        </pc:spChg>
        <pc:spChg chg="add">
          <ac:chgData name="jeayong lee" userId="0e8205fbd6162578" providerId="LiveId" clId="{AE34F6A3-7111-4D1D-9D41-1048805A1372}" dt="2026-09-15T08:15:14.126" v="3668" actId="22"/>
          <ac:spMkLst>
            <pc:docMk/>
            <pc:sldMk cId="3047637332" sldId="279"/>
            <ac:spMk id="282" creationId="{41DAEF25-9681-6936-D236-B3674318B4B9}"/>
          </ac:spMkLst>
        </pc:spChg>
        <pc:spChg chg="add">
          <ac:chgData name="jeayong lee" userId="0e8205fbd6162578" providerId="LiveId" clId="{AE34F6A3-7111-4D1D-9D41-1048805A1372}" dt="2026-09-15T08:15:14.126" v="3668" actId="22"/>
          <ac:spMkLst>
            <pc:docMk/>
            <pc:sldMk cId="3047637332" sldId="279"/>
            <ac:spMk id="298" creationId="{16F91CE1-5E4C-F412-2985-BE29C9837306}"/>
          </ac:spMkLst>
        </pc:spChg>
        <pc:spChg chg="mod">
          <ac:chgData name="jeayong lee" userId="0e8205fbd6162578" providerId="LiveId" clId="{AE34F6A3-7111-4D1D-9D41-1048805A1372}" dt="2026-09-15T08:19:22.690" v="3703" actId="14100"/>
          <ac:spMkLst>
            <pc:docMk/>
            <pc:sldMk cId="3047637332" sldId="279"/>
            <ac:spMk id="316" creationId="{E898FD92-A74D-C1EE-BA76-7E360751058E}"/>
          </ac:spMkLst>
        </pc:spChg>
        <pc:spChg chg="mod">
          <ac:chgData name="jeayong lee" userId="0e8205fbd6162578" providerId="LiveId" clId="{AE34F6A3-7111-4D1D-9D41-1048805A1372}" dt="2026-09-15T08:19:19.780" v="3702" actId="27636"/>
          <ac:spMkLst>
            <pc:docMk/>
            <pc:sldMk cId="3047637332" sldId="279"/>
            <ac:spMk id="322" creationId="{6CC101C2-5EAC-8C37-CBCD-F4FB37BD8A3B}"/>
          </ac:spMkLst>
        </pc:spChg>
        <pc:grpChg chg="del">
          <ac:chgData name="jeayong lee" userId="0e8205fbd6162578" providerId="LiveId" clId="{AE34F6A3-7111-4D1D-9D41-1048805A1372}" dt="2026-09-15T07:58:51.156" v="3578" actId="478"/>
          <ac:grpSpMkLst>
            <pc:docMk/>
            <pc:sldMk cId="3047637332" sldId="279"/>
            <ac:grpSpMk id="73" creationId="{949770BC-358A-AC1A-3CCA-E42634A640BC}"/>
          </ac:grpSpMkLst>
        </pc:grpChg>
        <pc:grpChg chg="del">
          <ac:chgData name="jeayong lee" userId="0e8205fbd6162578" providerId="LiveId" clId="{AE34F6A3-7111-4D1D-9D41-1048805A1372}" dt="2026-09-15T07:58:51.156" v="3578" actId="478"/>
          <ac:grpSpMkLst>
            <pc:docMk/>
            <pc:sldMk cId="3047637332" sldId="279"/>
            <ac:grpSpMk id="85" creationId="{52661385-E501-7B7C-85A0-7AB25BACAE3E}"/>
          </ac:grpSpMkLst>
        </pc:grpChg>
      </pc:sldChg>
      <pc:sldChg chg="new del">
        <pc:chgData name="jeayong lee" userId="0e8205fbd6162578" providerId="LiveId" clId="{AE34F6A3-7111-4D1D-9D41-1048805A1372}" dt="2026-09-15T07:41:25.845" v="2635" actId="680"/>
        <pc:sldMkLst>
          <pc:docMk/>
          <pc:sldMk cId="3643689518" sldId="27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1303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A2FBA-2BEE-386B-1569-D77182CAC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62BE43-718F-D3A7-1413-0C42257CDE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DB65FE-4BF0-AD57-FE8C-FD3898E2E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448CE7-033C-4660-FB89-5F3209A73C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63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65372-A439-C8C5-E33F-23122CACF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178DCE-A079-6114-9CA5-2994606BB9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A71A0C-0DC4-D737-9452-7CB72AEB26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04213-188A-7172-EBAB-6AF73871E8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0846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2842C-2162-D64C-F0A5-27C1B8BA4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67DE9A-2A78-7A5E-56D4-D9FACAE244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4762A2-1F8A-0B4B-4793-29DBA4D84B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CADAAB-AE44-A706-3196-0A47CE8E3E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3596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48C85-FBBF-8A7C-C015-1DF463CF0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46B33E-2144-1371-DE80-2897035DF3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75B38A-156D-D02D-EE30-7C863E4FE4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24275E-3E22-D029-8EC2-36242EC346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824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B74C5-4A7B-899C-3630-9B0FF4369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7C1229-24D8-32BD-A6BB-4F8698BF13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DD89E3-78EA-D3FA-D2D4-9D54C8B76A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AE14A-CD6F-0651-B393-1927A79B04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2245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jp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5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0" y="5524"/>
            <a:ext cx="12191695" cy="685800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2743200" cy="685800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2743200" y="0"/>
            <a:ext cx="109728" cy="6858000"/>
          </a:xfrm>
          <a:prstGeom prst="rect">
            <a:avLst/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3246120" y="1143000"/>
            <a:ext cx="7955280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RGB-D 운동학 정보를 활용한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과제 VLM 평가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3273552" y="2487168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운동학 </a:t>
            </a:r>
            <a:r>
              <a:rPr lang="en-US" sz="1600" b="1" dirty="0" err="1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수치와</a:t>
            </a: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비장애인</a:t>
            </a: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참조의 추가 효과를 검증하는 파일럿 연구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273552" y="571500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26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연구계획 발표  |  이재용 22000561  |  한동대학교 기계제어공학부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438619"/>
            <a:ext cx="8046720" cy="641199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ko-KR" altLang="en-US" sz="48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48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79CD979-8F1D-7587-649E-F8E3B72C86D2}"/>
              </a:ext>
            </a:extLst>
          </p:cNvPr>
          <p:cNvSpPr txBox="1"/>
          <p:nvPr/>
        </p:nvSpPr>
        <p:spPr>
          <a:xfrm>
            <a:off x="523827" y="1286593"/>
            <a:ext cx="9851626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sz="2800" b="1" dirty="0"/>
              <a:t>연구배경과 기존접근</a:t>
            </a:r>
            <a:endParaRPr lang="en-US" altLang="ko-KR" sz="2800" b="1" dirty="0"/>
          </a:p>
          <a:p>
            <a:r>
              <a:rPr lang="en-US" altLang="ko-KR" sz="2800" b="1" dirty="0"/>
              <a:t>2. </a:t>
            </a:r>
            <a:r>
              <a:rPr lang="ko-KR" altLang="en-US" sz="2800" b="1" dirty="0"/>
              <a:t>선행연구의 내용과 한계</a:t>
            </a:r>
            <a:endParaRPr lang="en-US" altLang="ko-KR" sz="2800" b="1" dirty="0"/>
          </a:p>
          <a:p>
            <a:r>
              <a:rPr lang="en-US" altLang="ko-KR" sz="2800" b="1" dirty="0"/>
              <a:t>3. </a:t>
            </a:r>
            <a:r>
              <a:rPr lang="ko-KR" altLang="en-US" sz="2800" b="1" dirty="0"/>
              <a:t>전체 실험구조</a:t>
            </a:r>
            <a:endParaRPr lang="en-US" altLang="ko-KR" sz="2800" b="1" dirty="0"/>
          </a:p>
          <a:p>
            <a:r>
              <a:rPr lang="en-US" altLang="ko-KR" sz="2800" b="1" dirty="0"/>
              <a:t>4. </a:t>
            </a:r>
            <a:r>
              <a:rPr lang="ko-KR" altLang="en-US" sz="2800" b="1" dirty="0"/>
              <a:t>세부실험구조</a:t>
            </a:r>
            <a:endParaRPr lang="en-US" altLang="ko-KR" sz="2800" b="1" dirty="0"/>
          </a:p>
          <a:p>
            <a:r>
              <a:rPr lang="ko-KR" altLang="en-US" sz="2800" b="1" dirty="0"/>
              <a:t>└</a:t>
            </a:r>
            <a:r>
              <a:rPr lang="en-US" altLang="ko-KR" sz="2800" b="1" dirty="0"/>
              <a:t>4-1. </a:t>
            </a:r>
            <a:r>
              <a:rPr lang="ko-KR" altLang="en-US" sz="2800" b="1" dirty="0"/>
              <a:t>데이터 종류</a:t>
            </a:r>
            <a:endParaRPr lang="en-US" altLang="ko-KR" sz="2800" b="1" dirty="0"/>
          </a:p>
          <a:p>
            <a:r>
              <a:rPr lang="en-US" altLang="ko-KR" sz="2800" b="1" dirty="0"/>
              <a:t>   4-2. </a:t>
            </a:r>
            <a:r>
              <a:rPr lang="ko-KR" altLang="en-US" sz="2800" b="1" dirty="0"/>
              <a:t>수행과제 종류</a:t>
            </a:r>
            <a:endParaRPr lang="en-US" altLang="ko-KR" sz="2800" b="1" dirty="0"/>
          </a:p>
          <a:p>
            <a:r>
              <a:rPr lang="en-US" altLang="ko-KR" sz="2800" b="1" dirty="0"/>
              <a:t>   4-3. </a:t>
            </a:r>
            <a:r>
              <a:rPr lang="ko-KR" altLang="en-US" sz="2800" b="1" dirty="0"/>
              <a:t>모델후보와 선정이유</a:t>
            </a:r>
            <a:endParaRPr lang="en-US" altLang="ko-KR" sz="2800" b="1" dirty="0"/>
          </a:p>
          <a:p>
            <a:r>
              <a:rPr lang="en-US" altLang="ko-KR" sz="2800" b="1" dirty="0"/>
              <a:t>5. </a:t>
            </a:r>
            <a:r>
              <a:rPr lang="ko-KR" altLang="en-US" sz="2800" b="1" dirty="0"/>
              <a:t>실험절차</a:t>
            </a:r>
            <a:endParaRPr lang="en-US" altLang="ko-KR" sz="2800" b="1" dirty="0"/>
          </a:p>
          <a:p>
            <a:r>
              <a:rPr lang="ko-KR" altLang="en-US" sz="2800" b="1" dirty="0"/>
              <a:t>└</a:t>
            </a:r>
            <a:r>
              <a:rPr lang="en-US" altLang="ko-KR" sz="2800" b="1" dirty="0"/>
              <a:t>5-1. </a:t>
            </a:r>
            <a:r>
              <a:rPr lang="ko-KR" altLang="en-US" sz="2800" b="1" dirty="0"/>
              <a:t>비교</a:t>
            </a:r>
            <a:r>
              <a:rPr lang="en-US" altLang="ko-KR" sz="2800" b="1" dirty="0"/>
              <a:t>1(</a:t>
            </a:r>
            <a:r>
              <a:rPr lang="ko-KR" altLang="en-US" sz="2800" b="1" dirty="0"/>
              <a:t>정보 종류에 따른 효과 검증</a:t>
            </a:r>
            <a:r>
              <a:rPr lang="en-US" altLang="ko-KR" sz="2800" b="1" dirty="0"/>
              <a:t>)</a:t>
            </a:r>
          </a:p>
          <a:p>
            <a:r>
              <a:rPr lang="en-US" altLang="ko-KR" sz="2800" b="1" dirty="0"/>
              <a:t>   5-2. </a:t>
            </a:r>
            <a:r>
              <a:rPr lang="ko-KR" altLang="en-US" sz="2800" b="1" dirty="0"/>
              <a:t>비교</a:t>
            </a:r>
            <a:r>
              <a:rPr lang="en-US" altLang="ko-KR" sz="2800" b="1" dirty="0"/>
              <a:t>2(</a:t>
            </a:r>
            <a:r>
              <a:rPr lang="ko-KR" altLang="en-US" sz="28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운동학 정보 종류에 따른 효과 검증</a:t>
            </a:r>
            <a:r>
              <a:rPr lang="en-US" altLang="ko-KR" sz="28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altLang="ko-KR" sz="2800" b="1" dirty="0"/>
          </a:p>
          <a:p>
            <a:r>
              <a:rPr lang="en-US" altLang="ko-KR" sz="2800" b="1" dirty="0"/>
              <a:t>6. </a:t>
            </a:r>
            <a:r>
              <a:rPr lang="ko-KR" altLang="en-US" sz="2800" b="1" dirty="0"/>
              <a:t>예상결과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08C714-2C08-562A-4A94-1257C7D7A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D468BF4-5138-E7A4-D4A9-DCC6D2BEEDD2}"/>
              </a:ext>
            </a:extLst>
          </p:cNvPr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0801FBE-FC04-30CB-CA3E-D12D6DF145DD}"/>
              </a:ext>
            </a:extLst>
          </p:cNvPr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r>
              <a:rPr lang="en-US" altLang="ko-KR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82A3F7E-59E5-5903-6573-4391D1104897}"/>
              </a:ext>
            </a:extLst>
          </p:cNvPr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배경과 기존 접근의 부담</a:t>
            </a:r>
            <a:endParaRPr lang="en-US" sz="3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F12DC39-9D4D-2FF7-2FD6-C5AAF5FF4107}"/>
              </a:ext>
            </a:extLst>
          </p:cNvPr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판독과 과제 전용 학습 모델의 부담을 줄일 수 있는 대안이 필요하다</a:t>
            </a:r>
            <a:endParaRPr lang="en-US" sz="1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CF1AB93-72F5-BA6F-1684-182A2B0AD449}"/>
              </a:ext>
            </a:extLst>
          </p:cNvPr>
          <p:cNvSpPr/>
          <p:nvPr/>
        </p:nvSpPr>
        <p:spPr>
          <a:xfrm>
            <a:off x="621792" y="1234440"/>
            <a:ext cx="2871216" cy="2227898"/>
          </a:xfrm>
          <a:prstGeom prst="roundRect">
            <a:avLst>
              <a:gd name="adj" fmla="val 3556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BC381BF0-8370-F465-4EC7-AD04DE5100E2}"/>
              </a:ext>
            </a:extLst>
          </p:cNvPr>
          <p:cNvSpPr/>
          <p:nvPr/>
        </p:nvSpPr>
        <p:spPr>
          <a:xfrm>
            <a:off x="3657600" y="1290753"/>
            <a:ext cx="2286000" cy="2194560"/>
          </a:xfrm>
          <a:prstGeom prst="roundRect">
            <a:avLst>
              <a:gd name="adj" fmla="val 2667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0F16B2AE-09CF-265D-4043-9078AB492157}"/>
              </a:ext>
            </a:extLst>
          </p:cNvPr>
          <p:cNvSpPr/>
          <p:nvPr/>
        </p:nvSpPr>
        <p:spPr>
          <a:xfrm>
            <a:off x="3657600" y="1234440"/>
            <a:ext cx="228600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17CA151-C76E-CD87-554A-4448834700E2}"/>
              </a:ext>
            </a:extLst>
          </p:cNvPr>
          <p:cNvSpPr/>
          <p:nvPr/>
        </p:nvSpPr>
        <p:spPr>
          <a:xfrm>
            <a:off x="3730752" y="1316736"/>
            <a:ext cx="213969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전문가 영상 판독</a:t>
            </a:r>
            <a:endParaRPr lang="en-US" sz="16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B7998396-54BC-99A1-EEBD-DAABB18A34B6}"/>
              </a:ext>
            </a:extLst>
          </p:cNvPr>
          <p:cNvSpPr/>
          <p:nvPr/>
        </p:nvSpPr>
        <p:spPr>
          <a:xfrm>
            <a:off x="3822192" y="2084580"/>
            <a:ext cx="1956816" cy="92326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r>
              <a:rPr lang="en-US" altLang="ko-KR" sz="1400" dirty="0">
                <a:solidFill>
                  <a:srgbClr val="1F2937"/>
                </a:solidFill>
              </a:rPr>
              <a:t>• </a:t>
            </a:r>
            <a:r>
              <a:rPr lang="ko-KR" altLang="en-US" sz="1400" dirty="0">
                <a:solidFill>
                  <a:srgbClr val="1F2937"/>
                </a:solidFill>
              </a:rPr>
              <a:t>반복 영상 관찰</a:t>
            </a:r>
            <a:endParaRPr lang="ko-KR" altLang="en-US" sz="1400" dirty="0"/>
          </a:p>
          <a:p>
            <a:r>
              <a:rPr lang="en-US" altLang="ko-KR" sz="1400" dirty="0">
                <a:solidFill>
                  <a:srgbClr val="1F2937"/>
                </a:solidFill>
              </a:rPr>
              <a:t>• </a:t>
            </a:r>
            <a:r>
              <a:rPr lang="ko-KR" altLang="en-US" sz="1400" dirty="0">
                <a:solidFill>
                  <a:srgbClr val="1F2937"/>
                </a:solidFill>
              </a:rPr>
              <a:t>수행 상태</a:t>
            </a:r>
            <a:r>
              <a:rPr lang="en-US" altLang="ko-KR" sz="1400" dirty="0">
                <a:solidFill>
                  <a:srgbClr val="1F2937"/>
                </a:solidFill>
              </a:rPr>
              <a:t>·</a:t>
            </a:r>
            <a:r>
              <a:rPr lang="ko-KR" altLang="en-US" sz="1400" dirty="0">
                <a:solidFill>
                  <a:srgbClr val="1F2937"/>
                </a:solidFill>
              </a:rPr>
              <a:t>근거 기록</a:t>
            </a:r>
          </a:p>
          <a:p>
            <a:r>
              <a:rPr lang="en-US" altLang="ko-KR" sz="1400" dirty="0">
                <a:solidFill>
                  <a:srgbClr val="1F2937"/>
                </a:solidFill>
              </a:rPr>
              <a:t>• </a:t>
            </a:r>
            <a:r>
              <a:rPr lang="ko-KR" altLang="en-US" sz="1400" dirty="0">
                <a:solidFill>
                  <a:srgbClr val="1F2937"/>
                </a:solidFill>
              </a:rPr>
              <a:t>참조기준 형성 가능</a:t>
            </a:r>
          </a:p>
          <a:p>
            <a:r>
              <a:rPr lang="en-US" altLang="ko-KR" sz="1400" dirty="0">
                <a:solidFill>
                  <a:srgbClr val="1F2937"/>
                </a:solidFill>
              </a:rPr>
              <a:t>• </a:t>
            </a:r>
            <a:r>
              <a:rPr lang="ko-KR" altLang="en-US" sz="1400" dirty="0">
                <a:solidFill>
                  <a:srgbClr val="1F2937"/>
                </a:solidFill>
              </a:rPr>
              <a:t>시간</a:t>
            </a:r>
            <a:r>
              <a:rPr lang="en-US" altLang="ko-KR" sz="1400" dirty="0">
                <a:solidFill>
                  <a:srgbClr val="1F2937"/>
                </a:solidFill>
              </a:rPr>
              <a:t>·</a:t>
            </a:r>
            <a:r>
              <a:rPr lang="ko-KR" altLang="en-US" sz="1400" dirty="0">
                <a:solidFill>
                  <a:srgbClr val="1F2937"/>
                </a:solidFill>
              </a:rPr>
              <a:t>인력 부담 큼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2A2DD327-7528-B717-FB0F-76BAE86E74A8}"/>
              </a:ext>
            </a:extLst>
          </p:cNvPr>
          <p:cNvSpPr/>
          <p:nvPr/>
        </p:nvSpPr>
        <p:spPr>
          <a:xfrm>
            <a:off x="6172200" y="1365029"/>
            <a:ext cx="2286000" cy="2194559"/>
          </a:xfrm>
          <a:prstGeom prst="roundRect">
            <a:avLst>
              <a:gd name="adj" fmla="val 2667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5D7502E6-BCB0-D872-95E7-959F178BEA17}"/>
              </a:ext>
            </a:extLst>
          </p:cNvPr>
          <p:cNvSpPr/>
          <p:nvPr/>
        </p:nvSpPr>
        <p:spPr>
          <a:xfrm>
            <a:off x="6172200" y="1234440"/>
            <a:ext cx="228600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148B8A24-107B-0133-4FA5-B82768C22FF6}"/>
              </a:ext>
            </a:extLst>
          </p:cNvPr>
          <p:cNvSpPr/>
          <p:nvPr/>
        </p:nvSpPr>
        <p:spPr>
          <a:xfrm>
            <a:off x="6245352" y="1316736"/>
            <a:ext cx="213969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전용 학습 모델</a:t>
            </a:r>
            <a:endParaRPr lang="en-US" sz="16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FB179E8D-CE6A-5134-713F-289689B12450}"/>
              </a:ext>
            </a:extLst>
          </p:cNvPr>
          <p:cNvSpPr/>
          <p:nvPr/>
        </p:nvSpPr>
        <p:spPr>
          <a:xfrm>
            <a:off x="6336792" y="1895382"/>
            <a:ext cx="1956816" cy="1399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r>
              <a:rPr lang="en-US" altLang="ko-KR" sz="1400" dirty="0">
                <a:solidFill>
                  <a:srgbClr val="1F2937"/>
                </a:solidFill>
              </a:rPr>
              <a:t>• </a:t>
            </a:r>
            <a:r>
              <a:rPr lang="ko-KR" altLang="en-US" sz="1400" dirty="0">
                <a:solidFill>
                  <a:srgbClr val="1F2937"/>
                </a:solidFill>
              </a:rPr>
              <a:t>학습 영상 수집 필요</a:t>
            </a:r>
            <a:endParaRPr lang="ko-KR" altLang="en-US" sz="1400" dirty="0"/>
          </a:p>
          <a:p>
            <a:r>
              <a:rPr lang="en-US" altLang="ko-KR" sz="1400" dirty="0">
                <a:solidFill>
                  <a:srgbClr val="1F2937"/>
                </a:solidFill>
              </a:rPr>
              <a:t>• </a:t>
            </a:r>
            <a:r>
              <a:rPr lang="ko-KR" altLang="en-US" sz="1400" dirty="0">
                <a:solidFill>
                  <a:srgbClr val="1F2937"/>
                </a:solidFill>
              </a:rPr>
              <a:t>세부 </a:t>
            </a:r>
            <a:r>
              <a:rPr lang="ko-KR" altLang="en-US" sz="1400" dirty="0" err="1">
                <a:solidFill>
                  <a:srgbClr val="1F2937"/>
                </a:solidFill>
              </a:rPr>
              <a:t>라벨링</a:t>
            </a:r>
            <a:r>
              <a:rPr lang="ko-KR" altLang="en-US" sz="1400" dirty="0">
                <a:solidFill>
                  <a:srgbClr val="1F2937"/>
                </a:solidFill>
              </a:rPr>
              <a:t> 필요</a:t>
            </a:r>
          </a:p>
          <a:p>
            <a:r>
              <a:rPr lang="en-US" altLang="ko-KR" sz="1400" dirty="0">
                <a:solidFill>
                  <a:srgbClr val="1F2937"/>
                </a:solidFill>
              </a:rPr>
              <a:t>• </a:t>
            </a:r>
            <a:r>
              <a:rPr lang="ko-KR" altLang="en-US" sz="1400" dirty="0">
                <a:solidFill>
                  <a:srgbClr val="1F2937"/>
                </a:solidFill>
              </a:rPr>
              <a:t>과제</a:t>
            </a:r>
            <a:r>
              <a:rPr lang="en-US" altLang="ko-KR" sz="1400" dirty="0">
                <a:solidFill>
                  <a:srgbClr val="1F2937"/>
                </a:solidFill>
              </a:rPr>
              <a:t>·</a:t>
            </a:r>
            <a:r>
              <a:rPr lang="ko-KR" altLang="en-US" sz="1400" dirty="0">
                <a:solidFill>
                  <a:srgbClr val="1F2937"/>
                </a:solidFill>
              </a:rPr>
              <a:t>환경 변경 시 추가 조정</a:t>
            </a:r>
          </a:p>
          <a:p>
            <a:r>
              <a:rPr lang="en-US" altLang="ko-KR" sz="1400" dirty="0">
                <a:solidFill>
                  <a:srgbClr val="1F2937"/>
                </a:solidFill>
              </a:rPr>
              <a:t>• </a:t>
            </a:r>
            <a:r>
              <a:rPr lang="ko-KR" altLang="en-US" sz="1400" dirty="0">
                <a:solidFill>
                  <a:srgbClr val="1F2937"/>
                </a:solidFill>
              </a:rPr>
              <a:t>자동화 가능성은 있으나 준비 비용 큼</a:t>
            </a: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6A75E556-278F-A5E0-DF17-AE206D2228D7}"/>
              </a:ext>
            </a:extLst>
          </p:cNvPr>
          <p:cNvSpPr/>
          <p:nvPr/>
        </p:nvSpPr>
        <p:spPr>
          <a:xfrm>
            <a:off x="8686800" y="1216152"/>
            <a:ext cx="2286000" cy="2212846"/>
          </a:xfrm>
          <a:prstGeom prst="roundRect">
            <a:avLst>
              <a:gd name="adj" fmla="val 2667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9ECF17EA-EABD-1ECC-A727-862E860AB52D}"/>
              </a:ext>
            </a:extLst>
          </p:cNvPr>
          <p:cNvSpPr/>
          <p:nvPr/>
        </p:nvSpPr>
        <p:spPr>
          <a:xfrm>
            <a:off x="8686800" y="1234440"/>
            <a:ext cx="228600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CAF27CD-F6A1-26C3-A4D0-0F71526466BA}"/>
              </a:ext>
            </a:extLst>
          </p:cNvPr>
          <p:cNvSpPr/>
          <p:nvPr/>
        </p:nvSpPr>
        <p:spPr>
          <a:xfrm>
            <a:off x="8759952" y="1316736"/>
            <a:ext cx="213969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사전학습 VLM 활용</a:t>
            </a:r>
            <a:endParaRPr lang="en-US" sz="16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E937B294-7E14-4838-B5CA-7C591DE7249C}"/>
              </a:ext>
            </a:extLst>
          </p:cNvPr>
          <p:cNvSpPr/>
          <p:nvPr/>
        </p:nvSpPr>
        <p:spPr>
          <a:xfrm>
            <a:off x="8851392" y="1874520"/>
            <a:ext cx="1956816" cy="1399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r>
              <a:rPr lang="en-US" altLang="ko-KR" sz="1400" dirty="0">
                <a:solidFill>
                  <a:srgbClr val="1F2937"/>
                </a:solidFill>
              </a:rPr>
              <a:t>• </a:t>
            </a:r>
            <a:r>
              <a:rPr lang="ko-KR" altLang="en-US" sz="1400" dirty="0">
                <a:solidFill>
                  <a:srgbClr val="1F2937"/>
                </a:solidFill>
              </a:rPr>
              <a:t>모델 가중치 고정</a:t>
            </a:r>
            <a:endParaRPr lang="ko-KR" altLang="en-US" sz="1400" dirty="0"/>
          </a:p>
          <a:p>
            <a:r>
              <a:rPr lang="en-US" altLang="ko-KR" sz="1400" dirty="0">
                <a:solidFill>
                  <a:srgbClr val="1F2937"/>
                </a:solidFill>
              </a:rPr>
              <a:t>• </a:t>
            </a:r>
            <a:r>
              <a:rPr lang="ko-KR" altLang="en-US" sz="1400" dirty="0">
                <a:solidFill>
                  <a:srgbClr val="1F2937"/>
                </a:solidFill>
              </a:rPr>
              <a:t>과제 지침</a:t>
            </a:r>
            <a:r>
              <a:rPr lang="en-US" altLang="ko-KR" sz="1400" dirty="0">
                <a:solidFill>
                  <a:srgbClr val="1F2937"/>
                </a:solidFill>
              </a:rPr>
              <a:t>·</a:t>
            </a:r>
            <a:r>
              <a:rPr lang="ko-KR" altLang="en-US" sz="1400" dirty="0">
                <a:solidFill>
                  <a:srgbClr val="1F2937"/>
                </a:solidFill>
              </a:rPr>
              <a:t>관찰 정보 입력</a:t>
            </a:r>
          </a:p>
          <a:p>
            <a:r>
              <a:rPr lang="en-US" altLang="ko-KR" sz="1400" dirty="0">
                <a:solidFill>
                  <a:srgbClr val="1F2937"/>
                </a:solidFill>
              </a:rPr>
              <a:t>• </a:t>
            </a:r>
            <a:r>
              <a:rPr lang="ko-KR" altLang="en-US" sz="1400" dirty="0">
                <a:solidFill>
                  <a:srgbClr val="1F2937"/>
                </a:solidFill>
              </a:rPr>
              <a:t>추가 운동학 정보 제공</a:t>
            </a:r>
          </a:p>
          <a:p>
            <a:r>
              <a:rPr lang="en-US" altLang="ko-KR" sz="1400" dirty="0">
                <a:solidFill>
                  <a:srgbClr val="1F2937"/>
                </a:solidFill>
              </a:rPr>
              <a:t>• </a:t>
            </a:r>
            <a:r>
              <a:rPr lang="ko-KR" altLang="en-US" sz="1400" dirty="0">
                <a:solidFill>
                  <a:srgbClr val="1F2937"/>
                </a:solidFill>
              </a:rPr>
              <a:t>부족한 판단 근거 보완 여부 확인</a:t>
            </a: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5AB26FE-2983-DD07-A788-86FB26C4D424}"/>
              </a:ext>
            </a:extLst>
          </p:cNvPr>
          <p:cNvSpPr/>
          <p:nvPr/>
        </p:nvSpPr>
        <p:spPr>
          <a:xfrm>
            <a:off x="566928" y="3749040"/>
            <a:ext cx="11018520" cy="438912"/>
          </a:xfrm>
          <a:prstGeom prst="roundRect">
            <a:avLst>
              <a:gd name="adj" fmla="val 10417"/>
            </a:avLst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DF87AD0-C729-4177-F350-63B981B54302}"/>
              </a:ext>
            </a:extLst>
          </p:cNvPr>
          <p:cNvSpPr/>
          <p:nvPr/>
        </p:nvSpPr>
        <p:spPr>
          <a:xfrm>
            <a:off x="777240" y="3803904"/>
            <a:ext cx="10607040" cy="329184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6.4시간 </a:t>
            </a:r>
            <a:r>
              <a:rPr lang="ko-KR" alt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</a:t>
            </a:r>
            <a:r>
              <a:rPr lang="en-US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기록의</a:t>
            </a: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수작업 주석에 513.6시간, </a:t>
            </a:r>
            <a:r>
              <a:rPr lang="ko-KR" alt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학습을 통한 </a:t>
            </a:r>
            <a:r>
              <a:rPr lang="en-US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</a:t>
            </a: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처리에 1.4시간 </a:t>
            </a:r>
            <a:r>
              <a:rPr lang="ko-KR" alt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소모</a:t>
            </a:r>
            <a:endParaRPr lang="en-US" dirty="0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32D57C2B-01C6-06F3-1766-DAC54E20988C}"/>
              </a:ext>
            </a:extLst>
          </p:cNvPr>
          <p:cNvGrpSpPr/>
          <p:nvPr/>
        </p:nvGrpSpPr>
        <p:grpSpPr>
          <a:xfrm>
            <a:off x="4091940" y="4279392"/>
            <a:ext cx="3703320" cy="2522905"/>
            <a:chOff x="4091940" y="4279392"/>
            <a:chExt cx="3703320" cy="2522905"/>
          </a:xfrm>
        </p:grpSpPr>
        <p:sp>
          <p:nvSpPr>
            <p:cNvPr id="24" name="Shape 22">
              <a:extLst>
                <a:ext uri="{FF2B5EF4-FFF2-40B4-BE49-F238E27FC236}">
                  <a16:creationId xmlns:a16="http://schemas.microsoft.com/office/drawing/2014/main" id="{8CEED6CB-9DA0-943C-DEAC-8670188BD559}"/>
                </a:ext>
              </a:extLst>
            </p:cNvPr>
            <p:cNvSpPr/>
            <p:nvPr/>
          </p:nvSpPr>
          <p:spPr>
            <a:xfrm>
              <a:off x="4091940" y="4279392"/>
              <a:ext cx="3703320" cy="2114931"/>
            </a:xfrm>
            <a:prstGeom prst="roundRect">
              <a:avLst>
                <a:gd name="adj" fmla="val 5926"/>
              </a:avLst>
            </a:prstGeom>
            <a:blipFill>
              <a:blip r:embed="rId4"/>
              <a:stretch>
                <a:fillRect/>
              </a:stretch>
            </a:blipFill>
            <a:ln w="12700">
              <a:solidFill>
                <a:srgbClr val="94A3B8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05376E9-F8D0-C700-B315-88E01E2AE4E9}"/>
                </a:ext>
              </a:extLst>
            </p:cNvPr>
            <p:cNvSpPr txBox="1"/>
            <p:nvPr/>
          </p:nvSpPr>
          <p:spPr>
            <a:xfrm>
              <a:off x="4091940" y="6432965"/>
              <a:ext cx="37033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&lt;</a:t>
              </a:r>
              <a:r>
                <a:rPr lang="ko-KR" altLang="en-US" dirty="0" err="1"/>
                <a:t>라벨링</a:t>
              </a:r>
              <a:r>
                <a:rPr lang="ko-KR" altLang="en-US" dirty="0"/>
                <a:t> 예시</a:t>
              </a:r>
              <a:r>
                <a:rPr lang="en-US" altLang="ko-KR" dirty="0"/>
                <a:t>&gt;</a:t>
              </a:r>
              <a:endParaRPr lang="ko-KR" altLang="en-US" dirty="0"/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0EA59475-CE67-2752-C2CB-5953CB30C8B6}"/>
              </a:ext>
            </a:extLst>
          </p:cNvPr>
          <p:cNvGrpSpPr/>
          <p:nvPr/>
        </p:nvGrpSpPr>
        <p:grpSpPr>
          <a:xfrm>
            <a:off x="7947660" y="4279811"/>
            <a:ext cx="3703320" cy="2522905"/>
            <a:chOff x="4091940" y="4279392"/>
            <a:chExt cx="3703320" cy="2522905"/>
          </a:xfrm>
        </p:grpSpPr>
        <p:sp>
          <p:nvSpPr>
            <p:cNvPr id="26" name="Shape 22">
              <a:extLst>
                <a:ext uri="{FF2B5EF4-FFF2-40B4-BE49-F238E27FC236}">
                  <a16:creationId xmlns:a16="http://schemas.microsoft.com/office/drawing/2014/main" id="{3FF8C6F1-FE89-DC57-EBD8-4FFF1CF41AE8}"/>
                </a:ext>
              </a:extLst>
            </p:cNvPr>
            <p:cNvSpPr/>
            <p:nvPr/>
          </p:nvSpPr>
          <p:spPr>
            <a:xfrm>
              <a:off x="4091940" y="4279392"/>
              <a:ext cx="3703320" cy="2114931"/>
            </a:xfrm>
            <a:prstGeom prst="roundRect">
              <a:avLst>
                <a:gd name="adj" fmla="val 5926"/>
              </a:avLst>
            </a:prstGeom>
            <a:blipFill>
              <a:blip r:embed="rId5"/>
              <a:stretch>
                <a:fillRect/>
              </a:stretch>
            </a:blipFill>
            <a:ln w="12700">
              <a:solidFill>
                <a:srgbClr val="94A3B8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3C6AD1F-B7E0-7F64-F031-C5F841DFF527}"/>
                </a:ext>
              </a:extLst>
            </p:cNvPr>
            <p:cNvSpPr txBox="1"/>
            <p:nvPr/>
          </p:nvSpPr>
          <p:spPr>
            <a:xfrm>
              <a:off x="4091940" y="6432965"/>
              <a:ext cx="37033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&lt;</a:t>
              </a:r>
              <a:r>
                <a:rPr lang="ko-KR" altLang="en-US" dirty="0"/>
                <a:t>정확도 예시</a:t>
              </a:r>
              <a:r>
                <a:rPr lang="en-US" altLang="ko-KR" dirty="0"/>
                <a:t>&gt;</a:t>
              </a:r>
              <a:endParaRPr lang="ko-KR" altLang="en-US" dirty="0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3C132FB6-E1C2-C0D2-837C-918FCF79A8BE}"/>
              </a:ext>
            </a:extLst>
          </p:cNvPr>
          <p:cNvGrpSpPr/>
          <p:nvPr/>
        </p:nvGrpSpPr>
        <p:grpSpPr>
          <a:xfrm>
            <a:off x="236220" y="4263589"/>
            <a:ext cx="3703320" cy="2539127"/>
            <a:chOff x="4091940" y="4263170"/>
            <a:chExt cx="3703320" cy="2539127"/>
          </a:xfrm>
        </p:grpSpPr>
        <p:sp>
          <p:nvSpPr>
            <p:cNvPr id="30" name="Shape 22">
              <a:extLst>
                <a:ext uri="{FF2B5EF4-FFF2-40B4-BE49-F238E27FC236}">
                  <a16:creationId xmlns:a16="http://schemas.microsoft.com/office/drawing/2014/main" id="{C43B7616-B8E3-62C3-340F-F3341B39BEB7}"/>
                </a:ext>
              </a:extLst>
            </p:cNvPr>
            <p:cNvSpPr/>
            <p:nvPr/>
          </p:nvSpPr>
          <p:spPr>
            <a:xfrm>
              <a:off x="4091940" y="4263170"/>
              <a:ext cx="3703320" cy="2114931"/>
            </a:xfrm>
            <a:prstGeom prst="roundRect">
              <a:avLst>
                <a:gd name="adj" fmla="val 5926"/>
              </a:avLst>
            </a:prstGeom>
            <a:blipFill>
              <a:blip r:embed="rId6"/>
              <a:stretch>
                <a:fillRect/>
              </a:stretch>
            </a:blipFill>
            <a:ln w="12700">
              <a:solidFill>
                <a:srgbClr val="94A3B8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6B9DFA3-9F41-5BAA-EDB5-B1AAF3EF8C3A}"/>
                </a:ext>
              </a:extLst>
            </p:cNvPr>
            <p:cNvSpPr txBox="1"/>
            <p:nvPr/>
          </p:nvSpPr>
          <p:spPr>
            <a:xfrm>
              <a:off x="4091940" y="6432965"/>
              <a:ext cx="37033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&lt;</a:t>
              </a:r>
              <a:r>
                <a:rPr lang="ko-KR" altLang="en-US" dirty="0"/>
                <a:t>영상촬영 예시</a:t>
              </a:r>
              <a:r>
                <a:rPr lang="en-US" altLang="ko-KR" dirty="0"/>
                <a:t>&gt;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5955605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r>
              <a:rPr lang="en-US" altLang="ko-KR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선행연구가 제공한 </a:t>
            </a:r>
            <a:r>
              <a:rPr lang="en-US" sz="2800" b="1" dirty="0" err="1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근거와</a:t>
            </a:r>
            <a:r>
              <a:rPr lang="en-US" sz="28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800" b="1" dirty="0" err="1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과제에서 어떤 입력 조합이 </a:t>
            </a:r>
            <a:r>
              <a:rPr lang="en-US" sz="1600" b="1" dirty="0" err="1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</a:t>
            </a: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상승에 영향을 끼치는지 검증이 필요하다</a:t>
            </a:r>
            <a:r>
              <a:rPr lang="en-US" altLang="ko-KR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600" dirty="0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2A98F668-C679-D129-7962-69D13849FDC6}"/>
              </a:ext>
            </a:extLst>
          </p:cNvPr>
          <p:cNvGrpSpPr/>
          <p:nvPr/>
        </p:nvGrpSpPr>
        <p:grpSpPr>
          <a:xfrm>
            <a:off x="206502" y="1136587"/>
            <a:ext cx="5829464" cy="2470468"/>
            <a:chOff x="4160520" y="1452748"/>
            <a:chExt cx="3606568" cy="2213241"/>
          </a:xfrm>
        </p:grpSpPr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11514CCC-514F-82C4-BC78-A0EE83D710D4}"/>
                </a:ext>
              </a:extLst>
            </p:cNvPr>
            <p:cNvGrpSpPr/>
            <p:nvPr/>
          </p:nvGrpSpPr>
          <p:grpSpPr>
            <a:xfrm>
              <a:off x="4160520" y="1452748"/>
              <a:ext cx="3566161" cy="2213241"/>
              <a:chOff x="4160520" y="1452748"/>
              <a:chExt cx="3566161" cy="2213241"/>
            </a:xfrm>
          </p:grpSpPr>
          <p:sp>
            <p:nvSpPr>
              <p:cNvPr id="14" name="Shape 12"/>
              <p:cNvSpPr/>
              <p:nvPr/>
            </p:nvSpPr>
            <p:spPr>
              <a:xfrm>
                <a:off x="4160521" y="1452748"/>
                <a:ext cx="3566160" cy="2213241"/>
              </a:xfrm>
              <a:prstGeom prst="roundRect">
                <a:avLst>
                  <a:gd name="adj" fmla="val 4225"/>
                </a:avLst>
              </a:prstGeom>
              <a:solidFill>
                <a:srgbClr val="F8FAFC"/>
              </a:solidFill>
              <a:ln w="12700">
                <a:solidFill>
                  <a:srgbClr val="D7E3ED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2000" dirty="0"/>
              </a:p>
            </p:txBody>
          </p:sp>
          <p:sp>
            <p:nvSpPr>
              <p:cNvPr id="15" name="Shape 13"/>
              <p:cNvSpPr/>
              <p:nvPr/>
            </p:nvSpPr>
            <p:spPr>
              <a:xfrm>
                <a:off x="4160520" y="1452748"/>
                <a:ext cx="3566160" cy="411480"/>
              </a:xfrm>
              <a:prstGeom prst="rect">
                <a:avLst/>
              </a:prstGeom>
              <a:solidFill>
                <a:srgbClr val="193A66"/>
              </a:solidFill>
              <a:ln w="12700">
                <a:solidFill>
                  <a:srgbClr val="193A66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endParaRPr lang="ko-KR" altLang="en-US" sz="2000"/>
              </a:p>
            </p:txBody>
          </p:sp>
          <p:sp>
            <p:nvSpPr>
              <p:cNvPr id="16" name="Text 14"/>
              <p:cNvSpPr/>
              <p:nvPr/>
            </p:nvSpPr>
            <p:spPr>
              <a:xfrm>
                <a:off x="4233672" y="1535044"/>
                <a:ext cx="3419856" cy="228600"/>
              </a:xfrm>
              <a:prstGeom prst="rect">
                <a:avLst/>
              </a:prstGeom>
              <a:noFill/>
              <a:ln/>
            </p:spPr>
            <p:txBody>
              <a:bodyPr wrap="square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en-US" sz="1400" b="1" dirty="0">
                    <a:solidFill>
                      <a:srgbClr val="FFFFFF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Li 등 2026: VLM 동작 이해</a:t>
                </a:r>
                <a:endParaRPr lang="en-US" sz="1400" dirty="0"/>
              </a:p>
            </p:txBody>
          </p:sp>
        </p:grpSp>
        <p:sp>
          <p:nvSpPr>
            <p:cNvPr id="17" name="Text 15"/>
            <p:cNvSpPr/>
            <p:nvPr/>
          </p:nvSpPr>
          <p:spPr>
            <a:xfrm>
              <a:off x="5886593" y="2334630"/>
              <a:ext cx="1880495" cy="738327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algn="just"/>
              <a:r>
                <a:rPr lang="en-US" altLang="ko-KR" sz="1600" dirty="0">
                  <a:solidFill>
                    <a:srgbClr val="1F2937"/>
                  </a:solidFill>
                </a:rPr>
                <a:t>• </a:t>
              </a:r>
              <a:r>
                <a:rPr lang="ko-KR" altLang="en-US" sz="1600" dirty="0">
                  <a:solidFill>
                    <a:srgbClr val="1F2937"/>
                  </a:solidFill>
                </a:rPr>
                <a:t>활동 인식</a:t>
              </a:r>
              <a:r>
                <a:rPr lang="en-US" altLang="ko-KR" sz="1600" dirty="0">
                  <a:solidFill>
                    <a:srgbClr val="1F2937"/>
                  </a:solidFill>
                </a:rPr>
                <a:t>·</a:t>
              </a:r>
              <a:r>
                <a:rPr lang="ko-KR" altLang="en-US" sz="1600" dirty="0">
                  <a:solidFill>
                    <a:srgbClr val="1F2937"/>
                  </a:solidFill>
                </a:rPr>
                <a:t>횟수</a:t>
              </a:r>
              <a:r>
                <a:rPr lang="en-US" altLang="ko-KR" sz="1600" dirty="0">
                  <a:solidFill>
                    <a:srgbClr val="1F2937"/>
                  </a:solidFill>
                </a:rPr>
                <a:t>·FMA</a:t>
              </a:r>
              <a:r>
                <a:rPr lang="ko-KR" altLang="en-US" sz="1600" dirty="0">
                  <a:solidFill>
                    <a:srgbClr val="1F2937"/>
                  </a:solidFill>
                </a:rPr>
                <a:t> 추정 평가</a:t>
              </a:r>
            </a:p>
            <a:p>
              <a:pPr algn="just"/>
              <a:r>
                <a:rPr lang="en-US" altLang="ko-KR" sz="1600" dirty="0">
                  <a:solidFill>
                    <a:srgbClr val="1F2937"/>
                  </a:solidFill>
                </a:rPr>
                <a:t>• </a:t>
              </a:r>
              <a:r>
                <a:rPr lang="ko-KR" altLang="en-US" sz="1600" dirty="0">
                  <a:solidFill>
                    <a:srgbClr val="1F2937"/>
                  </a:solidFill>
                </a:rPr>
                <a:t>미세 손 동작 판단 한계</a:t>
              </a:r>
            </a:p>
            <a:p>
              <a:pPr algn="just"/>
              <a:r>
                <a:rPr lang="en-US" altLang="ko-KR" sz="1600" dirty="0">
                  <a:solidFill>
                    <a:srgbClr val="1F2937"/>
                  </a:solidFill>
                </a:rPr>
                <a:t>• </a:t>
              </a:r>
              <a:r>
                <a:rPr lang="ko-KR" altLang="en-US" b="1" dirty="0">
                  <a:solidFill>
                    <a:srgbClr val="FF0000"/>
                  </a:solidFill>
                </a:rPr>
                <a:t>접촉 판단의 불안정성</a:t>
              </a:r>
              <a:r>
                <a:rPr lang="ko-KR" altLang="en-US" sz="1600" dirty="0">
                  <a:solidFill>
                    <a:srgbClr val="1F2937"/>
                  </a:solidFill>
                </a:rPr>
                <a:t> 보고</a:t>
              </a:r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FA821945-91E4-91E8-AE5A-827CAD7F0205}"/>
              </a:ext>
            </a:extLst>
          </p:cNvPr>
          <p:cNvGrpSpPr/>
          <p:nvPr/>
        </p:nvGrpSpPr>
        <p:grpSpPr>
          <a:xfrm>
            <a:off x="6101281" y="1133857"/>
            <a:ext cx="6035500" cy="2470468"/>
            <a:chOff x="4160520" y="1452748"/>
            <a:chExt cx="3586135" cy="2560089"/>
          </a:xfrm>
        </p:grpSpPr>
        <p:grpSp>
          <p:nvGrpSpPr>
            <p:cNvPr id="38" name="그룹 37">
              <a:extLst>
                <a:ext uri="{FF2B5EF4-FFF2-40B4-BE49-F238E27FC236}">
                  <a16:creationId xmlns:a16="http://schemas.microsoft.com/office/drawing/2014/main" id="{173454CA-A1B8-EAB6-4602-260E636AEABA}"/>
                </a:ext>
              </a:extLst>
            </p:cNvPr>
            <p:cNvGrpSpPr/>
            <p:nvPr/>
          </p:nvGrpSpPr>
          <p:grpSpPr>
            <a:xfrm>
              <a:off x="4160520" y="1452748"/>
              <a:ext cx="3566161" cy="2560089"/>
              <a:chOff x="4160520" y="1452748"/>
              <a:chExt cx="3566161" cy="2560089"/>
            </a:xfrm>
          </p:grpSpPr>
          <p:sp>
            <p:nvSpPr>
              <p:cNvPr id="40" name="Shape 12">
                <a:extLst>
                  <a:ext uri="{FF2B5EF4-FFF2-40B4-BE49-F238E27FC236}">
                    <a16:creationId xmlns:a16="http://schemas.microsoft.com/office/drawing/2014/main" id="{8EE71401-AC88-13E1-4137-8FB8768E3711}"/>
                  </a:ext>
                </a:extLst>
              </p:cNvPr>
              <p:cNvSpPr/>
              <p:nvPr/>
            </p:nvSpPr>
            <p:spPr>
              <a:xfrm>
                <a:off x="4160521" y="1799596"/>
                <a:ext cx="3566160" cy="2213241"/>
              </a:xfrm>
              <a:prstGeom prst="roundRect">
                <a:avLst>
                  <a:gd name="adj" fmla="val 4225"/>
                </a:avLst>
              </a:prstGeom>
              <a:solidFill>
                <a:srgbClr val="F8FAFC"/>
              </a:solidFill>
              <a:ln w="12700">
                <a:solidFill>
                  <a:srgbClr val="D7E3ED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2000" dirty="0"/>
              </a:p>
            </p:txBody>
          </p:sp>
          <p:sp>
            <p:nvSpPr>
              <p:cNvPr id="41" name="Shape 13">
                <a:extLst>
                  <a:ext uri="{FF2B5EF4-FFF2-40B4-BE49-F238E27FC236}">
                    <a16:creationId xmlns:a16="http://schemas.microsoft.com/office/drawing/2014/main" id="{B7E4585B-FFFA-CD8F-F0B0-472FD611AEC6}"/>
                  </a:ext>
                </a:extLst>
              </p:cNvPr>
              <p:cNvSpPr/>
              <p:nvPr/>
            </p:nvSpPr>
            <p:spPr>
              <a:xfrm>
                <a:off x="4160520" y="1452748"/>
                <a:ext cx="3566160" cy="411480"/>
              </a:xfrm>
              <a:prstGeom prst="rect">
                <a:avLst/>
              </a:prstGeom>
              <a:solidFill>
                <a:srgbClr val="193A66"/>
              </a:solidFill>
              <a:ln w="12700">
                <a:solidFill>
                  <a:srgbClr val="193A66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endParaRPr lang="ko-KR" altLang="en-US" sz="2000"/>
              </a:p>
            </p:txBody>
          </p:sp>
          <p:sp>
            <p:nvSpPr>
              <p:cNvPr id="42" name="Text 14">
                <a:extLst>
                  <a:ext uri="{FF2B5EF4-FFF2-40B4-BE49-F238E27FC236}">
                    <a16:creationId xmlns:a16="http://schemas.microsoft.com/office/drawing/2014/main" id="{3A9C0846-1CDD-DA95-E86E-C2F69AD3B49E}"/>
                  </a:ext>
                </a:extLst>
              </p:cNvPr>
              <p:cNvSpPr/>
              <p:nvPr/>
            </p:nvSpPr>
            <p:spPr>
              <a:xfrm>
                <a:off x="4233672" y="1535044"/>
                <a:ext cx="3419856" cy="228600"/>
              </a:xfrm>
              <a:prstGeom prst="rect">
                <a:avLst/>
              </a:prstGeom>
              <a:noFill/>
              <a:ln/>
            </p:spPr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en-US" altLang="ko-KR" sz="1400" b="1" dirty="0" err="1">
                    <a:solidFill>
                      <a:srgbClr val="FFFFFF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Qiu·Lang</a:t>
                </a:r>
                <a:r>
                  <a:rPr lang="en-US" altLang="ko-KR" sz="1400" b="1" dirty="0">
                    <a:solidFill>
                      <a:srgbClr val="FFFFFF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: </a:t>
                </a:r>
                <a:r>
                  <a:rPr lang="ko-KR" altLang="en-US" sz="1400" b="1" dirty="0">
                    <a:solidFill>
                      <a:srgbClr val="FFFFFF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운동학적 지표</a:t>
                </a:r>
                <a:endParaRPr lang="en-US" altLang="ko-KR" sz="1400" dirty="0"/>
              </a:p>
            </p:txBody>
          </p:sp>
        </p:grpSp>
        <p:sp>
          <p:nvSpPr>
            <p:cNvPr id="39" name="Text 15">
              <a:extLst>
                <a:ext uri="{FF2B5EF4-FFF2-40B4-BE49-F238E27FC236}">
                  <a16:creationId xmlns:a16="http://schemas.microsoft.com/office/drawing/2014/main" id="{9FCFA5DA-62D6-9763-24DE-76DEC5DA9D7E}"/>
                </a:ext>
              </a:extLst>
            </p:cNvPr>
            <p:cNvSpPr/>
            <p:nvPr/>
          </p:nvSpPr>
          <p:spPr>
            <a:xfrm>
              <a:off x="6025412" y="2488307"/>
              <a:ext cx="1721243" cy="725425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algn="just"/>
              <a:r>
                <a:rPr lang="en-US" altLang="ko-KR" sz="1600" dirty="0">
                  <a:solidFill>
                    <a:srgbClr val="1F2937"/>
                  </a:solidFill>
                </a:rPr>
                <a:t>• </a:t>
              </a:r>
              <a:r>
                <a:rPr lang="ko-KR" altLang="en-US" sz="1600" dirty="0">
                  <a:solidFill>
                    <a:srgbClr val="D604CC"/>
                  </a:solidFill>
                </a:rPr>
                <a:t>최대간격</a:t>
              </a:r>
              <a:r>
                <a:rPr lang="en-US" altLang="ko-KR" sz="1600" dirty="0">
                  <a:solidFill>
                    <a:srgbClr val="1F2937"/>
                  </a:solidFill>
                </a:rPr>
                <a:t>·</a:t>
              </a:r>
              <a:r>
                <a:rPr lang="ko-KR" altLang="en-US" sz="1600" dirty="0">
                  <a:solidFill>
                    <a:srgbClr val="1F2937"/>
                  </a:solidFill>
                </a:rPr>
                <a:t>도달 시간 변수 제시</a:t>
              </a:r>
            </a:p>
            <a:p>
              <a:pPr algn="just"/>
              <a:r>
                <a:rPr lang="en-US" altLang="ko-KR" sz="1600" dirty="0">
                  <a:solidFill>
                    <a:srgbClr val="1F2937"/>
                  </a:solidFill>
                </a:rPr>
                <a:t>• </a:t>
              </a:r>
              <a:r>
                <a:rPr lang="ko-KR" altLang="en-US" sz="1600" dirty="0">
                  <a:solidFill>
                    <a:srgbClr val="1F2937"/>
                  </a:solidFill>
                </a:rPr>
                <a:t>손가락 신전 관련 지표 활용</a:t>
              </a:r>
            </a:p>
            <a:p>
              <a:pPr algn="just"/>
              <a:r>
                <a:rPr lang="en-US" altLang="ko-KR" sz="1600" dirty="0">
                  <a:solidFill>
                    <a:srgbClr val="1F2937"/>
                  </a:solidFill>
                </a:rPr>
                <a:t>• </a:t>
              </a:r>
              <a:r>
                <a:rPr lang="ko-KR" altLang="en-US" sz="1600" dirty="0">
                  <a:solidFill>
                    <a:srgbClr val="1F2937"/>
                  </a:solidFill>
                </a:rPr>
                <a:t>손 기능과의 관련성 근거</a:t>
              </a:r>
            </a:p>
            <a:p>
              <a:pPr algn="just"/>
              <a:endParaRPr lang="ko-KR" altLang="en-US" sz="1600" dirty="0">
                <a:solidFill>
                  <a:srgbClr val="1F2937"/>
                </a:solidFill>
              </a:endParaRPr>
            </a:p>
          </p:txBody>
        </p:sp>
      </p:grpSp>
      <p:sp>
        <p:nvSpPr>
          <p:cNvPr id="44" name="Shape 8">
            <a:extLst>
              <a:ext uri="{FF2B5EF4-FFF2-40B4-BE49-F238E27FC236}">
                <a16:creationId xmlns:a16="http://schemas.microsoft.com/office/drawing/2014/main" id="{EA2B53EC-1575-88B5-8EDF-2E9C9C2817E1}"/>
              </a:ext>
            </a:extLst>
          </p:cNvPr>
          <p:cNvSpPr/>
          <p:nvPr/>
        </p:nvSpPr>
        <p:spPr>
          <a:xfrm>
            <a:off x="6122418" y="1591205"/>
            <a:ext cx="3083878" cy="2011165"/>
          </a:xfrm>
          <a:prstGeom prst="roundRect">
            <a:avLst>
              <a:gd name="adj" fmla="val 3902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B5A2F31F-BC8E-CF52-CDCF-6E937445D3F8}"/>
              </a:ext>
            </a:extLst>
          </p:cNvPr>
          <p:cNvGrpSpPr/>
          <p:nvPr/>
        </p:nvGrpSpPr>
        <p:grpSpPr>
          <a:xfrm>
            <a:off x="206502" y="1593159"/>
            <a:ext cx="5857365" cy="4745569"/>
            <a:chOff x="477141" y="-952457"/>
            <a:chExt cx="5857365" cy="4745569"/>
          </a:xfrm>
        </p:grpSpPr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F6595F51-4E10-9A36-5585-7BFDA8F63082}"/>
                </a:ext>
              </a:extLst>
            </p:cNvPr>
            <p:cNvGrpSpPr/>
            <p:nvPr/>
          </p:nvGrpSpPr>
          <p:grpSpPr>
            <a:xfrm>
              <a:off x="477141" y="1322644"/>
              <a:ext cx="5857365" cy="2470468"/>
              <a:chOff x="4160520" y="1452748"/>
              <a:chExt cx="3623830" cy="2213241"/>
            </a:xfrm>
          </p:grpSpPr>
          <p:grpSp>
            <p:nvGrpSpPr>
              <p:cNvPr id="46" name="그룹 45">
                <a:extLst>
                  <a:ext uri="{FF2B5EF4-FFF2-40B4-BE49-F238E27FC236}">
                    <a16:creationId xmlns:a16="http://schemas.microsoft.com/office/drawing/2014/main" id="{3F4378E7-A88A-DE43-38A1-A6576EB02AB2}"/>
                  </a:ext>
                </a:extLst>
              </p:cNvPr>
              <p:cNvGrpSpPr/>
              <p:nvPr/>
            </p:nvGrpSpPr>
            <p:grpSpPr>
              <a:xfrm>
                <a:off x="4160520" y="1452748"/>
                <a:ext cx="3566161" cy="2213241"/>
                <a:chOff x="4160520" y="1452748"/>
                <a:chExt cx="3566161" cy="2213241"/>
              </a:xfrm>
            </p:grpSpPr>
            <p:sp>
              <p:nvSpPr>
                <p:cNvPr id="48" name="Shape 12">
                  <a:extLst>
                    <a:ext uri="{FF2B5EF4-FFF2-40B4-BE49-F238E27FC236}">
                      <a16:creationId xmlns:a16="http://schemas.microsoft.com/office/drawing/2014/main" id="{DE611A2C-D27B-5203-087F-DDB7783D4369}"/>
                    </a:ext>
                  </a:extLst>
                </p:cNvPr>
                <p:cNvSpPr/>
                <p:nvPr/>
              </p:nvSpPr>
              <p:spPr>
                <a:xfrm>
                  <a:off x="4160521" y="1452748"/>
                  <a:ext cx="3566160" cy="2213241"/>
                </a:xfrm>
                <a:prstGeom prst="roundRect">
                  <a:avLst>
                    <a:gd name="adj" fmla="val 4225"/>
                  </a:avLst>
                </a:prstGeom>
                <a:solidFill>
                  <a:srgbClr val="F8FAFC"/>
                </a:solidFill>
                <a:ln w="12700">
                  <a:solidFill>
                    <a:srgbClr val="D7E3ED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 sz="2000" dirty="0"/>
                </a:p>
              </p:txBody>
            </p:sp>
            <p:sp>
              <p:nvSpPr>
                <p:cNvPr id="49" name="Shape 13">
                  <a:extLst>
                    <a:ext uri="{FF2B5EF4-FFF2-40B4-BE49-F238E27FC236}">
                      <a16:creationId xmlns:a16="http://schemas.microsoft.com/office/drawing/2014/main" id="{E396000C-8B3D-D4BC-CF8E-055E4BE733D3}"/>
                    </a:ext>
                  </a:extLst>
                </p:cNvPr>
                <p:cNvSpPr/>
                <p:nvPr/>
              </p:nvSpPr>
              <p:spPr>
                <a:xfrm>
                  <a:off x="4160520" y="1452748"/>
                  <a:ext cx="3566160" cy="411480"/>
                </a:xfrm>
                <a:prstGeom prst="rect">
                  <a:avLst/>
                </a:prstGeom>
                <a:solidFill>
                  <a:srgbClr val="193A66"/>
                </a:solidFill>
                <a:ln w="12700">
                  <a:solidFill>
                    <a:srgbClr val="193A66">
                      <a:alpha val="0"/>
                    </a:srgbClr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 sz="2000"/>
                </a:p>
              </p:txBody>
            </p:sp>
            <p:sp>
              <p:nvSpPr>
                <p:cNvPr id="50" name="Text 14">
                  <a:extLst>
                    <a:ext uri="{FF2B5EF4-FFF2-40B4-BE49-F238E27FC236}">
                      <a16:creationId xmlns:a16="http://schemas.microsoft.com/office/drawing/2014/main" id="{55B1F5C0-9EFF-7D4C-6B8B-4B5FF77C52D3}"/>
                    </a:ext>
                  </a:extLst>
                </p:cNvPr>
                <p:cNvSpPr/>
                <p:nvPr/>
              </p:nvSpPr>
              <p:spPr>
                <a:xfrm>
                  <a:off x="4233672" y="1535044"/>
                  <a:ext cx="3419856" cy="228600"/>
                </a:xfrm>
                <a:prstGeom prst="rect">
                  <a:avLst/>
                </a:prstGeom>
                <a:noFill/>
                <a:ln/>
              </p:spPr>
              <p:txBody>
                <a:bodyPr wrap="square" rtlCol="0" anchor="ctr">
                  <a:noAutofit/>
                </a:bodyPr>
                <a:lstStyle/>
                <a:p>
                  <a:pPr algn="ctr"/>
                  <a:r>
                    <a:rPr lang="en-US" altLang="ko-KR" sz="1400" b="1" dirty="0" err="1">
                      <a:solidFill>
                        <a:srgbClr val="FFFFFF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rPr>
                    <a:t>Amprimo</a:t>
                  </a:r>
                  <a:r>
                    <a:rPr lang="en-US" altLang="ko-KR" sz="1400" b="1" dirty="0">
                      <a:solidFill>
                        <a:srgbClr val="FFFFFF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rPr>
                    <a:t>: </a:t>
                  </a:r>
                  <a:r>
                    <a:rPr lang="en-US" altLang="ko-KR" sz="1400" b="1" dirty="0" err="1">
                      <a:solidFill>
                        <a:srgbClr val="FFFFFF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rPr>
                    <a:t>깊이</a:t>
                  </a:r>
                  <a:r>
                    <a:rPr lang="en-US" altLang="ko-KR" sz="1400" b="1" dirty="0">
                      <a:solidFill>
                        <a:srgbClr val="FFFFFF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rPr>
                    <a:t> </a:t>
                  </a:r>
                  <a:r>
                    <a:rPr lang="en-US" altLang="ko-KR" sz="1400" b="1" dirty="0" err="1">
                      <a:solidFill>
                        <a:srgbClr val="FFFFFF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rPr>
                    <a:t>결합</a:t>
                  </a:r>
                  <a:r>
                    <a:rPr lang="en-US" altLang="ko-KR" sz="1400" b="1" dirty="0">
                      <a:solidFill>
                        <a:srgbClr val="FFFFFF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rPr>
                    <a:t> </a:t>
                  </a:r>
                  <a:r>
                    <a:rPr lang="en-US" altLang="ko-KR" sz="1400" b="1" dirty="0" err="1">
                      <a:solidFill>
                        <a:srgbClr val="FFFFFF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rPr>
                    <a:t>추적</a:t>
                  </a:r>
                  <a:endParaRPr lang="en-US" altLang="ko-KR" sz="1400" dirty="0"/>
                </a:p>
              </p:txBody>
            </p:sp>
          </p:grpSp>
          <p:sp>
            <p:nvSpPr>
              <p:cNvPr id="47" name="Text 15">
                <a:extLst>
                  <a:ext uri="{FF2B5EF4-FFF2-40B4-BE49-F238E27FC236}">
                    <a16:creationId xmlns:a16="http://schemas.microsoft.com/office/drawing/2014/main" id="{DA10C5AD-6BFA-C93B-B327-1E6BD1E737DB}"/>
                  </a:ext>
                </a:extLst>
              </p:cNvPr>
              <p:cNvSpPr/>
              <p:nvPr/>
            </p:nvSpPr>
            <p:spPr>
              <a:xfrm>
                <a:off x="5903855" y="2475489"/>
                <a:ext cx="1880495" cy="738327"/>
              </a:xfrm>
              <a:prstGeom prst="rect">
                <a:avLst/>
              </a:prstGeom>
              <a:noFill/>
              <a:ln/>
            </p:spPr>
            <p:txBody>
              <a:bodyPr wrap="square" lIns="762" tIns="762" rIns="762" bIns="762" rtlCol="0" anchor="t">
                <a:noAutofit/>
              </a:bodyPr>
              <a:lstStyle/>
              <a:p>
                <a:pPr algn="just"/>
                <a:r>
                  <a:rPr lang="en-US" altLang="ko-KR" sz="1600" b="1" dirty="0">
                    <a:solidFill>
                      <a:srgbClr val="1F2937"/>
                    </a:solidFill>
                  </a:rPr>
                  <a:t>• </a:t>
                </a:r>
                <a:r>
                  <a:rPr lang="en-US" altLang="ko-KR" sz="1600" b="1" dirty="0" err="1">
                    <a:solidFill>
                      <a:srgbClr val="1F2937"/>
                    </a:solidFill>
                  </a:rPr>
                  <a:t>MediaPipe</a:t>
                </a:r>
                <a:r>
                  <a:rPr lang="ko-KR" altLang="en-US" sz="1600" b="1" dirty="0">
                    <a:solidFill>
                      <a:srgbClr val="1F2937"/>
                    </a:solidFill>
                  </a:rPr>
                  <a:t> </a:t>
                </a:r>
                <a:r>
                  <a:rPr lang="en-US" altLang="ko-KR" sz="1600" b="1" dirty="0">
                    <a:solidFill>
                      <a:srgbClr val="1F2937"/>
                    </a:solidFill>
                  </a:rPr>
                  <a:t>+ </a:t>
                </a:r>
                <a:r>
                  <a:rPr lang="ko-KR" altLang="en-US" sz="1600" b="1" dirty="0">
                    <a:solidFill>
                      <a:srgbClr val="1F2937"/>
                    </a:solidFill>
                  </a:rPr>
                  <a:t>깊이정보 결합</a:t>
                </a:r>
                <a:endParaRPr lang="ko-KR" altLang="en-US" sz="1600" dirty="0"/>
              </a:p>
              <a:p>
                <a:pPr algn="just"/>
                <a:r>
                  <a:rPr lang="en-US" altLang="ko-KR" sz="1600" b="1" dirty="0">
                    <a:solidFill>
                      <a:srgbClr val="1F2937"/>
                    </a:solidFill>
                  </a:rPr>
                  <a:t>• 3D </a:t>
                </a:r>
                <a:r>
                  <a:rPr lang="ko-KR" altLang="en-US" sz="1600" b="1" dirty="0">
                    <a:solidFill>
                      <a:srgbClr val="1F2937"/>
                    </a:solidFill>
                  </a:rPr>
                  <a:t>손 추적 방법론 근거</a:t>
                </a:r>
              </a:p>
            </p:txBody>
          </p:sp>
        </p:grpSp>
        <p:sp>
          <p:nvSpPr>
            <p:cNvPr id="52" name="Shape 4">
              <a:extLst>
                <a:ext uri="{FF2B5EF4-FFF2-40B4-BE49-F238E27FC236}">
                  <a16:creationId xmlns:a16="http://schemas.microsoft.com/office/drawing/2014/main" id="{3F937B43-4E38-B42C-D254-65C117169322}"/>
                </a:ext>
              </a:extLst>
            </p:cNvPr>
            <p:cNvSpPr/>
            <p:nvPr/>
          </p:nvSpPr>
          <p:spPr>
            <a:xfrm>
              <a:off x="477143" y="-952457"/>
              <a:ext cx="2724613" cy="2011165"/>
            </a:xfrm>
            <a:prstGeom prst="roundRect">
              <a:avLst>
                <a:gd name="adj" fmla="val 3902"/>
              </a:avLst>
            </a:prstGeom>
            <a:blipFill>
              <a:blip r:embed="rId4"/>
              <a:stretch>
                <a:fillRect/>
              </a:stretch>
            </a:blipFill>
            <a:ln w="12700">
              <a:solidFill>
                <a:srgbClr val="94A3B8"/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</p:grp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7D4D8E60-8952-F467-399A-E1FB9F1868F9}"/>
              </a:ext>
            </a:extLst>
          </p:cNvPr>
          <p:cNvGrpSpPr/>
          <p:nvPr/>
        </p:nvGrpSpPr>
        <p:grpSpPr>
          <a:xfrm>
            <a:off x="6091323" y="3868260"/>
            <a:ext cx="6245703" cy="2470468"/>
            <a:chOff x="4160520" y="1452748"/>
            <a:chExt cx="3709976" cy="2213241"/>
          </a:xfrm>
        </p:grpSpPr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5F1DC27E-A30E-2C3E-7F0D-34B98CBA05AA}"/>
                </a:ext>
              </a:extLst>
            </p:cNvPr>
            <p:cNvGrpSpPr/>
            <p:nvPr/>
          </p:nvGrpSpPr>
          <p:grpSpPr>
            <a:xfrm>
              <a:off x="4160520" y="1452748"/>
              <a:ext cx="3566161" cy="2213241"/>
              <a:chOff x="4160520" y="1452748"/>
              <a:chExt cx="3566161" cy="2213241"/>
            </a:xfrm>
          </p:grpSpPr>
          <p:sp>
            <p:nvSpPr>
              <p:cNvPr id="59" name="Shape 12">
                <a:extLst>
                  <a:ext uri="{FF2B5EF4-FFF2-40B4-BE49-F238E27FC236}">
                    <a16:creationId xmlns:a16="http://schemas.microsoft.com/office/drawing/2014/main" id="{48AE516C-B942-2724-D485-B3C0CE99AF74}"/>
                  </a:ext>
                </a:extLst>
              </p:cNvPr>
              <p:cNvSpPr/>
              <p:nvPr/>
            </p:nvSpPr>
            <p:spPr>
              <a:xfrm>
                <a:off x="4160521" y="1452748"/>
                <a:ext cx="3566160" cy="2213241"/>
              </a:xfrm>
              <a:prstGeom prst="roundRect">
                <a:avLst>
                  <a:gd name="adj" fmla="val 4225"/>
                </a:avLst>
              </a:prstGeom>
              <a:solidFill>
                <a:srgbClr val="F8FAFC"/>
              </a:solidFill>
              <a:ln w="12700">
                <a:solidFill>
                  <a:srgbClr val="D7E3ED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2000" dirty="0"/>
              </a:p>
            </p:txBody>
          </p:sp>
          <p:sp>
            <p:nvSpPr>
              <p:cNvPr id="60" name="Shape 13">
                <a:extLst>
                  <a:ext uri="{FF2B5EF4-FFF2-40B4-BE49-F238E27FC236}">
                    <a16:creationId xmlns:a16="http://schemas.microsoft.com/office/drawing/2014/main" id="{7F05C89D-B170-D5BD-DBCC-FD9638900C72}"/>
                  </a:ext>
                </a:extLst>
              </p:cNvPr>
              <p:cNvSpPr/>
              <p:nvPr/>
            </p:nvSpPr>
            <p:spPr>
              <a:xfrm>
                <a:off x="4160520" y="1452748"/>
                <a:ext cx="3566160" cy="411480"/>
              </a:xfrm>
              <a:prstGeom prst="rect">
                <a:avLst/>
              </a:prstGeom>
              <a:solidFill>
                <a:srgbClr val="193A66"/>
              </a:solidFill>
              <a:ln w="12700">
                <a:solidFill>
                  <a:srgbClr val="193A66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endParaRPr lang="ko-KR" altLang="en-US" sz="2000"/>
              </a:p>
            </p:txBody>
          </p:sp>
          <p:sp>
            <p:nvSpPr>
              <p:cNvPr id="61" name="Text 14">
                <a:extLst>
                  <a:ext uri="{FF2B5EF4-FFF2-40B4-BE49-F238E27FC236}">
                    <a16:creationId xmlns:a16="http://schemas.microsoft.com/office/drawing/2014/main" id="{2566B9E4-42A3-84FE-29F5-637FA5CDEB68}"/>
                  </a:ext>
                </a:extLst>
              </p:cNvPr>
              <p:cNvSpPr/>
              <p:nvPr/>
            </p:nvSpPr>
            <p:spPr>
              <a:xfrm>
                <a:off x="4233672" y="1535044"/>
                <a:ext cx="3419856" cy="228600"/>
              </a:xfrm>
              <a:prstGeom prst="rect">
                <a:avLst/>
              </a:prstGeom>
              <a:noFill/>
              <a:ln/>
            </p:spPr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en-US" altLang="ko-KR" sz="1400" b="1" dirty="0" err="1">
                    <a:solidFill>
                      <a:srgbClr val="FFFFFF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Tang·Wang</a:t>
                </a:r>
                <a:r>
                  <a:rPr lang="en-US" altLang="ko-KR" sz="1400" b="1" dirty="0">
                    <a:solidFill>
                      <a:srgbClr val="FFFFFF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: </a:t>
                </a:r>
                <a:r>
                  <a:rPr lang="en-US" altLang="ko-KR" sz="1400" b="1" dirty="0" err="1">
                    <a:solidFill>
                      <a:srgbClr val="FFFFFF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추가정보</a:t>
                </a:r>
                <a:r>
                  <a:rPr lang="en-US" altLang="ko-KR" sz="1400" b="1" dirty="0">
                    <a:solidFill>
                      <a:srgbClr val="FFFFFF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 </a:t>
                </a:r>
                <a:r>
                  <a:rPr lang="en-US" altLang="ko-KR" sz="1400" b="1" dirty="0" err="1">
                    <a:solidFill>
                      <a:srgbClr val="FFFFFF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입력</a:t>
                </a:r>
                <a:endParaRPr lang="en-US" altLang="ko-KR" sz="1400" dirty="0"/>
              </a:p>
            </p:txBody>
          </p:sp>
        </p:grpSp>
        <p:sp>
          <p:nvSpPr>
            <p:cNvPr id="58" name="Text 15">
              <a:extLst>
                <a:ext uri="{FF2B5EF4-FFF2-40B4-BE49-F238E27FC236}">
                  <a16:creationId xmlns:a16="http://schemas.microsoft.com/office/drawing/2014/main" id="{F2FF1112-2254-741B-0170-5E712A7948A9}"/>
                </a:ext>
              </a:extLst>
            </p:cNvPr>
            <p:cNvSpPr/>
            <p:nvPr/>
          </p:nvSpPr>
          <p:spPr>
            <a:xfrm>
              <a:off x="5864752" y="2468169"/>
              <a:ext cx="2005744" cy="738327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algn="just"/>
              <a:r>
                <a:rPr lang="en-US" altLang="ko-KR" sz="1600" dirty="0">
                  <a:solidFill>
                    <a:srgbClr val="1F2937"/>
                  </a:solidFill>
                </a:rPr>
                <a:t>• </a:t>
              </a:r>
              <a:r>
                <a:rPr lang="ko-KR" altLang="en-US" sz="1600" dirty="0">
                  <a:solidFill>
                    <a:srgbClr val="1F2937"/>
                  </a:solidFill>
                </a:rPr>
                <a:t>수치</a:t>
              </a:r>
              <a:r>
                <a:rPr lang="en-US" altLang="ko-KR" sz="1600" dirty="0">
                  <a:solidFill>
                    <a:srgbClr val="1F2937"/>
                  </a:solidFill>
                </a:rPr>
                <a:t>·</a:t>
              </a:r>
              <a:r>
                <a:rPr lang="ko-KR" altLang="en-US" sz="1600" dirty="0">
                  <a:solidFill>
                    <a:srgbClr val="1F2937"/>
                  </a:solidFill>
                </a:rPr>
                <a:t>임상 지식 입력 가능성</a:t>
              </a:r>
            </a:p>
            <a:p>
              <a:pPr algn="just"/>
              <a:r>
                <a:rPr lang="en-US" altLang="ko-KR" sz="1600" dirty="0">
                  <a:solidFill>
                    <a:srgbClr val="1F2937"/>
                  </a:solidFill>
                </a:rPr>
                <a:t>• </a:t>
              </a:r>
              <a:r>
                <a:rPr lang="ko-KR" altLang="en-US" sz="1600" dirty="0">
                  <a:solidFill>
                    <a:srgbClr val="1F2937"/>
                  </a:solidFill>
                </a:rPr>
                <a:t>파운데이션 모델 활용 방향 제시</a:t>
              </a:r>
            </a:p>
          </p:txBody>
        </p:sp>
      </p:grpSp>
      <p:sp>
        <p:nvSpPr>
          <p:cNvPr id="63" name="Shape 8">
            <a:extLst>
              <a:ext uri="{FF2B5EF4-FFF2-40B4-BE49-F238E27FC236}">
                <a16:creationId xmlns:a16="http://schemas.microsoft.com/office/drawing/2014/main" id="{E5954289-BA82-98EE-FE3A-BC4DDA02CBA4}"/>
              </a:ext>
            </a:extLst>
          </p:cNvPr>
          <p:cNvSpPr/>
          <p:nvPr/>
        </p:nvSpPr>
        <p:spPr>
          <a:xfrm>
            <a:off x="189566" y="4383701"/>
            <a:ext cx="2806868" cy="1840888"/>
          </a:xfrm>
          <a:prstGeom prst="roundRect">
            <a:avLst>
              <a:gd name="adj" fmla="val 3902"/>
            </a:avLst>
          </a:prstGeom>
          <a:blipFill>
            <a:blip r:embed="rId5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65" name="Shape 8">
            <a:extLst>
              <a:ext uri="{FF2B5EF4-FFF2-40B4-BE49-F238E27FC236}">
                <a16:creationId xmlns:a16="http://schemas.microsoft.com/office/drawing/2014/main" id="{FFAADCA4-6BCB-8532-279E-1B51EEBFB718}"/>
              </a:ext>
            </a:extLst>
          </p:cNvPr>
          <p:cNvSpPr/>
          <p:nvPr/>
        </p:nvSpPr>
        <p:spPr>
          <a:xfrm>
            <a:off x="6122418" y="4383701"/>
            <a:ext cx="2806868" cy="1840888"/>
          </a:xfrm>
          <a:prstGeom prst="roundRect">
            <a:avLst>
              <a:gd name="adj" fmla="val 3902"/>
            </a:avLst>
          </a:prstGeom>
          <a:blipFill>
            <a:blip r:embed="rId6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3E0FB-54C1-E7A6-0E6F-5DD25201F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B280EA0-8C32-0050-D7AA-E09C9370E1D1}"/>
              </a:ext>
            </a:extLst>
          </p:cNvPr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0D5302C-0BFF-7A28-B4B4-0EC5ACEFEBBC}"/>
              </a:ext>
            </a:extLst>
          </p:cNvPr>
          <p:cNvSpPr/>
          <p:nvPr/>
        </p:nvSpPr>
        <p:spPr>
          <a:xfrm>
            <a:off x="11070905" y="305394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altLang="ko-KR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D7431BB-EF0E-5E09-BF6A-94BE70D14AB8}"/>
              </a:ext>
            </a:extLst>
          </p:cNvPr>
          <p:cNvSpPr/>
          <p:nvPr/>
        </p:nvSpPr>
        <p:spPr>
          <a:xfrm>
            <a:off x="566928" y="402336"/>
            <a:ext cx="2628710" cy="493014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ko-KR" altLang="en-US" sz="28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실험구조</a:t>
            </a:r>
            <a:endParaRPr lang="en-US" sz="2800" dirty="0"/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C718F516-8DED-5003-B8FC-1DF1A4BA3B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194367"/>
              </p:ext>
            </p:extLst>
          </p:nvPr>
        </p:nvGraphicFramePr>
        <p:xfrm>
          <a:off x="322262" y="895350"/>
          <a:ext cx="3716338" cy="55902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6338">
                  <a:extLst>
                    <a:ext uri="{9D8B030D-6E8A-4147-A177-3AD203B41FA5}">
                      <a16:colId xmlns:a16="http://schemas.microsoft.com/office/drawing/2014/main" val="151152942"/>
                    </a:ext>
                  </a:extLst>
                </a:gridCol>
              </a:tblGrid>
              <a:tr h="47148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/>
                        <a:t>Input</a:t>
                      </a:r>
                      <a:endParaRPr lang="ko-KR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8634422"/>
                  </a:ext>
                </a:extLst>
              </a:tr>
              <a:tr h="152877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26733987"/>
                  </a:ext>
                </a:extLst>
              </a:tr>
              <a:tr h="3695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&lt;</a:t>
                      </a:r>
                      <a:r>
                        <a:rPr lang="ko-KR" altLang="en-US" dirty="0"/>
                        <a:t>영상</a:t>
                      </a:r>
                      <a:r>
                        <a:rPr lang="en-US" altLang="ko-KR" dirty="0"/>
                        <a:t>&gt;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8133327"/>
                  </a:ext>
                </a:extLst>
              </a:tr>
              <a:tr h="1097312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3773792890"/>
                  </a:ext>
                </a:extLst>
              </a:tr>
              <a:tr h="36673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&lt;</a:t>
                      </a:r>
                      <a:r>
                        <a:rPr lang="ko-KR" altLang="en-US" dirty="0"/>
                        <a:t>운동학적 지표</a:t>
                      </a:r>
                      <a:r>
                        <a:rPr lang="en-US" altLang="ko-KR" dirty="0"/>
                        <a:t>&gt;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31142"/>
                  </a:ext>
                </a:extLst>
              </a:tr>
              <a:tr h="1390626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blipFill>
                      <a:blip r:embed="rId5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2376814541"/>
                  </a:ext>
                </a:extLst>
              </a:tr>
              <a:tr h="33527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&lt;</a:t>
                      </a:r>
                      <a:r>
                        <a:rPr lang="ko-KR" altLang="en-US" dirty="0"/>
                        <a:t>비장애인 참조</a:t>
                      </a:r>
                      <a:r>
                        <a:rPr lang="en-US" altLang="ko-KR" dirty="0"/>
                        <a:t>&gt;</a:t>
                      </a:r>
                      <a:endParaRPr lang="ko-KR" altLang="en-US" dirty="0"/>
                    </a:p>
                  </a:txBody>
                  <a:tcPr>
                    <a:solidFill>
                      <a:schemeClr val="accent1">
                        <a:tint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3414710"/>
                  </a:ext>
                </a:extLst>
              </a:tr>
            </a:tbl>
          </a:graphicData>
        </a:graphic>
      </p:graphicFrame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51C16750-E9E3-9008-DDD8-D4689864A91E}"/>
              </a:ext>
            </a:extLst>
          </p:cNvPr>
          <p:cNvSpPr/>
          <p:nvPr/>
        </p:nvSpPr>
        <p:spPr>
          <a:xfrm>
            <a:off x="4776788" y="2995136"/>
            <a:ext cx="3109914" cy="1647825"/>
          </a:xfrm>
          <a:prstGeom prst="roundRect">
            <a:avLst/>
          </a:prstGeom>
          <a:noFill/>
          <a:ln w="2857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000" dirty="0">
                <a:solidFill>
                  <a:schemeClr val="tx1"/>
                </a:solidFill>
              </a:rPr>
              <a:t>VLM</a:t>
            </a:r>
            <a:endParaRPr lang="ko-KR" altLang="en-US" sz="4000" dirty="0">
              <a:solidFill>
                <a:schemeClr val="tx1"/>
              </a:solidFill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A91211E9-2410-7DD8-60EB-44C6C5FDAA02}"/>
              </a:ext>
            </a:extLst>
          </p:cNvPr>
          <p:cNvCxnSpPr>
            <a:endCxn id="6" idx="0"/>
          </p:cNvCxnSpPr>
          <p:nvPr/>
        </p:nvCxnSpPr>
        <p:spPr>
          <a:xfrm>
            <a:off x="4038600" y="2114550"/>
            <a:ext cx="2293145" cy="880586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6447B709-A863-36EC-0307-41FBA963F741}"/>
              </a:ext>
            </a:extLst>
          </p:cNvPr>
          <p:cNvCxnSpPr>
            <a:endCxn id="6" idx="1"/>
          </p:cNvCxnSpPr>
          <p:nvPr/>
        </p:nvCxnSpPr>
        <p:spPr>
          <a:xfrm>
            <a:off x="4000500" y="3819048"/>
            <a:ext cx="776288" cy="1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31860DD0-98AE-120F-42CE-0FFEE75617D0}"/>
              </a:ext>
            </a:extLst>
          </p:cNvPr>
          <p:cNvCxnSpPr>
            <a:endCxn id="6" idx="2"/>
          </p:cNvCxnSpPr>
          <p:nvPr/>
        </p:nvCxnSpPr>
        <p:spPr>
          <a:xfrm flipV="1">
            <a:off x="4038600" y="4642961"/>
            <a:ext cx="2293145" cy="910114"/>
          </a:xfrm>
          <a:prstGeom prst="bentConnector2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E449E5BF-50F6-80AF-33F7-E5EC65563D90}"/>
              </a:ext>
            </a:extLst>
          </p:cNvPr>
          <p:cNvSpPr/>
          <p:nvPr/>
        </p:nvSpPr>
        <p:spPr>
          <a:xfrm>
            <a:off x="8451530" y="729660"/>
            <a:ext cx="3471863" cy="1393455"/>
          </a:xfrm>
          <a:prstGeom prst="roundRect">
            <a:avLst/>
          </a:prstGeom>
          <a:noFill/>
          <a:ln w="2857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200" dirty="0">
              <a:solidFill>
                <a:schemeClr val="tx1"/>
              </a:solidFill>
            </a:endParaRPr>
          </a:p>
          <a:p>
            <a:pPr algn="ctr"/>
            <a:r>
              <a:rPr lang="en-US" altLang="ko-KR" sz="3200" dirty="0">
                <a:solidFill>
                  <a:schemeClr val="tx1"/>
                </a:solidFill>
              </a:rPr>
              <a:t>VLM</a:t>
            </a:r>
            <a:r>
              <a:rPr lang="ko-KR" altLang="en-US" sz="3200" dirty="0">
                <a:solidFill>
                  <a:schemeClr val="tx1"/>
                </a:solidFill>
              </a:rPr>
              <a:t>결과</a:t>
            </a:r>
            <a:endParaRPr lang="en-US" altLang="ko-KR" sz="3200" dirty="0">
              <a:solidFill>
                <a:schemeClr val="tx1"/>
              </a:solidFill>
            </a:endParaRPr>
          </a:p>
          <a:p>
            <a:pPr algn="ctr"/>
            <a:r>
              <a:rPr lang="ko-KR" altLang="en-US" b="1" dirty="0">
                <a:solidFill>
                  <a:srgbClr val="FF0000"/>
                </a:solidFill>
              </a:rPr>
              <a:t>결과</a:t>
            </a:r>
            <a:r>
              <a:rPr lang="en-US" altLang="ko-KR" b="1" dirty="0">
                <a:solidFill>
                  <a:srgbClr val="FF0000"/>
                </a:solidFill>
              </a:rPr>
              <a:t>1: </a:t>
            </a:r>
            <a:r>
              <a:rPr lang="ko-KR" altLang="en-US" b="1" dirty="0">
                <a:solidFill>
                  <a:srgbClr val="FF0000"/>
                </a:solidFill>
              </a:rPr>
              <a:t>정보종류에 따른 결과</a:t>
            </a:r>
            <a:endParaRPr lang="en-US" altLang="ko-KR" b="1" dirty="0">
              <a:solidFill>
                <a:srgbClr val="FF0000"/>
              </a:solidFill>
            </a:endParaRPr>
          </a:p>
          <a:p>
            <a:pPr algn="ctr"/>
            <a:r>
              <a:rPr lang="ko-KR" altLang="en-US" b="1" dirty="0">
                <a:solidFill>
                  <a:srgbClr val="FF0000"/>
                </a:solidFill>
              </a:rPr>
              <a:t>결과</a:t>
            </a:r>
            <a:r>
              <a:rPr lang="en-US" altLang="ko-KR" b="1" dirty="0">
                <a:solidFill>
                  <a:srgbClr val="FF0000"/>
                </a:solidFill>
              </a:rPr>
              <a:t>2: </a:t>
            </a:r>
            <a:r>
              <a:rPr lang="ko-KR" altLang="en-US" b="1" dirty="0">
                <a:solidFill>
                  <a:srgbClr val="FF0000"/>
                </a:solidFill>
              </a:rPr>
              <a:t>운동학 정보종류에 따른 결과</a:t>
            </a:r>
            <a:endParaRPr lang="en-US" altLang="ko-KR" b="1" dirty="0">
              <a:solidFill>
                <a:srgbClr val="FF0000"/>
              </a:solidFill>
            </a:endParaRPr>
          </a:p>
          <a:p>
            <a:pPr algn="ctr"/>
            <a:endParaRPr lang="ko-KR" altLang="en-US" sz="3200" dirty="0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F7C69D90-304E-1703-1BA1-592DD7E43946}"/>
              </a:ext>
            </a:extLst>
          </p:cNvPr>
          <p:cNvSpPr/>
          <p:nvPr/>
        </p:nvSpPr>
        <p:spPr>
          <a:xfrm>
            <a:off x="8502965" y="4081463"/>
            <a:ext cx="3420427" cy="1281303"/>
          </a:xfrm>
          <a:prstGeom prst="roundRect">
            <a:avLst/>
          </a:prstGeom>
          <a:noFill/>
          <a:ln w="2857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dirty="0">
                <a:solidFill>
                  <a:schemeClr val="tx1"/>
                </a:solidFill>
              </a:rPr>
              <a:t>전문가결과</a:t>
            </a:r>
          </a:p>
        </p:txBody>
      </p: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27FDB825-0EE7-0489-10A8-64F362F4DB1C}"/>
              </a:ext>
            </a:extLst>
          </p:cNvPr>
          <p:cNvCxnSpPr>
            <a:cxnSpLocks/>
            <a:stCxn id="6" idx="3"/>
            <a:endCxn id="17" idx="1"/>
          </p:cNvCxnSpPr>
          <p:nvPr/>
        </p:nvCxnSpPr>
        <p:spPr>
          <a:xfrm flipV="1">
            <a:off x="7886702" y="1426388"/>
            <a:ext cx="564828" cy="2392661"/>
          </a:xfrm>
          <a:prstGeom prst="bentConnector3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화살표: 위쪽/아래쪽 22">
            <a:extLst>
              <a:ext uri="{FF2B5EF4-FFF2-40B4-BE49-F238E27FC236}">
                <a16:creationId xmlns:a16="http://schemas.microsoft.com/office/drawing/2014/main" id="{C7F191CD-A5D7-1D5F-2547-33BF76C9E78F}"/>
              </a:ext>
            </a:extLst>
          </p:cNvPr>
          <p:cNvSpPr/>
          <p:nvPr/>
        </p:nvSpPr>
        <p:spPr>
          <a:xfrm>
            <a:off x="11361420" y="2136925"/>
            <a:ext cx="342900" cy="1896913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4A97DCD-CA61-83E3-839F-EF19560FD8CC}"/>
              </a:ext>
            </a:extLst>
          </p:cNvPr>
          <p:cNvSpPr txBox="1"/>
          <p:nvPr/>
        </p:nvSpPr>
        <p:spPr>
          <a:xfrm>
            <a:off x="8586628" y="2600146"/>
            <a:ext cx="27004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>
                <a:solidFill>
                  <a:srgbClr val="FF0000"/>
                </a:solidFill>
              </a:rPr>
              <a:t>정보 추가의 조건에 따른 비교</a:t>
            </a:r>
          </a:p>
        </p:txBody>
      </p:sp>
    </p:spTree>
    <p:extLst>
      <p:ext uri="{BB962C8B-B14F-4D97-AF65-F5344CB8AC3E}">
        <p14:creationId xmlns:p14="http://schemas.microsoft.com/office/powerpoint/2010/main" val="39501516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r>
              <a:rPr lang="en-US" altLang="ko-KR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</a:rPr>
              <a:t>포함하는 데이터 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ko-KR" altLang="en-US" sz="1600" dirty="0"/>
              <a:t>데이터는 총 </a:t>
            </a:r>
            <a:r>
              <a:rPr lang="en-US" altLang="ko-KR" sz="1600" dirty="0"/>
              <a:t>3</a:t>
            </a:r>
            <a:r>
              <a:rPr lang="ko-KR" altLang="en-US" sz="1600" dirty="0"/>
              <a:t>가지로</a:t>
            </a:r>
            <a:r>
              <a:rPr lang="en-US" altLang="ko-KR" sz="1600" dirty="0"/>
              <a:t>, </a:t>
            </a:r>
            <a:r>
              <a:rPr lang="ko-KR" altLang="en-US" sz="1600" dirty="0"/>
              <a:t>행동의 원본영상</a:t>
            </a:r>
            <a:r>
              <a:rPr lang="en-US" altLang="ko-KR" sz="1600" dirty="0"/>
              <a:t>, </a:t>
            </a:r>
            <a:r>
              <a:rPr lang="en-US" altLang="ko-KR" sz="1600" dirty="0" err="1"/>
              <a:t>Mediapipe+depth</a:t>
            </a:r>
            <a:r>
              <a:rPr lang="ko-KR" altLang="en-US" sz="1600" dirty="0"/>
              <a:t>를 이용한 운동학적 지표</a:t>
            </a:r>
            <a:r>
              <a:rPr lang="en-US" altLang="ko-KR" sz="1600" dirty="0"/>
              <a:t>, </a:t>
            </a:r>
            <a:r>
              <a:rPr lang="ko-KR" altLang="en-US" sz="1600" dirty="0"/>
              <a:t>비장애인 참조로 이루어진다</a:t>
            </a:r>
            <a:r>
              <a:rPr lang="en-US" altLang="ko-KR" sz="1600" dirty="0"/>
              <a:t>.</a:t>
            </a:r>
            <a:endParaRPr lang="en-US" sz="1600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A743ABF8-1F6E-23BE-ED70-0EFBF4B2EA8F}"/>
              </a:ext>
            </a:extLst>
          </p:cNvPr>
          <p:cNvGrpSpPr/>
          <p:nvPr/>
        </p:nvGrpSpPr>
        <p:grpSpPr>
          <a:xfrm>
            <a:off x="376427" y="1561891"/>
            <a:ext cx="3474720" cy="1471030"/>
            <a:chOff x="685800" y="1268441"/>
            <a:chExt cx="3474720" cy="1401318"/>
          </a:xfrm>
        </p:grpSpPr>
        <p:sp>
          <p:nvSpPr>
            <p:cNvPr id="6" name="Shape 4"/>
            <p:cNvSpPr/>
            <p:nvPr/>
          </p:nvSpPr>
          <p:spPr>
            <a:xfrm>
              <a:off x="685800" y="1268441"/>
              <a:ext cx="3474720" cy="1401318"/>
            </a:xfrm>
            <a:prstGeom prst="roundRect">
              <a:avLst>
                <a:gd name="adj" fmla="val 5714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7" name="Shape 5"/>
            <p:cNvSpPr/>
            <p:nvPr/>
          </p:nvSpPr>
          <p:spPr>
            <a:xfrm>
              <a:off x="685800" y="1268441"/>
              <a:ext cx="3474720" cy="411480"/>
            </a:xfrm>
            <a:prstGeom prst="rect">
              <a:avLst/>
            </a:prstGeom>
            <a:solidFill>
              <a:srgbClr val="193A66"/>
            </a:solidFill>
            <a:ln w="12700">
              <a:solidFill>
                <a:srgbClr val="193A66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8" name="Text 6"/>
            <p:cNvSpPr/>
            <p:nvPr/>
          </p:nvSpPr>
          <p:spPr>
            <a:xfrm>
              <a:off x="758952" y="1350737"/>
              <a:ext cx="332841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과제수행 영상</a:t>
              </a:r>
              <a:endParaRPr lang="en-US" sz="16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850392" y="1798793"/>
              <a:ext cx="3145536" cy="795528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r>
                <a:rPr lang="ko-KR" altLang="ko-KR" sz="1400" b="1" dirty="0"/>
                <a:t>• RGB-D 양손 동시 촬영</a:t>
              </a:r>
              <a:br>
                <a:rPr lang="ko-KR" altLang="ko-KR" sz="1400" dirty="0"/>
              </a:br>
              <a:r>
                <a:rPr lang="ko-KR" altLang="ko-KR" sz="1400" b="1" dirty="0"/>
                <a:t>• 4개 손 과제 × 8회 반복</a:t>
              </a:r>
              <a:br>
                <a:rPr lang="ko-KR" altLang="ko-KR" sz="1400" dirty="0"/>
              </a:br>
              <a:r>
                <a:rPr lang="ko-KR" altLang="ko-KR" sz="1400" b="1" dirty="0"/>
                <a:t>• 수행 영상에서 VLM 입력 프레임 구성</a:t>
              </a:r>
              <a:endParaRPr lang="ko-KR" altLang="ko-KR" sz="1400" dirty="0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B97DC481-1CA8-850E-2786-68EA7D664977}"/>
              </a:ext>
            </a:extLst>
          </p:cNvPr>
          <p:cNvGrpSpPr/>
          <p:nvPr/>
        </p:nvGrpSpPr>
        <p:grpSpPr>
          <a:xfrm>
            <a:off x="4129094" y="1561891"/>
            <a:ext cx="3474720" cy="1471030"/>
            <a:chOff x="4343400" y="1268441"/>
            <a:chExt cx="2990088" cy="1401318"/>
          </a:xfrm>
        </p:grpSpPr>
        <p:sp>
          <p:nvSpPr>
            <p:cNvPr id="10" name="Shape 8"/>
            <p:cNvSpPr/>
            <p:nvPr/>
          </p:nvSpPr>
          <p:spPr>
            <a:xfrm>
              <a:off x="4361688" y="1339307"/>
              <a:ext cx="2971800" cy="1330452"/>
            </a:xfrm>
            <a:prstGeom prst="roundRect">
              <a:avLst>
                <a:gd name="adj" fmla="val 5714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1" name="Shape 9"/>
            <p:cNvSpPr/>
            <p:nvPr/>
          </p:nvSpPr>
          <p:spPr>
            <a:xfrm>
              <a:off x="4343400" y="1268441"/>
              <a:ext cx="2990088" cy="411480"/>
            </a:xfrm>
            <a:prstGeom prst="rect">
              <a:avLst/>
            </a:prstGeom>
            <a:solidFill>
              <a:srgbClr val="16A7B8"/>
            </a:solidFill>
            <a:ln w="12700">
              <a:solidFill>
                <a:srgbClr val="16A7B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2" name="Text 10"/>
            <p:cNvSpPr/>
            <p:nvPr/>
          </p:nvSpPr>
          <p:spPr>
            <a:xfrm>
              <a:off x="4416552" y="1350737"/>
              <a:ext cx="282549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운동학적 지표</a:t>
              </a:r>
              <a:endParaRPr lang="en-US" sz="16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507992" y="1798793"/>
              <a:ext cx="2642616" cy="795528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r>
                <a:rPr lang="ko-KR" altLang="ko-KR" sz="1400" b="1" dirty="0"/>
                <a:t>• TAPV — 최대 속도 이후 감속 시간</a:t>
              </a:r>
              <a:br>
                <a:rPr lang="ko-KR" altLang="ko-KR" sz="1400" dirty="0"/>
              </a:br>
              <a:r>
                <a:rPr lang="ko-KR" altLang="ko-KR" sz="1400" b="1" dirty="0"/>
                <a:t>• </a:t>
              </a:r>
              <a:r>
                <a:rPr lang="ko-KR" altLang="ko-KR" sz="1400" b="1" dirty="0" err="1"/>
                <a:t>PAp</a:t>
              </a:r>
              <a:r>
                <a:rPr lang="ko-KR" altLang="ko-KR" sz="1400" b="1" dirty="0"/>
                <a:t> — 최대 손가락 벌림 거리</a:t>
              </a:r>
              <a:br>
                <a:rPr lang="ko-KR" altLang="ko-KR" sz="1400" dirty="0"/>
              </a:br>
              <a:r>
                <a:rPr lang="ko-KR" altLang="ko-KR" sz="1400" b="1" dirty="0"/>
                <a:t>• RTS — 도달 궤적의 부드러움</a:t>
              </a:r>
              <a:br>
                <a:rPr lang="ko-KR" altLang="ko-KR" sz="1400" dirty="0"/>
              </a:br>
              <a:r>
                <a:rPr lang="ko-KR" altLang="ko-KR" sz="1400" b="1" dirty="0"/>
                <a:t>• </a:t>
              </a:r>
              <a:r>
                <a:rPr lang="ko-KR" altLang="ko-KR" sz="1400" b="1" dirty="0" err="1"/>
                <a:t>TPAp</a:t>
              </a:r>
              <a:r>
                <a:rPr lang="ko-KR" altLang="ko-KR" sz="1400" b="1" dirty="0"/>
                <a:t> — 최대 벌림 도달 시간</a:t>
              </a:r>
              <a:endParaRPr lang="en-US" sz="1400" dirty="0"/>
            </a:p>
          </p:txBody>
        </p:sp>
      </p:grpSp>
      <p:sp>
        <p:nvSpPr>
          <p:cNvPr id="18" name="Shape 16"/>
          <p:cNvSpPr/>
          <p:nvPr/>
        </p:nvSpPr>
        <p:spPr>
          <a:xfrm>
            <a:off x="376427" y="3426112"/>
            <a:ext cx="3474720" cy="2256083"/>
          </a:xfrm>
          <a:prstGeom prst="roundRect">
            <a:avLst>
              <a:gd name="adj" fmla="val 3721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6" name="Shape 24"/>
          <p:cNvSpPr/>
          <p:nvPr/>
        </p:nvSpPr>
        <p:spPr>
          <a:xfrm>
            <a:off x="4129094" y="3428999"/>
            <a:ext cx="3474720" cy="2253195"/>
          </a:xfrm>
          <a:prstGeom prst="roundRect">
            <a:avLst>
              <a:gd name="adj" fmla="val 3721"/>
            </a:avLst>
          </a:prstGeom>
          <a:blipFill>
            <a:blip r:embed="rId4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0" name="Shape 28"/>
          <p:cNvSpPr/>
          <p:nvPr/>
        </p:nvSpPr>
        <p:spPr>
          <a:xfrm>
            <a:off x="7982001" y="3429000"/>
            <a:ext cx="3474719" cy="2253194"/>
          </a:xfrm>
          <a:prstGeom prst="roundRect">
            <a:avLst>
              <a:gd name="adj" fmla="val 3721"/>
            </a:avLst>
          </a:prstGeom>
          <a:blipFill>
            <a:blip r:embed="rId5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9812DCD-0B75-DDB5-0AB1-DCBE5D440447}"/>
              </a:ext>
            </a:extLst>
          </p:cNvPr>
          <p:cNvGrpSpPr/>
          <p:nvPr/>
        </p:nvGrpSpPr>
        <p:grpSpPr>
          <a:xfrm>
            <a:off x="7982002" y="1561891"/>
            <a:ext cx="3474720" cy="1471030"/>
            <a:chOff x="7498080" y="1268441"/>
            <a:chExt cx="3246120" cy="1444752"/>
          </a:xfrm>
        </p:grpSpPr>
        <p:sp>
          <p:nvSpPr>
            <p:cNvPr id="14" name="Shape 12"/>
            <p:cNvSpPr/>
            <p:nvPr/>
          </p:nvSpPr>
          <p:spPr>
            <a:xfrm>
              <a:off x="7498080" y="1268441"/>
              <a:ext cx="3246120" cy="1444752"/>
            </a:xfrm>
            <a:prstGeom prst="roundRect">
              <a:avLst>
                <a:gd name="adj" fmla="val 5714"/>
              </a:avLst>
            </a:prstGeom>
            <a:solidFill>
              <a:srgbClr val="FFF8ED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5" name="Shape 13"/>
            <p:cNvSpPr/>
            <p:nvPr/>
          </p:nvSpPr>
          <p:spPr>
            <a:xfrm>
              <a:off x="7498080" y="1268441"/>
              <a:ext cx="3246120" cy="411480"/>
            </a:xfrm>
            <a:prstGeom prst="rect">
              <a:avLst/>
            </a:prstGeom>
            <a:solidFill>
              <a:srgbClr val="F1A438"/>
            </a:solidFill>
            <a:ln w="12700">
              <a:solidFill>
                <a:srgbClr val="F1A43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6" name="Text 14"/>
            <p:cNvSpPr/>
            <p:nvPr/>
          </p:nvSpPr>
          <p:spPr>
            <a:xfrm>
              <a:off x="7571232" y="1350737"/>
              <a:ext cx="309981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비장애인 참조</a:t>
              </a:r>
              <a:endParaRPr lang="en-US" sz="16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62672" y="1798793"/>
              <a:ext cx="2916936" cy="795528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r>
                <a:rPr lang="ko-KR" altLang="ko-KR" sz="1400" b="1" dirty="0"/>
                <a:t>• 비장애인 15명 · 동일 과제 수행</a:t>
              </a:r>
              <a:br>
                <a:rPr lang="ko-KR" altLang="ko-KR" sz="1400" dirty="0"/>
              </a:br>
              <a:r>
                <a:rPr lang="ko-KR" altLang="ko-KR" sz="1400" b="1" dirty="0"/>
                <a:t>• 반복 시행 → 개인별 중앙값 산출</a:t>
              </a:r>
              <a:br>
                <a:rPr lang="ko-KR" altLang="ko-KR" sz="1400" dirty="0"/>
              </a:br>
              <a:r>
                <a:rPr lang="ko-KR" altLang="ko-KR" sz="1400" b="1" dirty="0"/>
                <a:t>• 과제별 </a:t>
              </a:r>
              <a:r>
                <a:rPr lang="ko-KR" altLang="ko-KR" sz="1400" b="1" dirty="0" err="1"/>
                <a:t>Median</a:t>
              </a:r>
              <a:r>
                <a:rPr lang="ko-KR" altLang="ko-KR" sz="1400" b="1" dirty="0"/>
                <a:t> · Q1 · Q3 구성</a:t>
              </a:r>
              <a:br>
                <a:rPr lang="ko-KR" altLang="ko-KR" sz="1400" dirty="0"/>
              </a:br>
              <a:r>
                <a:rPr lang="ko-KR" altLang="ko-KR" sz="1400" b="1" dirty="0"/>
                <a:t>• 환자 수치의 상대적 위치 제공</a:t>
              </a:r>
              <a:endParaRPr lang="en-US" sz="14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DC3177-B716-14A3-175D-AB0069836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ED3A4CE-3384-CA88-918D-402EA5EE4233}"/>
              </a:ext>
            </a:extLst>
          </p:cNvPr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5D1E5AF-F1E5-EC37-CDCC-3EF77506B97D}"/>
              </a:ext>
            </a:extLst>
          </p:cNvPr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r>
              <a:rPr lang="en-US" altLang="ko-KR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B428A3C-7CB9-6C82-C91F-9C2F918A3E65}"/>
              </a:ext>
            </a:extLst>
          </p:cNvPr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대상자와 네 가지 손 과제</a:t>
            </a:r>
            <a:endParaRPr lang="en-US" sz="3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B281B22-4B7E-F48C-7555-BE440E636C61}"/>
              </a:ext>
            </a:extLst>
          </p:cNvPr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ko-KR" alt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 </a:t>
            </a:r>
            <a:r>
              <a:rPr lang="en-US" altLang="ko-KR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r>
              <a:rPr lang="ko-KR" alt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명을 독립 분석 단위로 포함하고</a:t>
            </a:r>
            <a:r>
              <a:rPr lang="en-US" altLang="ko-KR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과제는 양손 동시 촬영으로 수집함</a:t>
            </a:r>
            <a:endParaRPr lang="en-US" sz="1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B603707-A43E-C72B-A540-2D84D3425D97}"/>
              </a:ext>
            </a:extLst>
          </p:cNvPr>
          <p:cNvSpPr/>
          <p:nvPr/>
        </p:nvSpPr>
        <p:spPr>
          <a:xfrm>
            <a:off x="685800" y="1268441"/>
            <a:ext cx="3474720" cy="1401318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2A7907FF-FC8A-8A1E-EE82-0CE289741319}"/>
              </a:ext>
            </a:extLst>
          </p:cNvPr>
          <p:cNvSpPr/>
          <p:nvPr/>
        </p:nvSpPr>
        <p:spPr>
          <a:xfrm>
            <a:off x="685800" y="1268441"/>
            <a:ext cx="347472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682CC51-9731-7023-66B2-B927D175689E}"/>
              </a:ext>
            </a:extLst>
          </p:cNvPr>
          <p:cNvSpPr/>
          <p:nvPr/>
        </p:nvSpPr>
        <p:spPr>
          <a:xfrm>
            <a:off x="758952" y="1350737"/>
            <a:ext cx="332841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대상자 구성</a:t>
            </a:r>
            <a:endParaRPr lang="en-US" sz="16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937B510-A130-B309-A5A9-CE0A37B57C62}"/>
              </a:ext>
            </a:extLst>
          </p:cNvPr>
          <p:cNvSpPr/>
          <p:nvPr/>
        </p:nvSpPr>
        <p:spPr>
          <a:xfrm>
            <a:off x="850392" y="1803388"/>
            <a:ext cx="3145536" cy="79552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r>
              <a:rPr lang="ko-KR" altLang="ko-KR" sz="1400" b="1" dirty="0"/>
              <a:t>• 개발 점검 4명: </a:t>
            </a:r>
            <a:r>
              <a:rPr lang="ko-KR" altLang="ko-KR" sz="1400" b="1" dirty="0" err="1"/>
              <a:t>측정·지침</a:t>
            </a:r>
            <a:r>
              <a:rPr lang="ko-KR" altLang="ko-KR" sz="1400" b="1" dirty="0"/>
              <a:t> 확인</a:t>
            </a:r>
            <a:br>
              <a:rPr lang="ko-KR" altLang="ko-KR" sz="1400" dirty="0"/>
            </a:br>
            <a:r>
              <a:rPr lang="ko-KR" altLang="ko-KR" sz="1400" b="1" dirty="0"/>
              <a:t>• 비장애인 참조 15명: 비교 분포 구성</a:t>
            </a:r>
            <a:br>
              <a:rPr lang="ko-KR" altLang="ko-KR" sz="1400" dirty="0"/>
            </a:br>
            <a:r>
              <a:rPr lang="ko-KR" altLang="ko-KR" sz="1400" b="1" dirty="0"/>
              <a:t>• </a:t>
            </a:r>
            <a:r>
              <a:rPr lang="ko-KR" altLang="en-US" sz="1400" b="1" dirty="0"/>
              <a:t>장애인</a:t>
            </a:r>
            <a:r>
              <a:rPr lang="ko-KR" altLang="ko-KR" sz="1400" b="1" dirty="0"/>
              <a:t>15명: 주 분석 대상</a:t>
            </a:r>
            <a:endParaRPr lang="en-US" sz="1400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67477FA-8FA7-783D-AFD6-2E8044FDEC70}"/>
              </a:ext>
            </a:extLst>
          </p:cNvPr>
          <p:cNvGrpSpPr/>
          <p:nvPr/>
        </p:nvGrpSpPr>
        <p:grpSpPr>
          <a:xfrm>
            <a:off x="4343400" y="1268441"/>
            <a:ext cx="3470980" cy="1401318"/>
            <a:chOff x="4343400" y="1268441"/>
            <a:chExt cx="2990088" cy="1401318"/>
          </a:xfrm>
        </p:grpSpPr>
        <p:sp>
          <p:nvSpPr>
            <p:cNvPr id="10" name="Shape 8">
              <a:extLst>
                <a:ext uri="{FF2B5EF4-FFF2-40B4-BE49-F238E27FC236}">
                  <a16:creationId xmlns:a16="http://schemas.microsoft.com/office/drawing/2014/main" id="{62FE2C6C-316C-1D38-0490-931A66BF4C5B}"/>
                </a:ext>
              </a:extLst>
            </p:cNvPr>
            <p:cNvSpPr/>
            <p:nvPr/>
          </p:nvSpPr>
          <p:spPr>
            <a:xfrm>
              <a:off x="4361688" y="1339307"/>
              <a:ext cx="2971800" cy="1330452"/>
            </a:xfrm>
            <a:prstGeom prst="roundRect">
              <a:avLst>
                <a:gd name="adj" fmla="val 5714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1" name="Shape 9">
              <a:extLst>
                <a:ext uri="{FF2B5EF4-FFF2-40B4-BE49-F238E27FC236}">
                  <a16:creationId xmlns:a16="http://schemas.microsoft.com/office/drawing/2014/main" id="{943844C6-0021-0CF1-80B9-9804038C4472}"/>
                </a:ext>
              </a:extLst>
            </p:cNvPr>
            <p:cNvSpPr/>
            <p:nvPr/>
          </p:nvSpPr>
          <p:spPr>
            <a:xfrm>
              <a:off x="4343400" y="1268441"/>
              <a:ext cx="2971800" cy="411480"/>
            </a:xfrm>
            <a:prstGeom prst="rect">
              <a:avLst/>
            </a:prstGeom>
            <a:solidFill>
              <a:srgbClr val="16A7B8"/>
            </a:solidFill>
            <a:ln w="12700">
              <a:solidFill>
                <a:srgbClr val="16A7B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24BF40C1-7DC6-5CA8-4802-0B7FE73EF045}"/>
                </a:ext>
              </a:extLst>
            </p:cNvPr>
            <p:cNvSpPr/>
            <p:nvPr/>
          </p:nvSpPr>
          <p:spPr>
            <a:xfrm>
              <a:off x="4416552" y="1350737"/>
              <a:ext cx="282549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600" b="1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장애인</a:t>
              </a:r>
              <a:r>
                <a:rPr 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기준</a:t>
              </a:r>
              <a:endParaRPr lang="en-US" sz="1600" dirty="0"/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839224FB-38C2-BF09-5717-AFCA4253074E}"/>
                </a:ext>
              </a:extLst>
            </p:cNvPr>
            <p:cNvSpPr/>
            <p:nvPr/>
          </p:nvSpPr>
          <p:spPr>
            <a:xfrm>
              <a:off x="4507992" y="1750788"/>
              <a:ext cx="2642616" cy="891828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r>
                <a:rPr lang="ko-KR" altLang="ko-KR" sz="1400" b="1" dirty="0"/>
                <a:t>• 40–80세 성인</a:t>
              </a:r>
              <a:br>
                <a:rPr lang="ko-KR" altLang="ko-KR" sz="1400" dirty="0"/>
              </a:br>
              <a:r>
                <a:rPr lang="ko-KR" altLang="ko-KR" sz="1400" b="1" dirty="0"/>
                <a:t>• 일측 </a:t>
              </a:r>
              <a:r>
                <a:rPr lang="ko-KR" altLang="ko-KR" sz="1400" b="1" dirty="0" err="1"/>
                <a:t>편마비</a:t>
              </a:r>
              <a:br>
                <a:rPr lang="ko-KR" altLang="ko-KR" sz="1400" dirty="0"/>
              </a:br>
              <a:r>
                <a:rPr lang="ko-KR" altLang="ko-KR" sz="1400" b="1" dirty="0"/>
                <a:t>• </a:t>
              </a:r>
              <a:r>
                <a:rPr lang="ko-KR" altLang="ko-KR" sz="1400" b="1" dirty="0" err="1"/>
                <a:t>Brunnstrom</a:t>
              </a:r>
              <a:r>
                <a:rPr lang="ko-KR" altLang="ko-KR" sz="1400" b="1" dirty="0"/>
                <a:t> 손 단계 III–</a:t>
              </a:r>
              <a:r>
                <a:rPr lang="ko-KR" altLang="ko-KR" sz="1400" b="1" dirty="0" err="1"/>
                <a:t>V</a:t>
              </a:r>
              <a:br>
                <a:rPr lang="ko-KR" altLang="ko-KR" sz="1400" dirty="0"/>
              </a:br>
              <a:r>
                <a:rPr lang="ko-KR" altLang="ko-KR" sz="1400" b="1" dirty="0"/>
                <a:t>• 지시 이해 및 착석 수행 가능</a:t>
              </a:r>
              <a:endParaRPr lang="en-US" sz="1400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D64CB0FF-0834-32D4-134B-2BCE3704F09B}"/>
              </a:ext>
            </a:extLst>
          </p:cNvPr>
          <p:cNvGrpSpPr/>
          <p:nvPr/>
        </p:nvGrpSpPr>
        <p:grpSpPr>
          <a:xfrm>
            <a:off x="7993126" y="1268441"/>
            <a:ext cx="3525265" cy="1444752"/>
            <a:chOff x="7498080" y="1268441"/>
            <a:chExt cx="3246120" cy="1444752"/>
          </a:xfrm>
        </p:grpSpPr>
        <p:sp>
          <p:nvSpPr>
            <p:cNvPr id="14" name="Shape 12">
              <a:extLst>
                <a:ext uri="{FF2B5EF4-FFF2-40B4-BE49-F238E27FC236}">
                  <a16:creationId xmlns:a16="http://schemas.microsoft.com/office/drawing/2014/main" id="{6595D827-06C5-3CE7-73F7-D063CB2BDE2B}"/>
                </a:ext>
              </a:extLst>
            </p:cNvPr>
            <p:cNvSpPr/>
            <p:nvPr/>
          </p:nvSpPr>
          <p:spPr>
            <a:xfrm>
              <a:off x="7498080" y="1268441"/>
              <a:ext cx="3246120" cy="1444752"/>
            </a:xfrm>
            <a:prstGeom prst="roundRect">
              <a:avLst>
                <a:gd name="adj" fmla="val 5714"/>
              </a:avLst>
            </a:prstGeom>
            <a:solidFill>
              <a:srgbClr val="FFF8ED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5" name="Shape 13">
              <a:extLst>
                <a:ext uri="{FF2B5EF4-FFF2-40B4-BE49-F238E27FC236}">
                  <a16:creationId xmlns:a16="http://schemas.microsoft.com/office/drawing/2014/main" id="{6CD5DC2E-879F-B420-F695-851E2FCFD3CC}"/>
                </a:ext>
              </a:extLst>
            </p:cNvPr>
            <p:cNvSpPr/>
            <p:nvPr/>
          </p:nvSpPr>
          <p:spPr>
            <a:xfrm>
              <a:off x="7498080" y="1268441"/>
              <a:ext cx="3246120" cy="411480"/>
            </a:xfrm>
            <a:prstGeom prst="rect">
              <a:avLst/>
            </a:prstGeom>
            <a:solidFill>
              <a:srgbClr val="F1A438"/>
            </a:solidFill>
            <a:ln w="12700">
              <a:solidFill>
                <a:srgbClr val="F1A43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6" name="Text 14">
              <a:extLst>
                <a:ext uri="{FF2B5EF4-FFF2-40B4-BE49-F238E27FC236}">
                  <a16:creationId xmlns:a16="http://schemas.microsoft.com/office/drawing/2014/main" id="{0528D6ED-9EF5-BC1D-75BF-FA852CD978F9}"/>
                </a:ext>
              </a:extLst>
            </p:cNvPr>
            <p:cNvSpPr/>
            <p:nvPr/>
          </p:nvSpPr>
          <p:spPr>
            <a:xfrm>
              <a:off x="7571232" y="1350737"/>
              <a:ext cx="309981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분석 원칙</a:t>
              </a:r>
              <a:endParaRPr lang="en-US" sz="1600" dirty="0"/>
            </a:p>
          </p:txBody>
        </p:sp>
        <p:sp>
          <p:nvSpPr>
            <p:cNvPr id="17" name="Text 15">
              <a:extLst>
                <a:ext uri="{FF2B5EF4-FFF2-40B4-BE49-F238E27FC236}">
                  <a16:creationId xmlns:a16="http://schemas.microsoft.com/office/drawing/2014/main" id="{F10FA495-3696-4B42-A072-84CB1DF6C45D}"/>
                </a:ext>
              </a:extLst>
            </p:cNvPr>
            <p:cNvSpPr/>
            <p:nvPr/>
          </p:nvSpPr>
          <p:spPr>
            <a:xfrm>
              <a:off x="7662672" y="1798793"/>
              <a:ext cx="2916936" cy="870966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r>
                <a:rPr lang="ko-KR" altLang="ko-KR" sz="1400" b="1" dirty="0"/>
                <a:t>• 양손을 함께 촬영</a:t>
              </a:r>
              <a:br>
                <a:rPr lang="ko-KR" altLang="ko-KR" sz="1400" dirty="0"/>
              </a:br>
              <a:r>
                <a:rPr lang="ko-KR" altLang="ko-KR" sz="1400" b="1" dirty="0"/>
                <a:t>• 주 분석은 마비측 기준</a:t>
              </a:r>
              <a:br>
                <a:rPr lang="ko-KR" altLang="ko-KR" sz="1400" dirty="0"/>
              </a:br>
              <a:r>
                <a:rPr lang="ko-KR" altLang="ko-KR" sz="1400" b="1" dirty="0"/>
                <a:t>• </a:t>
              </a:r>
              <a:r>
                <a:rPr lang="ko-KR" altLang="en-US" sz="1400" b="1" dirty="0"/>
                <a:t>장애인</a:t>
              </a:r>
              <a:r>
                <a:rPr lang="ko-KR" altLang="ko-KR" sz="1400" b="1" dirty="0"/>
                <a:t> 15명을 독립 분석 단위로 </a:t>
              </a:r>
              <a:r>
                <a:rPr lang="ko-KR" altLang="en-US" sz="1400" b="1" dirty="0"/>
                <a:t>포함</a:t>
              </a:r>
              <a:endParaRPr lang="en-US" sz="1400" dirty="0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82AF5E57-AF17-E1B7-DBF7-005496D82C07}"/>
              </a:ext>
            </a:extLst>
          </p:cNvPr>
          <p:cNvGrpSpPr/>
          <p:nvPr/>
        </p:nvGrpSpPr>
        <p:grpSpPr>
          <a:xfrm>
            <a:off x="586740" y="5507263"/>
            <a:ext cx="11018520" cy="502920"/>
            <a:chOff x="586740" y="5231365"/>
            <a:chExt cx="11018520" cy="502920"/>
          </a:xfrm>
        </p:grpSpPr>
        <p:sp>
          <p:nvSpPr>
            <p:cNvPr id="34" name="Shape 32">
              <a:extLst>
                <a:ext uri="{FF2B5EF4-FFF2-40B4-BE49-F238E27FC236}">
                  <a16:creationId xmlns:a16="http://schemas.microsoft.com/office/drawing/2014/main" id="{FBC92D76-34CA-60F3-879E-5D508765843D}"/>
                </a:ext>
              </a:extLst>
            </p:cNvPr>
            <p:cNvSpPr/>
            <p:nvPr/>
          </p:nvSpPr>
          <p:spPr>
            <a:xfrm>
              <a:off x="586740" y="5231365"/>
              <a:ext cx="11018520" cy="502920"/>
            </a:xfrm>
            <a:prstGeom prst="roundRect">
              <a:avLst>
                <a:gd name="adj" fmla="val 9091"/>
              </a:avLst>
            </a:prstGeom>
            <a:solidFill>
              <a:srgbClr val="193A66"/>
            </a:solidFill>
            <a:ln w="12700">
              <a:solidFill>
                <a:srgbClr val="193A66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5" name="Text 33">
              <a:extLst>
                <a:ext uri="{FF2B5EF4-FFF2-40B4-BE49-F238E27FC236}">
                  <a16:creationId xmlns:a16="http://schemas.microsoft.com/office/drawing/2014/main" id="{99103524-0CA0-829A-E6BE-377416ED999F}"/>
                </a:ext>
              </a:extLst>
            </p:cNvPr>
            <p:cNvSpPr/>
            <p:nvPr/>
          </p:nvSpPr>
          <p:spPr>
            <a:xfrm>
              <a:off x="777240" y="5337521"/>
              <a:ext cx="10607040" cy="393192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 fontScale="92500"/>
            </a:bodyPr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과제 구성은 Brunnstrom 손 회복단계와 FMA·ARAT의 대표 손 기능 개념을 참고하되, 본 연구용 과제로 표준화한다.</a:t>
              </a:r>
              <a:endParaRPr lang="en-US" sz="1600" dirty="0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6D92FDD5-2E99-6C12-2888-1723209E6710}"/>
              </a:ext>
            </a:extLst>
          </p:cNvPr>
          <p:cNvGrpSpPr/>
          <p:nvPr/>
        </p:nvGrpSpPr>
        <p:grpSpPr>
          <a:xfrm>
            <a:off x="685800" y="2896073"/>
            <a:ext cx="2240280" cy="2335292"/>
            <a:chOff x="685800" y="2896073"/>
            <a:chExt cx="2240280" cy="2335292"/>
          </a:xfrm>
        </p:grpSpPr>
        <p:sp>
          <p:nvSpPr>
            <p:cNvPr id="18" name="Shape 16">
              <a:extLst>
                <a:ext uri="{FF2B5EF4-FFF2-40B4-BE49-F238E27FC236}">
                  <a16:creationId xmlns:a16="http://schemas.microsoft.com/office/drawing/2014/main" id="{7AF9AECE-4353-AAEF-C624-6F36015F6C1E}"/>
                </a:ext>
              </a:extLst>
            </p:cNvPr>
            <p:cNvSpPr/>
            <p:nvPr/>
          </p:nvSpPr>
          <p:spPr>
            <a:xfrm>
              <a:off x="685800" y="2896073"/>
              <a:ext cx="2240280" cy="1965960"/>
            </a:xfrm>
            <a:prstGeom prst="roundRect">
              <a:avLst>
                <a:gd name="adj" fmla="val 3721"/>
              </a:avLst>
            </a:prstGeom>
            <a:blipFill>
              <a:blip r:embed="rId3"/>
              <a:stretch>
                <a:fillRect/>
              </a:stretch>
            </a:blipFill>
            <a:ln w="12700">
              <a:solidFill>
                <a:srgbClr val="94A3B8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6B9F248-6C95-E0B0-0EE5-6743B50F5E77}"/>
                </a:ext>
              </a:extLst>
            </p:cNvPr>
            <p:cNvSpPr txBox="1"/>
            <p:nvPr/>
          </p:nvSpPr>
          <p:spPr>
            <a:xfrm>
              <a:off x="685800" y="4862033"/>
              <a:ext cx="22280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b="1" dirty="0"/>
                <a:t>맨손 개폐</a:t>
              </a:r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F61CC6EB-3D86-42C2-1483-141FBE40DC23}"/>
              </a:ext>
            </a:extLst>
          </p:cNvPr>
          <p:cNvGrpSpPr/>
          <p:nvPr/>
        </p:nvGrpSpPr>
        <p:grpSpPr>
          <a:xfrm>
            <a:off x="3506724" y="2896073"/>
            <a:ext cx="2275333" cy="2335292"/>
            <a:chOff x="3506724" y="2896073"/>
            <a:chExt cx="2275333" cy="2335292"/>
          </a:xfrm>
        </p:grpSpPr>
        <p:sp>
          <p:nvSpPr>
            <p:cNvPr id="22" name="Shape 20">
              <a:extLst>
                <a:ext uri="{FF2B5EF4-FFF2-40B4-BE49-F238E27FC236}">
                  <a16:creationId xmlns:a16="http://schemas.microsoft.com/office/drawing/2014/main" id="{E115B1C3-337A-30F0-08FD-1E51C9E27659}"/>
                </a:ext>
              </a:extLst>
            </p:cNvPr>
            <p:cNvSpPr/>
            <p:nvPr/>
          </p:nvSpPr>
          <p:spPr>
            <a:xfrm>
              <a:off x="3541777" y="2896073"/>
              <a:ext cx="2240280" cy="1965960"/>
            </a:xfrm>
            <a:prstGeom prst="roundRect">
              <a:avLst>
                <a:gd name="adj" fmla="val 3721"/>
              </a:avLst>
            </a:prstGeom>
            <a:blipFill>
              <a:blip r:embed="rId4"/>
              <a:stretch>
                <a:fillRect/>
              </a:stretch>
            </a:blipFill>
            <a:ln w="12700">
              <a:solidFill>
                <a:srgbClr val="94A3B8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2A74D8B-4F48-B1E6-3420-F7A453CC3053}"/>
                </a:ext>
              </a:extLst>
            </p:cNvPr>
            <p:cNvSpPr txBox="1"/>
            <p:nvPr/>
          </p:nvSpPr>
          <p:spPr>
            <a:xfrm>
              <a:off x="3506724" y="4862033"/>
              <a:ext cx="22280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b="1" dirty="0"/>
                <a:t>원통 잡기</a:t>
              </a:r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D3994E51-B09F-8428-1643-B3F5D3CA0662}"/>
              </a:ext>
            </a:extLst>
          </p:cNvPr>
          <p:cNvGrpSpPr/>
          <p:nvPr/>
        </p:nvGrpSpPr>
        <p:grpSpPr>
          <a:xfrm>
            <a:off x="6397754" y="2896073"/>
            <a:ext cx="2287523" cy="2335292"/>
            <a:chOff x="6397754" y="2896073"/>
            <a:chExt cx="2287523" cy="2335292"/>
          </a:xfrm>
        </p:grpSpPr>
        <p:sp>
          <p:nvSpPr>
            <p:cNvPr id="26" name="Shape 24">
              <a:extLst>
                <a:ext uri="{FF2B5EF4-FFF2-40B4-BE49-F238E27FC236}">
                  <a16:creationId xmlns:a16="http://schemas.microsoft.com/office/drawing/2014/main" id="{62BBFBBD-EAB2-8E9E-2073-1B366EEFA3C9}"/>
                </a:ext>
              </a:extLst>
            </p:cNvPr>
            <p:cNvSpPr/>
            <p:nvPr/>
          </p:nvSpPr>
          <p:spPr>
            <a:xfrm>
              <a:off x="6409944" y="2896073"/>
              <a:ext cx="2240280" cy="1965960"/>
            </a:xfrm>
            <a:prstGeom prst="roundRect">
              <a:avLst>
                <a:gd name="adj" fmla="val 3721"/>
              </a:avLst>
            </a:prstGeom>
            <a:blipFill>
              <a:blip r:embed="rId5"/>
              <a:stretch>
                <a:fillRect/>
              </a:stretch>
            </a:blipFill>
            <a:ln w="12700">
              <a:solidFill>
                <a:srgbClr val="94A3B8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A701407-F5CD-9230-EB3B-566987053FE5}"/>
                </a:ext>
              </a:extLst>
            </p:cNvPr>
            <p:cNvSpPr txBox="1"/>
            <p:nvPr/>
          </p:nvSpPr>
          <p:spPr>
            <a:xfrm>
              <a:off x="6397754" y="4862033"/>
              <a:ext cx="22875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b="1" dirty="0"/>
                <a:t>구형 잡기</a:t>
              </a:r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49E7F20F-906F-2E3D-E529-93EF66BCF72F}"/>
              </a:ext>
            </a:extLst>
          </p:cNvPr>
          <p:cNvGrpSpPr/>
          <p:nvPr/>
        </p:nvGrpSpPr>
        <p:grpSpPr>
          <a:xfrm>
            <a:off x="9278111" y="2896073"/>
            <a:ext cx="2240280" cy="2335292"/>
            <a:chOff x="9278111" y="2896073"/>
            <a:chExt cx="2240280" cy="2335292"/>
          </a:xfrm>
        </p:grpSpPr>
        <p:sp>
          <p:nvSpPr>
            <p:cNvPr id="30" name="Shape 28">
              <a:extLst>
                <a:ext uri="{FF2B5EF4-FFF2-40B4-BE49-F238E27FC236}">
                  <a16:creationId xmlns:a16="http://schemas.microsoft.com/office/drawing/2014/main" id="{D0ECEF8C-4395-B054-B0F0-3F4B93F8EB58}"/>
                </a:ext>
              </a:extLst>
            </p:cNvPr>
            <p:cNvSpPr/>
            <p:nvPr/>
          </p:nvSpPr>
          <p:spPr>
            <a:xfrm>
              <a:off x="9278111" y="2896073"/>
              <a:ext cx="2240280" cy="1965960"/>
            </a:xfrm>
            <a:prstGeom prst="roundRect">
              <a:avLst>
                <a:gd name="adj" fmla="val 3721"/>
              </a:avLst>
            </a:prstGeom>
            <a:blipFill>
              <a:blip r:embed="rId6"/>
              <a:stretch>
                <a:fillRect/>
              </a:stretch>
            </a:blipFill>
            <a:ln w="12700">
              <a:solidFill>
                <a:srgbClr val="94A3B8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DB28A0F-BCFD-4DEC-5F7D-D76F20A7B340}"/>
                </a:ext>
              </a:extLst>
            </p:cNvPr>
            <p:cNvSpPr txBox="1"/>
            <p:nvPr/>
          </p:nvSpPr>
          <p:spPr>
            <a:xfrm>
              <a:off x="9284206" y="4862033"/>
              <a:ext cx="22280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b="1" dirty="0"/>
                <a:t>측면 잡기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448595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후보와 선정 근거</a:t>
            </a:r>
            <a:endParaRPr lang="en-US" sz="3200" dirty="0"/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ED7C723C-8288-C6BE-70D0-77102455CA94}"/>
              </a:ext>
            </a:extLst>
          </p:cNvPr>
          <p:cNvGrpSpPr/>
          <p:nvPr/>
        </p:nvGrpSpPr>
        <p:grpSpPr>
          <a:xfrm>
            <a:off x="5165977" y="1161214"/>
            <a:ext cx="3211463" cy="2196224"/>
            <a:chOff x="5519356" y="1129849"/>
            <a:chExt cx="2578576" cy="2145472"/>
          </a:xfrm>
        </p:grpSpPr>
        <p:sp>
          <p:nvSpPr>
            <p:cNvPr id="10" name="Shape 8"/>
            <p:cNvSpPr/>
            <p:nvPr/>
          </p:nvSpPr>
          <p:spPr>
            <a:xfrm>
              <a:off x="5519356" y="1129849"/>
              <a:ext cx="2578576" cy="2145472"/>
            </a:xfrm>
            <a:prstGeom prst="roundRect">
              <a:avLst>
                <a:gd name="adj" fmla="val 4444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1" name="Shape 9"/>
            <p:cNvSpPr/>
            <p:nvPr/>
          </p:nvSpPr>
          <p:spPr>
            <a:xfrm>
              <a:off x="5519356" y="1129850"/>
              <a:ext cx="2578576" cy="470479"/>
            </a:xfrm>
            <a:prstGeom prst="rect">
              <a:avLst/>
            </a:prstGeom>
            <a:solidFill>
              <a:srgbClr val="193A66"/>
            </a:solidFill>
            <a:ln w="12700">
              <a:solidFill>
                <a:srgbClr val="193A66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2" name="Text 10"/>
            <p:cNvSpPr/>
            <p:nvPr/>
          </p:nvSpPr>
          <p:spPr>
            <a:xfrm>
              <a:off x="5586991" y="1223946"/>
              <a:ext cx="2443307" cy="261377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주 모델</a:t>
              </a:r>
              <a:endParaRPr lang="en-US" sz="16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730714" y="1600329"/>
              <a:ext cx="2274220" cy="1539075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ko-KR" alt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모델</a:t>
              </a:r>
              <a:r>
                <a:rPr lang="en-US" altLang="ko-KR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: Qwen2.5-VL-32B-Instruct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endParaRPr lang="en-US" altLang="ko-KR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ko-KR" alt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선정 근거</a:t>
              </a:r>
              <a:r>
                <a:rPr lang="en-US" altLang="ko-KR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: </a:t>
              </a:r>
              <a:r>
                <a:rPr lang="ko-KR" alt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선행 </a:t>
              </a:r>
              <a:r>
                <a:rPr lang="en-US" altLang="ko-KR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VLM </a:t>
              </a:r>
              <a:r>
                <a:rPr lang="ko-KR" alt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재활 연구와의 연결성 및 일관된 성능 비교 기준 확보</a:t>
              </a:r>
            </a:p>
          </p:txBody>
        </p:sp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AD3B638A-912E-988E-0544-FB6BB28A8E7C}"/>
              </a:ext>
            </a:extLst>
          </p:cNvPr>
          <p:cNvGrpSpPr/>
          <p:nvPr/>
        </p:nvGrpSpPr>
        <p:grpSpPr>
          <a:xfrm>
            <a:off x="8613648" y="1161214"/>
            <a:ext cx="3079088" cy="2196223"/>
            <a:chOff x="8368471" y="1129850"/>
            <a:chExt cx="3339468" cy="2150066"/>
          </a:xfrm>
        </p:grpSpPr>
        <p:sp>
          <p:nvSpPr>
            <p:cNvPr id="14" name="Shape 12"/>
            <p:cNvSpPr/>
            <p:nvPr/>
          </p:nvSpPr>
          <p:spPr>
            <a:xfrm>
              <a:off x="8368471" y="1134445"/>
              <a:ext cx="3339468" cy="2145471"/>
            </a:xfrm>
            <a:prstGeom prst="roundRect">
              <a:avLst>
                <a:gd name="adj" fmla="val 4444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5" name="Shape 13"/>
            <p:cNvSpPr/>
            <p:nvPr/>
          </p:nvSpPr>
          <p:spPr>
            <a:xfrm>
              <a:off x="8368471" y="1129850"/>
              <a:ext cx="3339468" cy="470479"/>
            </a:xfrm>
            <a:prstGeom prst="rect">
              <a:avLst/>
            </a:prstGeom>
            <a:solidFill>
              <a:srgbClr val="16A7B8"/>
            </a:solidFill>
            <a:ln w="12700">
              <a:solidFill>
                <a:srgbClr val="16A7B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6" name="Text 14"/>
            <p:cNvSpPr/>
            <p:nvPr/>
          </p:nvSpPr>
          <p:spPr>
            <a:xfrm>
              <a:off x="8436106" y="1223946"/>
              <a:ext cx="3204198" cy="261377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최신 계열 확인</a:t>
              </a:r>
              <a:endParaRPr lang="en-US" sz="16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479329" y="1618441"/>
              <a:ext cx="3035111" cy="1577674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marL="285750" lvl="0" indent="-285750">
                <a:buFont typeface="Arial" panose="020B0604020202020204" pitchFamily="34" charset="0"/>
                <a:buChar char="•"/>
              </a:pPr>
              <a:r>
                <a:rPr lang="ko-KR" altLang="ko-KR" sz="1400" b="1" dirty="0"/>
                <a:t>모델: Qwen3-VL-8B-Instruct, Qwen3-VL-30B-A3B-Instruct</a:t>
              </a:r>
            </a:p>
            <a:p>
              <a:pPr marL="285750" lvl="0" indent="-285750">
                <a:buFont typeface="Arial" panose="020B0604020202020204" pitchFamily="34" charset="0"/>
                <a:buChar char="•"/>
              </a:pPr>
              <a:endParaRPr lang="en-US" altLang="ko-KR" sz="1400" b="1" dirty="0"/>
            </a:p>
            <a:p>
              <a:pPr marL="285750" lvl="0" indent="-285750">
                <a:buFont typeface="Arial" panose="020B0604020202020204" pitchFamily="34" charset="0"/>
                <a:buChar char="•"/>
              </a:pPr>
              <a:r>
                <a:rPr lang="ko-KR" altLang="ko-KR" sz="1400" b="1" dirty="0"/>
                <a:t>선정 근거: 발전된 최신 아키텍처 환경에서도 제안 가설/경향성이 유효한지 추적</a:t>
              </a:r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E6001B4D-A17B-FC0B-FA91-23F23C6D7FC7}"/>
              </a:ext>
            </a:extLst>
          </p:cNvPr>
          <p:cNvGrpSpPr/>
          <p:nvPr/>
        </p:nvGrpSpPr>
        <p:grpSpPr>
          <a:xfrm>
            <a:off x="5165977" y="3516228"/>
            <a:ext cx="3211462" cy="2224992"/>
            <a:chOff x="5519356" y="3493353"/>
            <a:chExt cx="2578576" cy="2079910"/>
          </a:xfrm>
        </p:grpSpPr>
        <p:sp>
          <p:nvSpPr>
            <p:cNvPr id="18" name="Shape 16"/>
            <p:cNvSpPr/>
            <p:nvPr/>
          </p:nvSpPr>
          <p:spPr>
            <a:xfrm>
              <a:off x="5519356" y="3493353"/>
              <a:ext cx="2578576" cy="2079910"/>
            </a:xfrm>
            <a:prstGeom prst="roundRect">
              <a:avLst>
                <a:gd name="adj" fmla="val 4444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9" name="Shape 17"/>
            <p:cNvSpPr/>
            <p:nvPr/>
          </p:nvSpPr>
          <p:spPr>
            <a:xfrm>
              <a:off x="5519356" y="3493354"/>
              <a:ext cx="2578576" cy="470479"/>
            </a:xfrm>
            <a:prstGeom prst="rect">
              <a:avLst/>
            </a:prstGeom>
            <a:solidFill>
              <a:srgbClr val="7665B7"/>
            </a:solidFill>
            <a:ln w="12700">
              <a:solidFill>
                <a:srgbClr val="7665B7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20" name="Text 18"/>
            <p:cNvSpPr/>
            <p:nvPr/>
          </p:nvSpPr>
          <p:spPr>
            <a:xfrm>
              <a:off x="5586991" y="3587450"/>
              <a:ext cx="2443307" cy="261377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보조 모델</a:t>
              </a:r>
              <a:endParaRPr lang="en-US" sz="16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671534" y="4099748"/>
              <a:ext cx="2274220" cy="1212138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ko-KR" alt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모델</a:t>
              </a:r>
              <a:r>
                <a:rPr lang="en-US" altLang="ko-KR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: LLaVA-NeXT-Video-7B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endParaRPr lang="en-US" altLang="ko-KR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ko-KR" alt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선정 근거</a:t>
              </a:r>
              <a:r>
                <a:rPr lang="en-US" altLang="ko-KR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: </a:t>
              </a:r>
              <a:r>
                <a:rPr lang="ko-KR" alt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비</a:t>
              </a:r>
              <a:r>
                <a:rPr lang="en-US" altLang="ko-KR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(</a:t>
              </a:r>
              <a:r>
                <a:rPr lang="ko-KR" alt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非</a:t>
              </a:r>
              <a:r>
                <a:rPr lang="en-US" altLang="ko-KR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) Qwen </a:t>
              </a:r>
              <a:r>
                <a:rPr lang="ko-KR" alt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계열 </a:t>
              </a:r>
              <a:r>
                <a:rPr lang="ko-KR" altLang="en-US" sz="1400" b="1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멀티모달</a:t>
              </a:r>
              <a:r>
                <a:rPr lang="ko-KR" alt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모델을 교차 검증하여</a:t>
              </a:r>
              <a:r>
                <a:rPr lang="en-US" altLang="ko-KR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, </a:t>
              </a:r>
              <a:r>
                <a:rPr lang="ko-KR" alt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입력 추가 정보 효과의 일반화 가능성 입증</a:t>
              </a:r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3EB9D135-E59E-3C2E-DCC0-27DDBB1B4C30}"/>
              </a:ext>
            </a:extLst>
          </p:cNvPr>
          <p:cNvGrpSpPr/>
          <p:nvPr/>
        </p:nvGrpSpPr>
        <p:grpSpPr>
          <a:xfrm>
            <a:off x="8616988" y="3520554"/>
            <a:ext cx="3075748" cy="2220666"/>
            <a:chOff x="8368471" y="3493354"/>
            <a:chExt cx="3339468" cy="2079909"/>
          </a:xfrm>
        </p:grpSpPr>
        <p:sp>
          <p:nvSpPr>
            <p:cNvPr id="22" name="Shape 20"/>
            <p:cNvSpPr/>
            <p:nvPr/>
          </p:nvSpPr>
          <p:spPr>
            <a:xfrm>
              <a:off x="8368471" y="3493354"/>
              <a:ext cx="3339468" cy="2079909"/>
            </a:xfrm>
            <a:prstGeom prst="roundRect">
              <a:avLst>
                <a:gd name="adj" fmla="val 4444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23" name="Shape 21"/>
            <p:cNvSpPr/>
            <p:nvPr/>
          </p:nvSpPr>
          <p:spPr>
            <a:xfrm>
              <a:off x="8368471" y="3493354"/>
              <a:ext cx="3339468" cy="470479"/>
            </a:xfrm>
            <a:prstGeom prst="rect">
              <a:avLst/>
            </a:prstGeom>
            <a:solidFill>
              <a:srgbClr val="7665B7"/>
            </a:solidFill>
            <a:ln w="12700">
              <a:solidFill>
                <a:srgbClr val="7665B7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24" name="Text 22"/>
            <p:cNvSpPr/>
            <p:nvPr/>
          </p:nvSpPr>
          <p:spPr>
            <a:xfrm>
              <a:off x="8436106" y="3587450"/>
              <a:ext cx="3204198" cy="261377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보조 모델</a:t>
              </a:r>
              <a:endParaRPr lang="en-US" sz="16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20650" y="4099748"/>
              <a:ext cx="3035111" cy="1016105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ko-KR" alt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모델</a:t>
              </a:r>
              <a:r>
                <a:rPr lang="en-US" altLang="ko-KR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: LLaVA-OneVision-7B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endParaRPr lang="en-US" altLang="ko-KR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ko-KR" alt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선정 근거</a:t>
              </a:r>
              <a:r>
                <a:rPr lang="en-US" altLang="ko-KR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: </a:t>
              </a:r>
              <a:r>
                <a:rPr lang="ko-KR" alt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비</a:t>
              </a:r>
              <a:r>
                <a:rPr lang="en-US" altLang="ko-KR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(</a:t>
              </a:r>
              <a:r>
                <a:rPr lang="ko-KR" alt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非</a:t>
              </a:r>
              <a:r>
                <a:rPr lang="en-US" altLang="ko-KR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) Qwen </a:t>
              </a:r>
              <a:r>
                <a:rPr lang="ko-KR" alt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계열 </a:t>
              </a:r>
              <a:r>
                <a:rPr lang="ko-KR" altLang="en-US" sz="1400" b="1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멀티모달</a:t>
              </a:r>
              <a:r>
                <a:rPr lang="ko-KR" alt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모델을 교차 검증하여</a:t>
              </a:r>
              <a:r>
                <a:rPr lang="en-US" altLang="ko-KR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, </a:t>
              </a:r>
              <a:r>
                <a:rPr lang="ko-KR" alt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입력 추가 정보 효과의 일반화 가능성 입증</a:t>
              </a: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E150A127-3DE1-0B41-D833-166B0714874E}"/>
              </a:ext>
            </a:extLst>
          </p:cNvPr>
          <p:cNvGrpSpPr/>
          <p:nvPr/>
        </p:nvGrpSpPr>
        <p:grpSpPr>
          <a:xfrm>
            <a:off x="685800" y="1142999"/>
            <a:ext cx="4371975" cy="4750239"/>
            <a:chOff x="685800" y="1142999"/>
            <a:chExt cx="4681378" cy="4750239"/>
          </a:xfrm>
        </p:grpSpPr>
        <p:sp>
          <p:nvSpPr>
            <p:cNvPr id="6" name="Shape 4"/>
            <p:cNvSpPr/>
            <p:nvPr/>
          </p:nvSpPr>
          <p:spPr>
            <a:xfrm>
              <a:off x="685800" y="1142999"/>
              <a:ext cx="4681378" cy="4329616"/>
            </a:xfrm>
            <a:prstGeom prst="roundRect">
              <a:avLst>
                <a:gd name="adj" fmla="val 2222"/>
              </a:avLst>
            </a:prstGeom>
            <a:blipFill>
              <a:blip r:embed="rId3"/>
              <a:stretch>
                <a:fillRect/>
              </a:stretch>
            </a:blipFill>
            <a:ln w="12700">
              <a:solidFill>
                <a:srgbClr val="94A3B8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0311297-A97A-60C8-CADD-622ADBE53503}"/>
                </a:ext>
              </a:extLst>
            </p:cNvPr>
            <p:cNvSpPr txBox="1"/>
            <p:nvPr/>
          </p:nvSpPr>
          <p:spPr>
            <a:xfrm>
              <a:off x="685800" y="5523906"/>
              <a:ext cx="468137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 dirty="0"/>
                <a:t>&lt;</a:t>
              </a:r>
              <a:r>
                <a:rPr lang="ko-KR" altLang="en-US" b="1" dirty="0"/>
                <a:t>모델 출력 예시</a:t>
              </a:r>
              <a:r>
                <a:rPr lang="en-US" altLang="ko-KR" b="1" dirty="0"/>
                <a:t>&gt;</a:t>
              </a:r>
              <a:endParaRPr lang="ko-KR" altLang="en-US" b="1" dirty="0"/>
            </a:p>
          </p:txBody>
        </p:sp>
      </p:grpSp>
      <p:sp>
        <p:nvSpPr>
          <p:cNvPr id="27" name="Text 1">
            <a:extLst>
              <a:ext uri="{FF2B5EF4-FFF2-40B4-BE49-F238E27FC236}">
                <a16:creationId xmlns:a16="http://schemas.microsoft.com/office/drawing/2014/main" id="{FF992DFF-E1D2-9FD2-DC1B-3660B038AC83}"/>
              </a:ext>
            </a:extLst>
          </p:cNvPr>
          <p:cNvSpPr/>
          <p:nvPr/>
        </p:nvSpPr>
        <p:spPr>
          <a:xfrm>
            <a:off x="11052841" y="341454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altLang="ko-KR" b="1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r>
              <a:rPr lang="en-US" altLang="ko-KR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ko-KR" altLang="en-US" sz="3600" b="1" dirty="0"/>
              <a:t>비교</a:t>
            </a:r>
            <a:r>
              <a:rPr lang="en-US" altLang="ko-KR" sz="3600" b="1" dirty="0"/>
              <a:t>1(</a:t>
            </a:r>
            <a:r>
              <a:rPr lang="ko-KR" altLang="en-US" sz="3600" b="1" dirty="0"/>
              <a:t>정보 추가에 따른 효과 검증</a:t>
            </a:r>
            <a:r>
              <a:rPr lang="en-US" altLang="ko-KR" sz="3600" b="1" dirty="0"/>
              <a:t>)</a:t>
            </a:r>
            <a:endParaRPr lang="en-US" sz="3600" b="1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1018520" cy="438912"/>
          </a:xfrm>
          <a:prstGeom prst="roundRect">
            <a:avLst>
              <a:gd name="adj" fmla="val 10417"/>
            </a:avLst>
          </a:prstGeom>
          <a:solidFill>
            <a:srgbClr val="199E75"/>
          </a:solidFill>
          <a:ln w="12700">
            <a:solidFill>
              <a:srgbClr val="199E7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7" name="Text 5"/>
          <p:cNvSpPr/>
          <p:nvPr/>
        </p:nvSpPr>
        <p:spPr>
          <a:xfrm>
            <a:off x="777240" y="1188720"/>
            <a:ext cx="10607040" cy="329184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비교: 최종 제안 방식(A3)과 영상만(A1) — 전체 정보 묶음의 추가효과</a:t>
            </a:r>
            <a:endParaRPr lang="en-US" sz="2000" dirty="0"/>
          </a:p>
        </p:txBody>
      </p: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C2BE93F5-9CD1-507E-5C38-140573604ED7}"/>
              </a:ext>
            </a:extLst>
          </p:cNvPr>
          <p:cNvGrpSpPr/>
          <p:nvPr/>
        </p:nvGrpSpPr>
        <p:grpSpPr>
          <a:xfrm>
            <a:off x="685800" y="1783080"/>
            <a:ext cx="10698480" cy="3395457"/>
            <a:chOff x="685800" y="1783080"/>
            <a:chExt cx="10698480" cy="3182112"/>
          </a:xfrm>
        </p:grpSpPr>
        <p:sp>
          <p:nvSpPr>
            <p:cNvPr id="8" name="Shape 6"/>
            <p:cNvSpPr/>
            <p:nvPr/>
          </p:nvSpPr>
          <p:spPr>
            <a:xfrm>
              <a:off x="685800" y="1783080"/>
              <a:ext cx="2651760" cy="530352"/>
            </a:xfrm>
            <a:prstGeom prst="rect">
              <a:avLst/>
            </a:prstGeom>
            <a:solidFill>
              <a:srgbClr val="193A66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9" name="Text 7"/>
            <p:cNvSpPr/>
            <p:nvPr/>
          </p:nvSpPr>
          <p:spPr>
            <a:xfrm>
              <a:off x="722376" y="1901952"/>
              <a:ext cx="2578608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조건</a:t>
              </a:r>
              <a:endParaRPr lang="en-US" sz="16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37560" y="1783080"/>
              <a:ext cx="1508760" cy="530352"/>
            </a:xfrm>
            <a:prstGeom prst="rect">
              <a:avLst/>
            </a:prstGeom>
            <a:solidFill>
              <a:srgbClr val="193A66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1" name="Text 9"/>
            <p:cNvSpPr/>
            <p:nvPr/>
          </p:nvSpPr>
          <p:spPr>
            <a:xfrm>
              <a:off x="3374136" y="1901952"/>
              <a:ext cx="1435608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영상</a:t>
              </a:r>
              <a:endParaRPr lang="en-US" sz="16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846320" y="1783080"/>
              <a:ext cx="1508760" cy="530352"/>
            </a:xfrm>
            <a:prstGeom prst="rect">
              <a:avLst/>
            </a:prstGeom>
            <a:solidFill>
              <a:srgbClr val="193A66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3" name="Text 11"/>
            <p:cNvSpPr/>
            <p:nvPr/>
          </p:nvSpPr>
          <p:spPr>
            <a:xfrm>
              <a:off x="4882896" y="1901952"/>
              <a:ext cx="1435608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b="1" dirty="0" err="1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수치</a:t>
              </a:r>
              <a:endParaRPr lang="en-US" sz="16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355080" y="1783080"/>
              <a:ext cx="1691640" cy="530352"/>
            </a:xfrm>
            <a:prstGeom prst="rect">
              <a:avLst/>
            </a:prstGeom>
            <a:solidFill>
              <a:srgbClr val="193A66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5" name="Text 13"/>
            <p:cNvSpPr/>
            <p:nvPr/>
          </p:nvSpPr>
          <p:spPr>
            <a:xfrm>
              <a:off x="6391656" y="1901952"/>
              <a:ext cx="1618488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비장애</a:t>
              </a:r>
              <a:r>
                <a:rPr 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인 참조</a:t>
              </a:r>
              <a:endParaRPr lang="en-US" sz="16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8046720" y="1783080"/>
              <a:ext cx="3337560" cy="530352"/>
            </a:xfrm>
            <a:prstGeom prst="rect">
              <a:avLst/>
            </a:prstGeom>
            <a:solidFill>
              <a:srgbClr val="193A66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7" name="Text 15"/>
            <p:cNvSpPr/>
            <p:nvPr/>
          </p:nvSpPr>
          <p:spPr>
            <a:xfrm>
              <a:off x="8083296" y="1901952"/>
              <a:ext cx="3264408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평가 방법</a:t>
              </a:r>
              <a:endParaRPr lang="en-US" sz="16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5800" y="2313432"/>
              <a:ext cx="2651760" cy="530352"/>
            </a:xfrm>
            <a:prstGeom prst="rect">
              <a:avLst/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9" name="Text 17"/>
            <p:cNvSpPr/>
            <p:nvPr/>
          </p:nvSpPr>
          <p:spPr>
            <a:xfrm>
              <a:off x="731520" y="2432304"/>
              <a:ext cx="2560320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A0 수치 </a:t>
              </a:r>
              <a:r>
                <a:rPr lang="en-US" sz="1400" b="1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학습</a:t>
              </a:r>
              <a:r>
                <a:rPr 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ko-KR" alt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모델</a:t>
              </a:r>
              <a:endParaRPr lang="en-US" sz="14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337560" y="2313432"/>
              <a:ext cx="1508760" cy="530352"/>
            </a:xfrm>
            <a:prstGeom prst="rect">
              <a:avLst/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21" name="Text 19"/>
            <p:cNvSpPr/>
            <p:nvPr/>
          </p:nvSpPr>
          <p:spPr>
            <a:xfrm>
              <a:off x="3383280" y="2432304"/>
              <a:ext cx="1417320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제거</a:t>
              </a:r>
              <a:endParaRPr lang="en-US" sz="14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46320" y="2313432"/>
              <a:ext cx="1508760" cy="530352"/>
            </a:xfrm>
            <a:prstGeom prst="rect">
              <a:avLst/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23" name="Text 21"/>
            <p:cNvSpPr/>
            <p:nvPr/>
          </p:nvSpPr>
          <p:spPr>
            <a:xfrm>
              <a:off x="4892040" y="2432304"/>
              <a:ext cx="1417320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포함</a:t>
              </a:r>
              <a:endParaRPr lang="en-US" sz="14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355080" y="2313432"/>
              <a:ext cx="1691640" cy="530352"/>
            </a:xfrm>
            <a:prstGeom prst="rect">
              <a:avLst/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25" name="Text 23"/>
            <p:cNvSpPr/>
            <p:nvPr/>
          </p:nvSpPr>
          <p:spPr>
            <a:xfrm>
              <a:off x="6400800" y="2432304"/>
              <a:ext cx="1600200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—</a:t>
              </a:r>
              <a:endParaRPr lang="en-US" sz="14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46720" y="2313432"/>
              <a:ext cx="3337560" cy="530352"/>
            </a:xfrm>
            <a:prstGeom prst="rect">
              <a:avLst/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27" name="Text 25"/>
            <p:cNvSpPr/>
            <p:nvPr/>
          </p:nvSpPr>
          <p:spPr>
            <a:xfrm>
              <a:off x="8092440" y="2432304"/>
              <a:ext cx="3246120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로지스틱 회귀 학습</a:t>
              </a:r>
              <a:endParaRPr lang="en-US" sz="14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5800" y="2843784"/>
              <a:ext cx="2651760" cy="530352"/>
            </a:xfrm>
            <a:prstGeom prst="rect">
              <a:avLst/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29" name="Text 27"/>
            <p:cNvSpPr/>
            <p:nvPr/>
          </p:nvSpPr>
          <p:spPr>
            <a:xfrm>
              <a:off x="731520" y="2962656"/>
              <a:ext cx="2560320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A1 영상만</a:t>
              </a:r>
              <a:endParaRPr lang="en-US" sz="14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337560" y="2843784"/>
              <a:ext cx="1508760" cy="530352"/>
            </a:xfrm>
            <a:prstGeom prst="rect">
              <a:avLst/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31" name="Text 29"/>
            <p:cNvSpPr/>
            <p:nvPr/>
          </p:nvSpPr>
          <p:spPr>
            <a:xfrm>
              <a:off x="3383280" y="2962656"/>
              <a:ext cx="1417320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제공</a:t>
              </a:r>
              <a:endParaRPr lang="en-US" sz="14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846320" y="2843784"/>
              <a:ext cx="1508760" cy="530352"/>
            </a:xfrm>
            <a:prstGeom prst="rect">
              <a:avLst/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33" name="Text 31"/>
            <p:cNvSpPr/>
            <p:nvPr/>
          </p:nvSpPr>
          <p:spPr>
            <a:xfrm>
              <a:off x="4892040" y="2962656"/>
              <a:ext cx="1417320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제거</a:t>
              </a:r>
              <a:endParaRPr lang="en-US" sz="14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55080" y="2843784"/>
              <a:ext cx="1691640" cy="530352"/>
            </a:xfrm>
            <a:prstGeom prst="rect">
              <a:avLst/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35" name="Text 33"/>
            <p:cNvSpPr/>
            <p:nvPr/>
          </p:nvSpPr>
          <p:spPr>
            <a:xfrm>
              <a:off x="6400800" y="2962656"/>
              <a:ext cx="1600200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제거</a:t>
              </a:r>
              <a:endParaRPr lang="en-US" sz="14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046720" y="2843784"/>
              <a:ext cx="3337560" cy="530352"/>
            </a:xfrm>
            <a:prstGeom prst="rect">
              <a:avLst/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37" name="Text 35"/>
            <p:cNvSpPr/>
            <p:nvPr/>
          </p:nvSpPr>
          <p:spPr>
            <a:xfrm>
              <a:off x="8092440" y="2962656"/>
              <a:ext cx="3246120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동일한 동결 VLM</a:t>
              </a:r>
              <a:endParaRPr lang="en-US" sz="14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85800" y="3374136"/>
              <a:ext cx="2651760" cy="530352"/>
            </a:xfrm>
            <a:prstGeom prst="rect">
              <a:avLst/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39" name="Text 37"/>
            <p:cNvSpPr/>
            <p:nvPr/>
          </p:nvSpPr>
          <p:spPr>
            <a:xfrm>
              <a:off x="731520" y="3493008"/>
              <a:ext cx="2560320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A2 영상+수치</a:t>
              </a:r>
              <a:endParaRPr lang="en-US" sz="14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37560" y="3374136"/>
              <a:ext cx="1508760" cy="530352"/>
            </a:xfrm>
            <a:prstGeom prst="rect">
              <a:avLst/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41" name="Text 39"/>
            <p:cNvSpPr/>
            <p:nvPr/>
          </p:nvSpPr>
          <p:spPr>
            <a:xfrm>
              <a:off x="3383280" y="3493008"/>
              <a:ext cx="1417320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제공</a:t>
              </a:r>
              <a:endParaRPr lang="en-US" sz="14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846320" y="3374136"/>
              <a:ext cx="1508760" cy="530352"/>
            </a:xfrm>
            <a:prstGeom prst="rect">
              <a:avLst/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43" name="Text 41"/>
            <p:cNvSpPr/>
            <p:nvPr/>
          </p:nvSpPr>
          <p:spPr>
            <a:xfrm>
              <a:off x="4892040" y="3493008"/>
              <a:ext cx="1417320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제공</a:t>
              </a:r>
              <a:endParaRPr lang="en-US" sz="14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355080" y="3374136"/>
              <a:ext cx="1691640" cy="530352"/>
            </a:xfrm>
            <a:prstGeom prst="rect">
              <a:avLst/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45" name="Text 43"/>
            <p:cNvSpPr/>
            <p:nvPr/>
          </p:nvSpPr>
          <p:spPr>
            <a:xfrm>
              <a:off x="6400800" y="3493008"/>
              <a:ext cx="1600200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제거</a:t>
              </a:r>
              <a:endParaRPr lang="en-US" sz="14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046720" y="3374136"/>
              <a:ext cx="3337560" cy="530352"/>
            </a:xfrm>
            <a:prstGeom prst="rect">
              <a:avLst/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47" name="Text 45"/>
            <p:cNvSpPr/>
            <p:nvPr/>
          </p:nvSpPr>
          <p:spPr>
            <a:xfrm>
              <a:off x="8092440" y="3493008"/>
              <a:ext cx="3246120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동일한 동결 VLM</a:t>
              </a:r>
              <a:endParaRPr lang="en-US" sz="14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85800" y="3904488"/>
              <a:ext cx="2651760" cy="530352"/>
            </a:xfrm>
            <a:prstGeom prst="rect">
              <a:avLst/>
            </a:prstGeom>
            <a:solidFill>
              <a:srgbClr val="EAF7F2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49" name="Text 47"/>
            <p:cNvSpPr/>
            <p:nvPr/>
          </p:nvSpPr>
          <p:spPr>
            <a:xfrm>
              <a:off x="731520" y="4023360"/>
              <a:ext cx="2560320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99E75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A3 최종 제안</a:t>
              </a:r>
              <a:endParaRPr lang="en-US" sz="14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337560" y="3904488"/>
              <a:ext cx="1508760" cy="530352"/>
            </a:xfrm>
            <a:prstGeom prst="rect">
              <a:avLst/>
            </a:prstGeom>
            <a:solidFill>
              <a:srgbClr val="EAF7F2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51" name="Text 49"/>
            <p:cNvSpPr/>
            <p:nvPr/>
          </p:nvSpPr>
          <p:spPr>
            <a:xfrm>
              <a:off x="3383280" y="4023360"/>
              <a:ext cx="1417320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99E75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제공</a:t>
              </a:r>
              <a:endParaRPr lang="en-US" sz="14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4846320" y="3904488"/>
              <a:ext cx="1508760" cy="530352"/>
            </a:xfrm>
            <a:prstGeom prst="rect">
              <a:avLst/>
            </a:prstGeom>
            <a:solidFill>
              <a:srgbClr val="EAF7F2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53" name="Text 51"/>
            <p:cNvSpPr/>
            <p:nvPr/>
          </p:nvSpPr>
          <p:spPr>
            <a:xfrm>
              <a:off x="4892040" y="4023360"/>
              <a:ext cx="1417320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99E75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제공</a:t>
              </a:r>
              <a:endParaRPr lang="en-US" sz="1400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355080" y="3904488"/>
              <a:ext cx="1691640" cy="530352"/>
            </a:xfrm>
            <a:prstGeom prst="rect">
              <a:avLst/>
            </a:prstGeom>
            <a:solidFill>
              <a:srgbClr val="EAF7F2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55" name="Text 53"/>
            <p:cNvSpPr/>
            <p:nvPr/>
          </p:nvSpPr>
          <p:spPr>
            <a:xfrm>
              <a:off x="6400800" y="4023360"/>
              <a:ext cx="1600200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99E75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제공</a:t>
              </a:r>
              <a:endParaRPr lang="en-US" sz="14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8046720" y="3904488"/>
              <a:ext cx="3337560" cy="530352"/>
            </a:xfrm>
            <a:prstGeom prst="rect">
              <a:avLst/>
            </a:prstGeom>
            <a:solidFill>
              <a:srgbClr val="EAF7F2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57" name="Text 55"/>
            <p:cNvSpPr/>
            <p:nvPr/>
          </p:nvSpPr>
          <p:spPr>
            <a:xfrm>
              <a:off x="8092440" y="4023360"/>
              <a:ext cx="3246120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99E75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동일한 동결 VLM</a:t>
              </a:r>
              <a:endParaRPr lang="en-US" sz="14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685800" y="4434840"/>
              <a:ext cx="2651760" cy="530352"/>
            </a:xfrm>
            <a:prstGeom prst="rect">
              <a:avLst/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59" name="Text 57"/>
            <p:cNvSpPr/>
            <p:nvPr/>
          </p:nvSpPr>
          <p:spPr>
            <a:xfrm>
              <a:off x="731520" y="4553712"/>
              <a:ext cx="2560320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A4 수</a:t>
              </a:r>
              <a:r>
                <a:rPr lang="ko-KR" alt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치</a:t>
              </a:r>
              <a:endParaRPr lang="en-US" sz="14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337560" y="4434840"/>
              <a:ext cx="1508760" cy="530352"/>
            </a:xfrm>
            <a:prstGeom prst="rect">
              <a:avLst/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61" name="Text 59"/>
            <p:cNvSpPr/>
            <p:nvPr/>
          </p:nvSpPr>
          <p:spPr>
            <a:xfrm>
              <a:off x="3383280" y="4553712"/>
              <a:ext cx="1417320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제거</a:t>
              </a:r>
              <a:endParaRPr lang="en-US" sz="1400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846320" y="4434840"/>
              <a:ext cx="1508760" cy="530352"/>
            </a:xfrm>
            <a:prstGeom prst="rect">
              <a:avLst/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63" name="Text 61"/>
            <p:cNvSpPr/>
            <p:nvPr/>
          </p:nvSpPr>
          <p:spPr>
            <a:xfrm>
              <a:off x="4892040" y="4553712"/>
              <a:ext cx="1417320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제공</a:t>
              </a:r>
              <a:endParaRPr lang="en-US" sz="1400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6355080" y="4434840"/>
              <a:ext cx="1691640" cy="530352"/>
            </a:xfrm>
            <a:prstGeom prst="rect">
              <a:avLst/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65" name="Text 63"/>
            <p:cNvSpPr/>
            <p:nvPr/>
          </p:nvSpPr>
          <p:spPr>
            <a:xfrm>
              <a:off x="6400800" y="4553712"/>
              <a:ext cx="1600200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제공</a:t>
              </a:r>
              <a:endParaRPr lang="en-US" sz="1400" dirty="0"/>
            </a:p>
          </p:txBody>
        </p:sp>
        <p:sp>
          <p:nvSpPr>
            <p:cNvPr id="66" name="Shape 64"/>
            <p:cNvSpPr/>
            <p:nvPr/>
          </p:nvSpPr>
          <p:spPr>
            <a:xfrm>
              <a:off x="8046720" y="4434840"/>
              <a:ext cx="3337560" cy="530352"/>
            </a:xfrm>
            <a:prstGeom prst="rect">
              <a:avLst/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67" name="Text 65"/>
            <p:cNvSpPr/>
            <p:nvPr/>
          </p:nvSpPr>
          <p:spPr>
            <a:xfrm>
              <a:off x="8092440" y="4553712"/>
              <a:ext cx="3246120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동일한 동결 VLM</a:t>
              </a:r>
              <a:endParaRPr lang="en-US" sz="1400" dirty="0"/>
            </a:p>
          </p:txBody>
        </p:sp>
      </p:grpSp>
      <p:sp>
        <p:nvSpPr>
          <p:cNvPr id="88" name="TextBox 87">
            <a:extLst>
              <a:ext uri="{FF2B5EF4-FFF2-40B4-BE49-F238E27FC236}">
                <a16:creationId xmlns:a16="http://schemas.microsoft.com/office/drawing/2014/main" id="{B1C41EF0-F248-1714-C53D-30ED1F037DAF}"/>
              </a:ext>
            </a:extLst>
          </p:cNvPr>
          <p:cNvSpPr txBox="1"/>
          <p:nvPr/>
        </p:nvSpPr>
        <p:spPr>
          <a:xfrm>
            <a:off x="722377" y="5353146"/>
            <a:ext cx="602764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000" b="1" dirty="0"/>
              <a:t>영상</a:t>
            </a:r>
            <a:r>
              <a:rPr lang="en-US" altLang="ko-KR" sz="2000" b="1" dirty="0"/>
              <a:t>: </a:t>
            </a:r>
            <a:r>
              <a:rPr lang="ko-KR" altLang="en-US" sz="2000" b="1" dirty="0"/>
              <a:t>과제 수행영상</a:t>
            </a:r>
            <a:endParaRPr lang="en-US" altLang="ko-KR" sz="20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000" b="1" dirty="0"/>
              <a:t>수치</a:t>
            </a:r>
            <a:r>
              <a:rPr lang="en-US" altLang="ko-KR" sz="2000" b="1" dirty="0"/>
              <a:t>: </a:t>
            </a:r>
            <a:r>
              <a:rPr lang="en-US" altLang="ko-KR" sz="2000" b="1" dirty="0" err="1"/>
              <a:t>Mediapipe+depth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결합한 운동학 지표</a:t>
            </a:r>
            <a:endParaRPr lang="en-US" altLang="ko-KR" sz="20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000" b="1" dirty="0"/>
              <a:t>비장애인 참조</a:t>
            </a:r>
            <a:r>
              <a:rPr lang="en-US" altLang="ko-KR" sz="2000" b="1" dirty="0"/>
              <a:t>: </a:t>
            </a:r>
            <a:r>
              <a:rPr lang="ko-KR" altLang="en-US" sz="2000" b="1" dirty="0"/>
              <a:t>비장애인들의 운동학 지표 통계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1A68BF-596D-0D00-81D1-A63913E8E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3BEFD47-C3FC-8383-7C01-698A0F670EE0}"/>
              </a:ext>
            </a:extLst>
          </p:cNvPr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C21892D-8D39-1993-27BA-46D4BDB7D079}"/>
              </a:ext>
            </a:extLst>
          </p:cNvPr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altLang="ko-KR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B25B424-03C0-2C87-51A6-5835A840FE9E}"/>
              </a:ext>
            </a:extLst>
          </p:cNvPr>
          <p:cNvSpPr/>
          <p:nvPr/>
        </p:nvSpPr>
        <p:spPr>
          <a:xfrm>
            <a:off x="566928" y="402336"/>
            <a:ext cx="896305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ko-KR" altLang="en-US" sz="36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</a:t>
            </a:r>
            <a:r>
              <a:rPr lang="en-US" altLang="ko-KR" sz="36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2(</a:t>
            </a:r>
            <a:r>
              <a:rPr lang="ko-KR" altLang="en-US" sz="36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운동학 정보 종류에 따른 효과 검증</a:t>
            </a:r>
            <a:r>
              <a:rPr lang="en-US" altLang="ko-KR" sz="36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ko-KR" altLang="en-US" sz="3600" b="1" dirty="0">
              <a:solidFill>
                <a:srgbClr val="0F2C4D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E63D7A4-D14F-137B-AAF8-87D50FBBF36B}"/>
              </a:ext>
            </a:extLst>
          </p:cNvPr>
          <p:cNvSpPr/>
          <p:nvPr/>
        </p:nvSpPr>
        <p:spPr>
          <a:xfrm>
            <a:off x="566928" y="1099569"/>
            <a:ext cx="11018520" cy="438912"/>
          </a:xfrm>
          <a:prstGeom prst="roundRect">
            <a:avLst>
              <a:gd name="adj" fmla="val 10417"/>
            </a:avLst>
          </a:prstGeom>
          <a:solidFill>
            <a:srgbClr val="199E75"/>
          </a:solidFill>
          <a:ln w="12700">
            <a:solidFill>
              <a:srgbClr val="199E7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266E882-6139-D697-E642-E2B54508D313}"/>
              </a:ext>
            </a:extLst>
          </p:cNvPr>
          <p:cNvSpPr/>
          <p:nvPr/>
        </p:nvSpPr>
        <p:spPr>
          <a:xfrm>
            <a:off x="777240" y="1188720"/>
            <a:ext cx="10607040" cy="329184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altLang="ko-KR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</a:t>
            </a: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운동학 피처를 하나씩 제거하여 성능 변화를 비교</a:t>
            </a:r>
            <a:endParaRPr lang="en-US" sz="2000" dirty="0"/>
          </a:p>
        </p:txBody>
      </p: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9B210ADB-7012-35FF-0915-76EBB4562DDE}"/>
              </a:ext>
            </a:extLst>
          </p:cNvPr>
          <p:cNvGrpSpPr/>
          <p:nvPr/>
        </p:nvGrpSpPr>
        <p:grpSpPr>
          <a:xfrm>
            <a:off x="566928" y="2034218"/>
            <a:ext cx="6001970" cy="4292282"/>
            <a:chOff x="566928" y="1662805"/>
            <a:chExt cx="6001970" cy="3184919"/>
          </a:xfrm>
        </p:grpSpPr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8677FB2E-E1B3-AF8E-3035-BB6DC7365D7F}"/>
                </a:ext>
              </a:extLst>
            </p:cNvPr>
            <p:cNvGrpSpPr/>
            <p:nvPr/>
          </p:nvGrpSpPr>
          <p:grpSpPr>
            <a:xfrm>
              <a:off x="566928" y="1665612"/>
              <a:ext cx="1900080" cy="3182112"/>
              <a:chOff x="373119" y="1623361"/>
              <a:chExt cx="2651760" cy="3182112"/>
            </a:xfrm>
          </p:grpSpPr>
          <p:sp>
            <p:nvSpPr>
              <p:cNvPr id="8" name="Shape 6">
                <a:extLst>
                  <a:ext uri="{FF2B5EF4-FFF2-40B4-BE49-F238E27FC236}">
                    <a16:creationId xmlns:a16="http://schemas.microsoft.com/office/drawing/2014/main" id="{052474DB-A484-52C1-6280-CBBB7CE4E042}"/>
                  </a:ext>
                </a:extLst>
              </p:cNvPr>
              <p:cNvSpPr/>
              <p:nvPr/>
            </p:nvSpPr>
            <p:spPr>
              <a:xfrm>
                <a:off x="373119" y="1623361"/>
                <a:ext cx="2651760" cy="530352"/>
              </a:xfrm>
              <a:prstGeom prst="rect">
                <a:avLst/>
              </a:prstGeom>
              <a:solidFill>
                <a:srgbClr val="193A66"/>
              </a:solidFill>
              <a:ln w="12700">
                <a:solidFill>
                  <a:srgbClr val="FFFFFF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2800" dirty="0"/>
              </a:p>
            </p:txBody>
          </p:sp>
          <p:sp>
            <p:nvSpPr>
              <p:cNvPr id="9" name="Text 7">
                <a:extLst>
                  <a:ext uri="{FF2B5EF4-FFF2-40B4-BE49-F238E27FC236}">
                    <a16:creationId xmlns:a16="http://schemas.microsoft.com/office/drawing/2014/main" id="{D5650A7A-DB84-4FF7-8833-F1E8B2C19390}"/>
                  </a:ext>
                </a:extLst>
              </p:cNvPr>
              <p:cNvSpPr/>
              <p:nvPr/>
            </p:nvSpPr>
            <p:spPr>
              <a:xfrm>
                <a:off x="409695" y="1742233"/>
                <a:ext cx="2578608" cy="22860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600" b="1" dirty="0">
                    <a:solidFill>
                      <a:srgbClr val="FFFFFF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조건</a:t>
                </a:r>
                <a:endParaRPr lang="en-US" sz="1600" dirty="0"/>
              </a:p>
            </p:txBody>
          </p:sp>
          <p:sp>
            <p:nvSpPr>
              <p:cNvPr id="18" name="Shape 16">
                <a:extLst>
                  <a:ext uri="{FF2B5EF4-FFF2-40B4-BE49-F238E27FC236}">
                    <a16:creationId xmlns:a16="http://schemas.microsoft.com/office/drawing/2014/main" id="{980FBC1D-471B-0C31-235A-29F740DF6C86}"/>
                  </a:ext>
                </a:extLst>
              </p:cNvPr>
              <p:cNvSpPr/>
              <p:nvPr/>
            </p:nvSpPr>
            <p:spPr>
              <a:xfrm>
                <a:off x="373119" y="2153713"/>
                <a:ext cx="2651760" cy="530352"/>
              </a:xfrm>
              <a:prstGeom prst="rect">
                <a:avLst/>
              </a:prstGeom>
              <a:solidFill>
                <a:srgbClr val="F8FAFC"/>
              </a:solidFill>
              <a:ln w="12700">
                <a:solidFill>
                  <a:srgbClr val="D7E3ED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2800"/>
              </a:p>
            </p:txBody>
          </p:sp>
          <p:sp>
            <p:nvSpPr>
              <p:cNvPr id="19" name="Text 17">
                <a:extLst>
                  <a:ext uri="{FF2B5EF4-FFF2-40B4-BE49-F238E27FC236}">
                    <a16:creationId xmlns:a16="http://schemas.microsoft.com/office/drawing/2014/main" id="{E56408D4-69A3-615E-8ABA-14419563B385}"/>
                  </a:ext>
                </a:extLst>
              </p:cNvPr>
              <p:cNvSpPr/>
              <p:nvPr/>
            </p:nvSpPr>
            <p:spPr>
              <a:xfrm>
                <a:off x="418839" y="2272585"/>
                <a:ext cx="2560320" cy="228600"/>
              </a:xfrm>
              <a:prstGeom prst="rect">
                <a:avLst/>
              </a:prstGeom>
              <a:noFill/>
              <a:ln/>
            </p:spPr>
            <p:txBody>
              <a:bodyPr wrap="square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en-US" altLang="ko-KR" sz="1400" b="1" dirty="0"/>
                  <a:t>A3</a:t>
                </a:r>
                <a:endParaRPr lang="en-US" sz="1400" b="1" dirty="0"/>
              </a:p>
            </p:txBody>
          </p:sp>
          <p:sp>
            <p:nvSpPr>
              <p:cNvPr id="28" name="Shape 26">
                <a:extLst>
                  <a:ext uri="{FF2B5EF4-FFF2-40B4-BE49-F238E27FC236}">
                    <a16:creationId xmlns:a16="http://schemas.microsoft.com/office/drawing/2014/main" id="{05FFCC1A-AF97-B20F-50ED-4F8D2BA1DE7B}"/>
                  </a:ext>
                </a:extLst>
              </p:cNvPr>
              <p:cNvSpPr/>
              <p:nvPr/>
            </p:nvSpPr>
            <p:spPr>
              <a:xfrm>
                <a:off x="373119" y="2684065"/>
                <a:ext cx="2651760" cy="530352"/>
              </a:xfrm>
              <a:prstGeom prst="rect">
                <a:avLst/>
              </a:prstGeom>
              <a:solidFill>
                <a:srgbClr val="F8FAFC"/>
              </a:solidFill>
              <a:ln w="12700">
                <a:solidFill>
                  <a:srgbClr val="D7E3ED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2800"/>
              </a:p>
            </p:txBody>
          </p:sp>
          <p:sp>
            <p:nvSpPr>
              <p:cNvPr id="29" name="Text 27">
                <a:extLst>
                  <a:ext uri="{FF2B5EF4-FFF2-40B4-BE49-F238E27FC236}">
                    <a16:creationId xmlns:a16="http://schemas.microsoft.com/office/drawing/2014/main" id="{30B6AC4F-215A-9486-D9CF-1D29EDBE6307}"/>
                  </a:ext>
                </a:extLst>
              </p:cNvPr>
              <p:cNvSpPr/>
              <p:nvPr/>
            </p:nvSpPr>
            <p:spPr>
              <a:xfrm>
                <a:off x="418839" y="2802937"/>
                <a:ext cx="2560320" cy="228600"/>
              </a:xfrm>
              <a:prstGeom prst="rect">
                <a:avLst/>
              </a:prstGeom>
              <a:noFill/>
              <a:ln/>
            </p:spPr>
            <p:txBody>
              <a:bodyPr wrap="square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en-US" sz="1400" b="1" dirty="0">
                    <a:solidFill>
                      <a:srgbClr val="1F2937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A3 − TAPV</a:t>
                </a:r>
              </a:p>
            </p:txBody>
          </p:sp>
          <p:sp>
            <p:nvSpPr>
              <p:cNvPr id="38" name="Shape 36">
                <a:extLst>
                  <a:ext uri="{FF2B5EF4-FFF2-40B4-BE49-F238E27FC236}">
                    <a16:creationId xmlns:a16="http://schemas.microsoft.com/office/drawing/2014/main" id="{55EF1079-F3AF-3D6B-A295-DE5975BB5994}"/>
                  </a:ext>
                </a:extLst>
              </p:cNvPr>
              <p:cNvSpPr/>
              <p:nvPr/>
            </p:nvSpPr>
            <p:spPr>
              <a:xfrm>
                <a:off x="373119" y="3214417"/>
                <a:ext cx="2651760" cy="530352"/>
              </a:xfrm>
              <a:prstGeom prst="rect">
                <a:avLst/>
              </a:prstGeom>
              <a:solidFill>
                <a:srgbClr val="F8FAFC"/>
              </a:solidFill>
              <a:ln w="12700">
                <a:solidFill>
                  <a:srgbClr val="D7E3ED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2800"/>
              </a:p>
            </p:txBody>
          </p:sp>
          <p:sp>
            <p:nvSpPr>
              <p:cNvPr id="39" name="Text 37">
                <a:extLst>
                  <a:ext uri="{FF2B5EF4-FFF2-40B4-BE49-F238E27FC236}">
                    <a16:creationId xmlns:a16="http://schemas.microsoft.com/office/drawing/2014/main" id="{43458B23-EC0A-7997-2076-DA0896DC3976}"/>
                  </a:ext>
                </a:extLst>
              </p:cNvPr>
              <p:cNvSpPr/>
              <p:nvPr/>
            </p:nvSpPr>
            <p:spPr>
              <a:xfrm>
                <a:off x="418839" y="3333289"/>
                <a:ext cx="2560320" cy="228600"/>
              </a:xfrm>
              <a:prstGeom prst="rect">
                <a:avLst/>
              </a:prstGeom>
              <a:noFill/>
              <a:ln/>
            </p:spPr>
            <p:txBody>
              <a:bodyPr wrap="square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en-US" sz="1400" b="1" dirty="0">
                    <a:solidFill>
                      <a:srgbClr val="1F2937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A3 − </a:t>
                </a:r>
                <a:r>
                  <a:rPr lang="en-US" sz="1400" b="1" dirty="0" err="1">
                    <a:solidFill>
                      <a:srgbClr val="1F2937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PAp</a:t>
                </a:r>
                <a:endParaRPr 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  <p:sp>
            <p:nvSpPr>
              <p:cNvPr id="48" name="Shape 46">
                <a:extLst>
                  <a:ext uri="{FF2B5EF4-FFF2-40B4-BE49-F238E27FC236}">
                    <a16:creationId xmlns:a16="http://schemas.microsoft.com/office/drawing/2014/main" id="{7983DF33-6826-2AE2-187E-3B65440B1FB2}"/>
                  </a:ext>
                </a:extLst>
              </p:cNvPr>
              <p:cNvSpPr/>
              <p:nvPr/>
            </p:nvSpPr>
            <p:spPr>
              <a:xfrm>
                <a:off x="373119" y="3744769"/>
                <a:ext cx="2651760" cy="530352"/>
              </a:xfrm>
              <a:prstGeom prst="rect">
                <a:avLst/>
              </a:prstGeom>
              <a:solidFill>
                <a:srgbClr val="F8FAFC"/>
              </a:solidFill>
              <a:ln w="12700">
                <a:solidFill>
                  <a:srgbClr val="D7E3ED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2800"/>
              </a:p>
            </p:txBody>
          </p:sp>
          <p:sp>
            <p:nvSpPr>
              <p:cNvPr id="49" name="Text 47">
                <a:extLst>
                  <a:ext uri="{FF2B5EF4-FFF2-40B4-BE49-F238E27FC236}">
                    <a16:creationId xmlns:a16="http://schemas.microsoft.com/office/drawing/2014/main" id="{A1A5C4F8-7A2A-5178-E955-B24F96DDDE5E}"/>
                  </a:ext>
                </a:extLst>
              </p:cNvPr>
              <p:cNvSpPr/>
              <p:nvPr/>
            </p:nvSpPr>
            <p:spPr>
              <a:xfrm>
                <a:off x="418839" y="3863641"/>
                <a:ext cx="2560320" cy="228600"/>
              </a:xfrm>
              <a:prstGeom prst="rect">
                <a:avLst/>
              </a:prstGeom>
              <a:noFill/>
              <a:ln/>
            </p:spPr>
            <p:txBody>
              <a:bodyPr wrap="square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en-US" sz="1400" b="1" dirty="0"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A3 − RTS</a:t>
                </a:r>
                <a:endParaRPr lang="en-US" sz="1400" dirty="0"/>
              </a:p>
            </p:txBody>
          </p:sp>
          <p:sp>
            <p:nvSpPr>
              <p:cNvPr id="58" name="Shape 56">
                <a:extLst>
                  <a:ext uri="{FF2B5EF4-FFF2-40B4-BE49-F238E27FC236}">
                    <a16:creationId xmlns:a16="http://schemas.microsoft.com/office/drawing/2014/main" id="{CE47BE51-3686-EA0F-5FB4-15D32287FDBA}"/>
                  </a:ext>
                </a:extLst>
              </p:cNvPr>
              <p:cNvSpPr/>
              <p:nvPr/>
            </p:nvSpPr>
            <p:spPr>
              <a:xfrm>
                <a:off x="373119" y="4275121"/>
                <a:ext cx="2651760" cy="530352"/>
              </a:xfrm>
              <a:prstGeom prst="rect">
                <a:avLst/>
              </a:prstGeom>
              <a:solidFill>
                <a:srgbClr val="F8FAFC"/>
              </a:solidFill>
              <a:ln w="12700">
                <a:solidFill>
                  <a:srgbClr val="D7E3ED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2800"/>
              </a:p>
            </p:txBody>
          </p:sp>
          <p:sp>
            <p:nvSpPr>
              <p:cNvPr id="59" name="Text 57">
                <a:extLst>
                  <a:ext uri="{FF2B5EF4-FFF2-40B4-BE49-F238E27FC236}">
                    <a16:creationId xmlns:a16="http://schemas.microsoft.com/office/drawing/2014/main" id="{4F15F312-1AD8-E440-0424-21C37DCD4A24}"/>
                  </a:ext>
                </a:extLst>
              </p:cNvPr>
              <p:cNvSpPr/>
              <p:nvPr/>
            </p:nvSpPr>
            <p:spPr>
              <a:xfrm>
                <a:off x="418839" y="4393993"/>
                <a:ext cx="2560320" cy="228600"/>
              </a:xfrm>
              <a:prstGeom prst="rect">
                <a:avLst/>
              </a:prstGeom>
              <a:noFill/>
              <a:ln/>
            </p:spPr>
            <p:txBody>
              <a:bodyPr wrap="square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en-US" sz="1400" b="1" dirty="0">
                    <a:solidFill>
                      <a:srgbClr val="1F2937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A3 − </a:t>
                </a:r>
                <a:r>
                  <a:rPr lang="en-US" sz="1400" b="1" dirty="0" err="1">
                    <a:solidFill>
                      <a:srgbClr val="1F2937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TPAp</a:t>
                </a:r>
                <a:endParaRPr 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</p:grpSp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B2835A36-FCD2-276B-324C-57C2E94A4161}"/>
                </a:ext>
              </a:extLst>
            </p:cNvPr>
            <p:cNvGrpSpPr/>
            <p:nvPr/>
          </p:nvGrpSpPr>
          <p:grpSpPr>
            <a:xfrm>
              <a:off x="2467008" y="1665612"/>
              <a:ext cx="1043553" cy="3182112"/>
              <a:chOff x="2467008" y="1665612"/>
              <a:chExt cx="1508760" cy="3182112"/>
            </a:xfrm>
          </p:grpSpPr>
          <p:sp>
            <p:nvSpPr>
              <p:cNvPr id="10" name="Shape 8">
                <a:extLst>
                  <a:ext uri="{FF2B5EF4-FFF2-40B4-BE49-F238E27FC236}">
                    <a16:creationId xmlns:a16="http://schemas.microsoft.com/office/drawing/2014/main" id="{0E1639B6-98A4-7549-E24E-F5B9246F41DB}"/>
                  </a:ext>
                </a:extLst>
              </p:cNvPr>
              <p:cNvSpPr/>
              <p:nvPr/>
            </p:nvSpPr>
            <p:spPr>
              <a:xfrm>
                <a:off x="2467008" y="1665612"/>
                <a:ext cx="1508760" cy="530352"/>
              </a:xfrm>
              <a:prstGeom prst="rect">
                <a:avLst/>
              </a:prstGeom>
              <a:solidFill>
                <a:srgbClr val="193A66"/>
              </a:solidFill>
              <a:ln w="12700">
                <a:solidFill>
                  <a:srgbClr val="FFFFFF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2800"/>
              </a:p>
            </p:txBody>
          </p:sp>
          <p:sp>
            <p:nvSpPr>
              <p:cNvPr id="11" name="Text 9">
                <a:extLst>
                  <a:ext uri="{FF2B5EF4-FFF2-40B4-BE49-F238E27FC236}">
                    <a16:creationId xmlns:a16="http://schemas.microsoft.com/office/drawing/2014/main" id="{F26A5AF7-31B3-CA16-1EAF-8540FDD60A50}"/>
                  </a:ext>
                </a:extLst>
              </p:cNvPr>
              <p:cNvSpPr/>
              <p:nvPr/>
            </p:nvSpPr>
            <p:spPr>
              <a:xfrm>
                <a:off x="2503584" y="1784484"/>
                <a:ext cx="1435608" cy="22860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600" b="1" dirty="0">
                    <a:solidFill>
                      <a:srgbClr val="FFFFFF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TAPV</a:t>
                </a:r>
                <a:endParaRPr lang="en-US" sz="1600" dirty="0"/>
              </a:p>
            </p:txBody>
          </p:sp>
          <p:sp>
            <p:nvSpPr>
              <p:cNvPr id="20" name="Shape 18">
                <a:extLst>
                  <a:ext uri="{FF2B5EF4-FFF2-40B4-BE49-F238E27FC236}">
                    <a16:creationId xmlns:a16="http://schemas.microsoft.com/office/drawing/2014/main" id="{FDF53E69-9AD8-CAB5-2F82-5426623DD544}"/>
                  </a:ext>
                </a:extLst>
              </p:cNvPr>
              <p:cNvSpPr/>
              <p:nvPr/>
            </p:nvSpPr>
            <p:spPr>
              <a:xfrm>
                <a:off x="2467008" y="2195964"/>
                <a:ext cx="1508760" cy="530352"/>
              </a:xfrm>
              <a:prstGeom prst="rect">
                <a:avLst/>
              </a:prstGeom>
              <a:solidFill>
                <a:srgbClr val="F8FAFC"/>
              </a:solidFill>
              <a:ln w="12700">
                <a:solidFill>
                  <a:srgbClr val="D7E3ED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2800"/>
              </a:p>
            </p:txBody>
          </p:sp>
          <p:sp>
            <p:nvSpPr>
              <p:cNvPr id="21" name="Text 19">
                <a:extLst>
                  <a:ext uri="{FF2B5EF4-FFF2-40B4-BE49-F238E27FC236}">
                    <a16:creationId xmlns:a16="http://schemas.microsoft.com/office/drawing/2014/main" id="{4D566138-5947-9215-D8F8-3EB17A5F13BD}"/>
                  </a:ext>
                </a:extLst>
              </p:cNvPr>
              <p:cNvSpPr/>
              <p:nvPr/>
            </p:nvSpPr>
            <p:spPr>
              <a:xfrm>
                <a:off x="2512728" y="2314836"/>
                <a:ext cx="1417320" cy="228600"/>
              </a:xfrm>
              <a:prstGeom prst="rect">
                <a:avLst/>
              </a:prstGeom>
              <a:noFill/>
              <a:ln/>
            </p:spPr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ko-KR" altLang="en-US" sz="1400" dirty="0">
                    <a:solidFill>
                      <a:srgbClr val="1F2937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포함</a:t>
                </a:r>
                <a:endParaRPr lang="en-US" sz="1400" dirty="0"/>
              </a:p>
            </p:txBody>
          </p:sp>
          <p:sp>
            <p:nvSpPr>
              <p:cNvPr id="30" name="Shape 28">
                <a:extLst>
                  <a:ext uri="{FF2B5EF4-FFF2-40B4-BE49-F238E27FC236}">
                    <a16:creationId xmlns:a16="http://schemas.microsoft.com/office/drawing/2014/main" id="{ADACD211-9233-6682-D763-1DAAAD796909}"/>
                  </a:ext>
                </a:extLst>
              </p:cNvPr>
              <p:cNvSpPr/>
              <p:nvPr/>
            </p:nvSpPr>
            <p:spPr>
              <a:xfrm>
                <a:off x="2467008" y="2726316"/>
                <a:ext cx="1508760" cy="530352"/>
              </a:xfrm>
              <a:prstGeom prst="rect">
                <a:avLst/>
              </a:prstGeom>
              <a:solidFill>
                <a:srgbClr val="F8FAFC"/>
              </a:solidFill>
              <a:ln w="12700">
                <a:solidFill>
                  <a:srgbClr val="D7E3ED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2800"/>
              </a:p>
            </p:txBody>
          </p:sp>
          <p:sp>
            <p:nvSpPr>
              <p:cNvPr id="31" name="Text 29">
                <a:extLst>
                  <a:ext uri="{FF2B5EF4-FFF2-40B4-BE49-F238E27FC236}">
                    <a16:creationId xmlns:a16="http://schemas.microsoft.com/office/drawing/2014/main" id="{705030A6-0951-E6EA-448A-EAC5B5654178}"/>
                  </a:ext>
                </a:extLst>
              </p:cNvPr>
              <p:cNvSpPr/>
              <p:nvPr/>
            </p:nvSpPr>
            <p:spPr>
              <a:xfrm>
                <a:off x="2512728" y="2845188"/>
                <a:ext cx="1417320" cy="228600"/>
              </a:xfrm>
              <a:prstGeom prst="rect">
                <a:avLst/>
              </a:prstGeom>
              <a:noFill/>
              <a:ln/>
            </p:spPr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ko-KR" altLang="en-US" sz="1400" dirty="0">
                    <a:solidFill>
                      <a:srgbClr val="1F2937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제거</a:t>
                </a:r>
                <a:endParaRPr lang="en-US" sz="1400" dirty="0"/>
              </a:p>
            </p:txBody>
          </p:sp>
          <p:sp>
            <p:nvSpPr>
              <p:cNvPr id="40" name="Shape 38">
                <a:extLst>
                  <a:ext uri="{FF2B5EF4-FFF2-40B4-BE49-F238E27FC236}">
                    <a16:creationId xmlns:a16="http://schemas.microsoft.com/office/drawing/2014/main" id="{44FB1289-3355-F970-4DB6-1E6D22FB21D1}"/>
                  </a:ext>
                </a:extLst>
              </p:cNvPr>
              <p:cNvSpPr/>
              <p:nvPr/>
            </p:nvSpPr>
            <p:spPr>
              <a:xfrm>
                <a:off x="2467008" y="3256668"/>
                <a:ext cx="1508760" cy="530352"/>
              </a:xfrm>
              <a:prstGeom prst="rect">
                <a:avLst/>
              </a:prstGeom>
              <a:solidFill>
                <a:srgbClr val="F8FAFC"/>
              </a:solidFill>
              <a:ln w="12700">
                <a:solidFill>
                  <a:srgbClr val="D7E3ED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2800"/>
              </a:p>
            </p:txBody>
          </p:sp>
          <p:sp>
            <p:nvSpPr>
              <p:cNvPr id="41" name="Text 39">
                <a:extLst>
                  <a:ext uri="{FF2B5EF4-FFF2-40B4-BE49-F238E27FC236}">
                    <a16:creationId xmlns:a16="http://schemas.microsoft.com/office/drawing/2014/main" id="{4B4A770C-5B8D-6613-45F0-E70587BF8884}"/>
                  </a:ext>
                </a:extLst>
              </p:cNvPr>
              <p:cNvSpPr/>
              <p:nvPr/>
            </p:nvSpPr>
            <p:spPr>
              <a:xfrm>
                <a:off x="2512728" y="3375540"/>
                <a:ext cx="1417320" cy="228600"/>
              </a:xfrm>
              <a:prstGeom prst="rect">
                <a:avLst/>
              </a:prstGeom>
              <a:noFill/>
              <a:ln/>
            </p:spPr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ko-KR" altLang="en-US" sz="1400" dirty="0">
                    <a:solidFill>
                      <a:srgbClr val="1F2937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포함</a:t>
                </a:r>
                <a:endParaRPr lang="en-US" altLang="ko-KR" sz="1400" dirty="0"/>
              </a:p>
            </p:txBody>
          </p:sp>
          <p:sp>
            <p:nvSpPr>
              <p:cNvPr id="50" name="Shape 48">
                <a:extLst>
                  <a:ext uri="{FF2B5EF4-FFF2-40B4-BE49-F238E27FC236}">
                    <a16:creationId xmlns:a16="http://schemas.microsoft.com/office/drawing/2014/main" id="{34A190C1-97A5-ED80-4468-DAF51D33BD6D}"/>
                  </a:ext>
                </a:extLst>
              </p:cNvPr>
              <p:cNvSpPr/>
              <p:nvPr/>
            </p:nvSpPr>
            <p:spPr>
              <a:xfrm>
                <a:off x="2467008" y="3787020"/>
                <a:ext cx="1508760" cy="530352"/>
              </a:xfrm>
              <a:prstGeom prst="rect">
                <a:avLst/>
              </a:prstGeom>
              <a:solidFill>
                <a:srgbClr val="F8FAFC"/>
              </a:solidFill>
              <a:ln w="12700">
                <a:solidFill>
                  <a:srgbClr val="D7E3ED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2800"/>
              </a:p>
            </p:txBody>
          </p:sp>
          <p:sp>
            <p:nvSpPr>
              <p:cNvPr id="51" name="Text 49">
                <a:extLst>
                  <a:ext uri="{FF2B5EF4-FFF2-40B4-BE49-F238E27FC236}">
                    <a16:creationId xmlns:a16="http://schemas.microsoft.com/office/drawing/2014/main" id="{2C0800EE-B586-C7D6-99AF-CBC8E01C81AF}"/>
                  </a:ext>
                </a:extLst>
              </p:cNvPr>
              <p:cNvSpPr/>
              <p:nvPr/>
            </p:nvSpPr>
            <p:spPr>
              <a:xfrm>
                <a:off x="2512728" y="3905892"/>
                <a:ext cx="1417320" cy="228600"/>
              </a:xfrm>
              <a:prstGeom prst="rect">
                <a:avLst/>
              </a:prstGeom>
              <a:noFill/>
              <a:ln/>
            </p:spPr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ko-KR" altLang="en-US" sz="1400" dirty="0">
                    <a:solidFill>
                      <a:srgbClr val="1F2937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포함</a:t>
                </a:r>
                <a:endParaRPr lang="en-US" altLang="ko-KR" sz="1400" dirty="0"/>
              </a:p>
            </p:txBody>
          </p:sp>
          <p:sp>
            <p:nvSpPr>
              <p:cNvPr id="60" name="Shape 58">
                <a:extLst>
                  <a:ext uri="{FF2B5EF4-FFF2-40B4-BE49-F238E27FC236}">
                    <a16:creationId xmlns:a16="http://schemas.microsoft.com/office/drawing/2014/main" id="{73D9FAF1-CFC3-C12E-C624-3105DBB107DE}"/>
                  </a:ext>
                </a:extLst>
              </p:cNvPr>
              <p:cNvSpPr/>
              <p:nvPr/>
            </p:nvSpPr>
            <p:spPr>
              <a:xfrm>
                <a:off x="2467008" y="4317372"/>
                <a:ext cx="1508760" cy="530352"/>
              </a:xfrm>
              <a:prstGeom prst="rect">
                <a:avLst/>
              </a:prstGeom>
              <a:solidFill>
                <a:srgbClr val="F8FAFC"/>
              </a:solidFill>
              <a:ln w="12700">
                <a:solidFill>
                  <a:srgbClr val="D7E3ED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2800"/>
              </a:p>
            </p:txBody>
          </p:sp>
          <p:sp>
            <p:nvSpPr>
              <p:cNvPr id="61" name="Text 59">
                <a:extLst>
                  <a:ext uri="{FF2B5EF4-FFF2-40B4-BE49-F238E27FC236}">
                    <a16:creationId xmlns:a16="http://schemas.microsoft.com/office/drawing/2014/main" id="{DA3D9C12-48A9-81C4-8600-574671C4EF6C}"/>
                  </a:ext>
                </a:extLst>
              </p:cNvPr>
              <p:cNvSpPr/>
              <p:nvPr/>
            </p:nvSpPr>
            <p:spPr>
              <a:xfrm>
                <a:off x="2512728" y="4436244"/>
                <a:ext cx="1417320" cy="228600"/>
              </a:xfrm>
              <a:prstGeom prst="rect">
                <a:avLst/>
              </a:prstGeom>
              <a:noFill/>
              <a:ln/>
            </p:spPr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ko-KR" altLang="en-US" sz="1400" dirty="0">
                    <a:solidFill>
                      <a:srgbClr val="1F2937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포함</a:t>
                </a:r>
                <a:endParaRPr lang="en-US" altLang="ko-KR" sz="1400" dirty="0"/>
              </a:p>
            </p:txBody>
          </p:sp>
        </p:grp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977F1658-E18D-99A0-1B2B-4BDEA18B7FE9}"/>
                </a:ext>
              </a:extLst>
            </p:cNvPr>
            <p:cNvGrpSpPr/>
            <p:nvPr/>
          </p:nvGrpSpPr>
          <p:grpSpPr>
            <a:xfrm>
              <a:off x="3510561" y="1665612"/>
              <a:ext cx="1043553" cy="3182112"/>
              <a:chOff x="3975768" y="1665612"/>
              <a:chExt cx="1508760" cy="3182112"/>
            </a:xfrm>
          </p:grpSpPr>
          <p:sp>
            <p:nvSpPr>
              <p:cNvPr id="12" name="Shape 10">
                <a:extLst>
                  <a:ext uri="{FF2B5EF4-FFF2-40B4-BE49-F238E27FC236}">
                    <a16:creationId xmlns:a16="http://schemas.microsoft.com/office/drawing/2014/main" id="{D4E5417B-DB35-4E44-0B7B-8B8E5B54BF2F}"/>
                  </a:ext>
                </a:extLst>
              </p:cNvPr>
              <p:cNvSpPr/>
              <p:nvPr/>
            </p:nvSpPr>
            <p:spPr>
              <a:xfrm>
                <a:off x="3975768" y="1665612"/>
                <a:ext cx="1508760" cy="530352"/>
              </a:xfrm>
              <a:prstGeom prst="rect">
                <a:avLst/>
              </a:prstGeom>
              <a:solidFill>
                <a:srgbClr val="193A66"/>
              </a:solidFill>
              <a:ln w="12700">
                <a:solidFill>
                  <a:srgbClr val="FFFFFF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2800" dirty="0"/>
              </a:p>
            </p:txBody>
          </p:sp>
          <p:sp>
            <p:nvSpPr>
              <p:cNvPr id="13" name="Text 11">
                <a:extLst>
                  <a:ext uri="{FF2B5EF4-FFF2-40B4-BE49-F238E27FC236}">
                    <a16:creationId xmlns:a16="http://schemas.microsoft.com/office/drawing/2014/main" id="{FDA9DB2E-CDC0-1294-1105-D9A2E33A64F5}"/>
                  </a:ext>
                </a:extLst>
              </p:cNvPr>
              <p:cNvSpPr/>
              <p:nvPr/>
            </p:nvSpPr>
            <p:spPr>
              <a:xfrm>
                <a:off x="4012344" y="1784484"/>
                <a:ext cx="1435608" cy="22860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600" b="1" dirty="0" err="1">
                    <a:solidFill>
                      <a:srgbClr val="FFFFFF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PAp</a:t>
                </a:r>
                <a:endParaRPr lang="en-US" sz="1600" dirty="0"/>
              </a:p>
            </p:txBody>
          </p:sp>
          <p:sp>
            <p:nvSpPr>
              <p:cNvPr id="22" name="Shape 20">
                <a:extLst>
                  <a:ext uri="{FF2B5EF4-FFF2-40B4-BE49-F238E27FC236}">
                    <a16:creationId xmlns:a16="http://schemas.microsoft.com/office/drawing/2014/main" id="{09617AFC-425A-A05E-6ECE-30F71200EA54}"/>
                  </a:ext>
                </a:extLst>
              </p:cNvPr>
              <p:cNvSpPr/>
              <p:nvPr/>
            </p:nvSpPr>
            <p:spPr>
              <a:xfrm>
                <a:off x="3975768" y="2195964"/>
                <a:ext cx="1508760" cy="530352"/>
              </a:xfrm>
              <a:prstGeom prst="rect">
                <a:avLst/>
              </a:prstGeom>
              <a:solidFill>
                <a:srgbClr val="F8FAFC"/>
              </a:solidFill>
              <a:ln w="12700">
                <a:solidFill>
                  <a:srgbClr val="D7E3ED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2800"/>
              </a:p>
            </p:txBody>
          </p:sp>
          <p:sp>
            <p:nvSpPr>
              <p:cNvPr id="23" name="Text 21">
                <a:extLst>
                  <a:ext uri="{FF2B5EF4-FFF2-40B4-BE49-F238E27FC236}">
                    <a16:creationId xmlns:a16="http://schemas.microsoft.com/office/drawing/2014/main" id="{65888FD8-0EEE-C951-9013-0F883C6B7D89}"/>
                  </a:ext>
                </a:extLst>
              </p:cNvPr>
              <p:cNvSpPr/>
              <p:nvPr/>
            </p:nvSpPr>
            <p:spPr>
              <a:xfrm>
                <a:off x="4021488" y="2314836"/>
                <a:ext cx="1417320" cy="228600"/>
              </a:xfrm>
              <a:prstGeom prst="rect">
                <a:avLst/>
              </a:prstGeom>
              <a:noFill/>
              <a:ln/>
            </p:spPr>
            <p:txBody>
              <a:bodyPr wrap="square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ko-KR" altLang="en-US" sz="1400" dirty="0">
                    <a:solidFill>
                      <a:srgbClr val="1F2937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포함</a:t>
                </a:r>
                <a:endParaRPr lang="en-US" sz="1400" dirty="0"/>
              </a:p>
            </p:txBody>
          </p:sp>
          <p:sp>
            <p:nvSpPr>
              <p:cNvPr id="32" name="Shape 30">
                <a:extLst>
                  <a:ext uri="{FF2B5EF4-FFF2-40B4-BE49-F238E27FC236}">
                    <a16:creationId xmlns:a16="http://schemas.microsoft.com/office/drawing/2014/main" id="{FDBF9EF0-6C1F-4B2E-EF50-13B3CE660721}"/>
                  </a:ext>
                </a:extLst>
              </p:cNvPr>
              <p:cNvSpPr/>
              <p:nvPr/>
            </p:nvSpPr>
            <p:spPr>
              <a:xfrm>
                <a:off x="3975768" y="2726316"/>
                <a:ext cx="1508760" cy="530352"/>
              </a:xfrm>
              <a:prstGeom prst="rect">
                <a:avLst/>
              </a:prstGeom>
              <a:solidFill>
                <a:srgbClr val="F8FAFC"/>
              </a:solidFill>
              <a:ln w="12700">
                <a:solidFill>
                  <a:srgbClr val="D7E3ED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2800"/>
              </a:p>
            </p:txBody>
          </p:sp>
          <p:sp>
            <p:nvSpPr>
              <p:cNvPr id="33" name="Text 31">
                <a:extLst>
                  <a:ext uri="{FF2B5EF4-FFF2-40B4-BE49-F238E27FC236}">
                    <a16:creationId xmlns:a16="http://schemas.microsoft.com/office/drawing/2014/main" id="{3A26A10D-FCBB-905F-0CD7-B9A703A884FB}"/>
                  </a:ext>
                </a:extLst>
              </p:cNvPr>
              <p:cNvSpPr/>
              <p:nvPr/>
            </p:nvSpPr>
            <p:spPr>
              <a:xfrm>
                <a:off x="4021488" y="2845188"/>
                <a:ext cx="1417320" cy="228600"/>
              </a:xfrm>
              <a:prstGeom prst="rect">
                <a:avLst/>
              </a:prstGeom>
              <a:noFill/>
              <a:ln/>
            </p:spPr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ko-KR" altLang="en-US" sz="1400" dirty="0">
                    <a:solidFill>
                      <a:srgbClr val="1F2937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포함</a:t>
                </a:r>
                <a:endParaRPr lang="en-US" altLang="ko-KR" sz="1400" dirty="0"/>
              </a:p>
            </p:txBody>
          </p:sp>
          <p:sp>
            <p:nvSpPr>
              <p:cNvPr id="42" name="Shape 40">
                <a:extLst>
                  <a:ext uri="{FF2B5EF4-FFF2-40B4-BE49-F238E27FC236}">
                    <a16:creationId xmlns:a16="http://schemas.microsoft.com/office/drawing/2014/main" id="{1C0ACD20-63B5-7B3A-4BCB-1184724EE6FC}"/>
                  </a:ext>
                </a:extLst>
              </p:cNvPr>
              <p:cNvSpPr/>
              <p:nvPr/>
            </p:nvSpPr>
            <p:spPr>
              <a:xfrm>
                <a:off x="3975768" y="3256668"/>
                <a:ext cx="1508760" cy="530352"/>
              </a:xfrm>
              <a:prstGeom prst="rect">
                <a:avLst/>
              </a:prstGeom>
              <a:solidFill>
                <a:srgbClr val="F8FAFC"/>
              </a:solidFill>
              <a:ln w="12700">
                <a:solidFill>
                  <a:srgbClr val="D7E3ED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2800"/>
              </a:p>
            </p:txBody>
          </p:sp>
          <p:sp>
            <p:nvSpPr>
              <p:cNvPr id="43" name="Text 41">
                <a:extLst>
                  <a:ext uri="{FF2B5EF4-FFF2-40B4-BE49-F238E27FC236}">
                    <a16:creationId xmlns:a16="http://schemas.microsoft.com/office/drawing/2014/main" id="{4D6895F3-1B3B-29E3-FF81-F29FA1BE349C}"/>
                  </a:ext>
                </a:extLst>
              </p:cNvPr>
              <p:cNvSpPr/>
              <p:nvPr/>
            </p:nvSpPr>
            <p:spPr>
              <a:xfrm>
                <a:off x="4021488" y="3375540"/>
                <a:ext cx="1417320" cy="228600"/>
              </a:xfrm>
              <a:prstGeom prst="rect">
                <a:avLst/>
              </a:prstGeom>
              <a:noFill/>
              <a:ln/>
            </p:spPr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ko-KR" altLang="en-US" sz="1400" dirty="0">
                    <a:solidFill>
                      <a:srgbClr val="1F2937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제거</a:t>
                </a:r>
                <a:endParaRPr lang="en-US" sz="1400" dirty="0"/>
              </a:p>
            </p:txBody>
          </p:sp>
          <p:sp>
            <p:nvSpPr>
              <p:cNvPr id="52" name="Shape 50">
                <a:extLst>
                  <a:ext uri="{FF2B5EF4-FFF2-40B4-BE49-F238E27FC236}">
                    <a16:creationId xmlns:a16="http://schemas.microsoft.com/office/drawing/2014/main" id="{557BA4B0-6CDB-A397-DD5A-5913A0110E0E}"/>
                  </a:ext>
                </a:extLst>
              </p:cNvPr>
              <p:cNvSpPr/>
              <p:nvPr/>
            </p:nvSpPr>
            <p:spPr>
              <a:xfrm>
                <a:off x="3975768" y="3787020"/>
                <a:ext cx="1508760" cy="530352"/>
              </a:xfrm>
              <a:prstGeom prst="rect">
                <a:avLst/>
              </a:prstGeom>
              <a:solidFill>
                <a:srgbClr val="F8FAFC"/>
              </a:solidFill>
              <a:ln w="12700">
                <a:solidFill>
                  <a:srgbClr val="D7E3ED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2800"/>
              </a:p>
            </p:txBody>
          </p:sp>
          <p:sp>
            <p:nvSpPr>
              <p:cNvPr id="53" name="Text 51">
                <a:extLst>
                  <a:ext uri="{FF2B5EF4-FFF2-40B4-BE49-F238E27FC236}">
                    <a16:creationId xmlns:a16="http://schemas.microsoft.com/office/drawing/2014/main" id="{FEF9947E-899A-41B3-9DE6-6C77951187F2}"/>
                  </a:ext>
                </a:extLst>
              </p:cNvPr>
              <p:cNvSpPr/>
              <p:nvPr/>
            </p:nvSpPr>
            <p:spPr>
              <a:xfrm>
                <a:off x="4021488" y="3905892"/>
                <a:ext cx="1417320" cy="228600"/>
              </a:xfrm>
              <a:prstGeom prst="rect">
                <a:avLst/>
              </a:prstGeom>
              <a:noFill/>
              <a:ln/>
            </p:spPr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ko-KR" altLang="en-US" sz="1400" dirty="0">
                    <a:solidFill>
                      <a:srgbClr val="1F2937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포함</a:t>
                </a:r>
                <a:endParaRPr lang="en-US" altLang="ko-KR" sz="1400" dirty="0"/>
              </a:p>
            </p:txBody>
          </p:sp>
          <p:sp>
            <p:nvSpPr>
              <p:cNvPr id="62" name="Shape 60">
                <a:extLst>
                  <a:ext uri="{FF2B5EF4-FFF2-40B4-BE49-F238E27FC236}">
                    <a16:creationId xmlns:a16="http://schemas.microsoft.com/office/drawing/2014/main" id="{970398EC-24EA-7090-95B9-4FAA33F22D95}"/>
                  </a:ext>
                </a:extLst>
              </p:cNvPr>
              <p:cNvSpPr/>
              <p:nvPr/>
            </p:nvSpPr>
            <p:spPr>
              <a:xfrm>
                <a:off x="3975768" y="4317372"/>
                <a:ext cx="1508760" cy="530352"/>
              </a:xfrm>
              <a:prstGeom prst="rect">
                <a:avLst/>
              </a:prstGeom>
              <a:solidFill>
                <a:srgbClr val="F8FAFC"/>
              </a:solidFill>
              <a:ln w="12700">
                <a:solidFill>
                  <a:srgbClr val="D7E3ED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2800"/>
              </a:p>
            </p:txBody>
          </p:sp>
          <p:sp>
            <p:nvSpPr>
              <p:cNvPr id="63" name="Text 61">
                <a:extLst>
                  <a:ext uri="{FF2B5EF4-FFF2-40B4-BE49-F238E27FC236}">
                    <a16:creationId xmlns:a16="http://schemas.microsoft.com/office/drawing/2014/main" id="{FE5B15EA-CC71-7E9F-CB4F-F6848941C824}"/>
                  </a:ext>
                </a:extLst>
              </p:cNvPr>
              <p:cNvSpPr/>
              <p:nvPr/>
            </p:nvSpPr>
            <p:spPr>
              <a:xfrm>
                <a:off x="4021488" y="4436244"/>
                <a:ext cx="1417320" cy="228600"/>
              </a:xfrm>
              <a:prstGeom prst="rect">
                <a:avLst/>
              </a:prstGeom>
              <a:noFill/>
              <a:ln/>
            </p:spPr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ko-KR" altLang="en-US" sz="1400" dirty="0">
                    <a:solidFill>
                      <a:srgbClr val="1F2937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포함</a:t>
                </a:r>
                <a:endParaRPr lang="en-US" altLang="ko-KR" sz="1400" dirty="0"/>
              </a:p>
            </p:txBody>
          </p:sp>
        </p:grpSp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78E829BE-B23D-87DB-0883-48A0E2E67230}"/>
                </a:ext>
              </a:extLst>
            </p:cNvPr>
            <p:cNvGrpSpPr/>
            <p:nvPr/>
          </p:nvGrpSpPr>
          <p:grpSpPr>
            <a:xfrm>
              <a:off x="4549483" y="1665612"/>
              <a:ext cx="1043553" cy="3182112"/>
              <a:chOff x="5484528" y="1665612"/>
              <a:chExt cx="1691640" cy="3182112"/>
            </a:xfrm>
          </p:grpSpPr>
          <p:sp>
            <p:nvSpPr>
              <p:cNvPr id="14" name="Shape 12">
                <a:extLst>
                  <a:ext uri="{FF2B5EF4-FFF2-40B4-BE49-F238E27FC236}">
                    <a16:creationId xmlns:a16="http://schemas.microsoft.com/office/drawing/2014/main" id="{4CB30DE5-2C14-B6E5-439B-172713376D70}"/>
                  </a:ext>
                </a:extLst>
              </p:cNvPr>
              <p:cNvSpPr/>
              <p:nvPr/>
            </p:nvSpPr>
            <p:spPr>
              <a:xfrm>
                <a:off x="5484528" y="1665612"/>
                <a:ext cx="1691640" cy="530352"/>
              </a:xfrm>
              <a:prstGeom prst="rect">
                <a:avLst/>
              </a:prstGeom>
              <a:solidFill>
                <a:srgbClr val="193A66"/>
              </a:solidFill>
              <a:ln w="12700">
                <a:solidFill>
                  <a:srgbClr val="FFFFFF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2800" dirty="0"/>
              </a:p>
            </p:txBody>
          </p:sp>
          <p:sp>
            <p:nvSpPr>
              <p:cNvPr id="15" name="Text 13">
                <a:extLst>
                  <a:ext uri="{FF2B5EF4-FFF2-40B4-BE49-F238E27FC236}">
                    <a16:creationId xmlns:a16="http://schemas.microsoft.com/office/drawing/2014/main" id="{F8DE1B1D-D82C-43AA-4079-8209D30205D5}"/>
                  </a:ext>
                </a:extLst>
              </p:cNvPr>
              <p:cNvSpPr/>
              <p:nvPr/>
            </p:nvSpPr>
            <p:spPr>
              <a:xfrm>
                <a:off x="5521104" y="1784484"/>
                <a:ext cx="1618488" cy="22860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altLang="ko-KR" sz="1600" b="1" dirty="0">
                    <a:solidFill>
                      <a:srgbClr val="FFFFFF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RTS</a:t>
                </a:r>
                <a:endParaRPr lang="en-US" sz="1600" dirty="0"/>
              </a:p>
            </p:txBody>
          </p:sp>
          <p:sp>
            <p:nvSpPr>
              <p:cNvPr id="24" name="Shape 22">
                <a:extLst>
                  <a:ext uri="{FF2B5EF4-FFF2-40B4-BE49-F238E27FC236}">
                    <a16:creationId xmlns:a16="http://schemas.microsoft.com/office/drawing/2014/main" id="{8A750062-D56A-5A8C-7A79-904B8228A686}"/>
                  </a:ext>
                </a:extLst>
              </p:cNvPr>
              <p:cNvSpPr/>
              <p:nvPr/>
            </p:nvSpPr>
            <p:spPr>
              <a:xfrm>
                <a:off x="5484528" y="2195964"/>
                <a:ext cx="1691640" cy="530352"/>
              </a:xfrm>
              <a:prstGeom prst="rect">
                <a:avLst/>
              </a:prstGeom>
              <a:solidFill>
                <a:srgbClr val="F8FAFC"/>
              </a:solidFill>
              <a:ln w="12700">
                <a:solidFill>
                  <a:srgbClr val="D7E3ED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2800"/>
              </a:p>
            </p:txBody>
          </p:sp>
          <p:sp>
            <p:nvSpPr>
              <p:cNvPr id="25" name="Text 23">
                <a:extLst>
                  <a:ext uri="{FF2B5EF4-FFF2-40B4-BE49-F238E27FC236}">
                    <a16:creationId xmlns:a16="http://schemas.microsoft.com/office/drawing/2014/main" id="{ECE5F53A-8126-FB6E-C80B-D69AAF60A6AF}"/>
                  </a:ext>
                </a:extLst>
              </p:cNvPr>
              <p:cNvSpPr/>
              <p:nvPr/>
            </p:nvSpPr>
            <p:spPr>
              <a:xfrm>
                <a:off x="5530248" y="2314836"/>
                <a:ext cx="1600200" cy="228600"/>
              </a:xfrm>
              <a:prstGeom prst="rect">
                <a:avLst/>
              </a:prstGeom>
              <a:noFill/>
              <a:ln/>
            </p:spPr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ko-KR" altLang="en-US" sz="1400" dirty="0">
                    <a:solidFill>
                      <a:srgbClr val="1F2937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포함</a:t>
                </a:r>
                <a:endParaRPr lang="en-US" sz="1400" dirty="0"/>
              </a:p>
            </p:txBody>
          </p:sp>
          <p:sp>
            <p:nvSpPr>
              <p:cNvPr id="34" name="Shape 32">
                <a:extLst>
                  <a:ext uri="{FF2B5EF4-FFF2-40B4-BE49-F238E27FC236}">
                    <a16:creationId xmlns:a16="http://schemas.microsoft.com/office/drawing/2014/main" id="{9A82AA23-068F-CDC8-221D-7CAAE8FA5246}"/>
                  </a:ext>
                </a:extLst>
              </p:cNvPr>
              <p:cNvSpPr/>
              <p:nvPr/>
            </p:nvSpPr>
            <p:spPr>
              <a:xfrm>
                <a:off x="5484528" y="2726316"/>
                <a:ext cx="1691640" cy="530352"/>
              </a:xfrm>
              <a:prstGeom prst="rect">
                <a:avLst/>
              </a:prstGeom>
              <a:solidFill>
                <a:srgbClr val="F8FAFC"/>
              </a:solidFill>
              <a:ln w="12700">
                <a:solidFill>
                  <a:srgbClr val="D7E3ED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2800"/>
              </a:p>
            </p:txBody>
          </p:sp>
          <p:sp>
            <p:nvSpPr>
              <p:cNvPr id="35" name="Text 33">
                <a:extLst>
                  <a:ext uri="{FF2B5EF4-FFF2-40B4-BE49-F238E27FC236}">
                    <a16:creationId xmlns:a16="http://schemas.microsoft.com/office/drawing/2014/main" id="{17BDA5D9-159D-047C-0F80-372B6CD49211}"/>
                  </a:ext>
                </a:extLst>
              </p:cNvPr>
              <p:cNvSpPr/>
              <p:nvPr/>
            </p:nvSpPr>
            <p:spPr>
              <a:xfrm>
                <a:off x="5530248" y="2845188"/>
                <a:ext cx="1600200" cy="228600"/>
              </a:xfrm>
              <a:prstGeom prst="rect">
                <a:avLst/>
              </a:prstGeom>
              <a:noFill/>
              <a:ln/>
            </p:spPr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ko-KR" altLang="en-US" sz="1400" dirty="0">
                    <a:solidFill>
                      <a:srgbClr val="1F2937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포함</a:t>
                </a:r>
                <a:endParaRPr lang="en-US" altLang="ko-KR" sz="1400" dirty="0"/>
              </a:p>
            </p:txBody>
          </p:sp>
          <p:sp>
            <p:nvSpPr>
              <p:cNvPr id="44" name="Shape 42">
                <a:extLst>
                  <a:ext uri="{FF2B5EF4-FFF2-40B4-BE49-F238E27FC236}">
                    <a16:creationId xmlns:a16="http://schemas.microsoft.com/office/drawing/2014/main" id="{FB5F4C46-93DC-25FC-754B-8068B091B933}"/>
                  </a:ext>
                </a:extLst>
              </p:cNvPr>
              <p:cNvSpPr/>
              <p:nvPr/>
            </p:nvSpPr>
            <p:spPr>
              <a:xfrm>
                <a:off x="5484528" y="3256668"/>
                <a:ext cx="1691640" cy="530352"/>
              </a:xfrm>
              <a:prstGeom prst="rect">
                <a:avLst/>
              </a:prstGeom>
              <a:solidFill>
                <a:srgbClr val="F8FAFC"/>
              </a:solidFill>
              <a:ln w="12700">
                <a:solidFill>
                  <a:srgbClr val="D7E3ED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2800"/>
              </a:p>
            </p:txBody>
          </p:sp>
          <p:sp>
            <p:nvSpPr>
              <p:cNvPr id="45" name="Text 43">
                <a:extLst>
                  <a:ext uri="{FF2B5EF4-FFF2-40B4-BE49-F238E27FC236}">
                    <a16:creationId xmlns:a16="http://schemas.microsoft.com/office/drawing/2014/main" id="{55FF602F-11E1-2E68-83DB-78AD01272900}"/>
                  </a:ext>
                </a:extLst>
              </p:cNvPr>
              <p:cNvSpPr/>
              <p:nvPr/>
            </p:nvSpPr>
            <p:spPr>
              <a:xfrm>
                <a:off x="5530248" y="3375540"/>
                <a:ext cx="1600200" cy="228600"/>
              </a:xfrm>
              <a:prstGeom prst="rect">
                <a:avLst/>
              </a:prstGeom>
              <a:noFill/>
              <a:ln/>
            </p:spPr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ko-KR" altLang="en-US" sz="1400" dirty="0">
                    <a:solidFill>
                      <a:srgbClr val="1F2937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포함</a:t>
                </a:r>
                <a:endParaRPr lang="en-US" altLang="ko-KR" sz="1400" dirty="0"/>
              </a:p>
            </p:txBody>
          </p:sp>
          <p:sp>
            <p:nvSpPr>
              <p:cNvPr id="54" name="Shape 52">
                <a:extLst>
                  <a:ext uri="{FF2B5EF4-FFF2-40B4-BE49-F238E27FC236}">
                    <a16:creationId xmlns:a16="http://schemas.microsoft.com/office/drawing/2014/main" id="{C88F2374-98EB-0526-331E-5D6D83541E6C}"/>
                  </a:ext>
                </a:extLst>
              </p:cNvPr>
              <p:cNvSpPr/>
              <p:nvPr/>
            </p:nvSpPr>
            <p:spPr>
              <a:xfrm>
                <a:off x="5484528" y="3787020"/>
                <a:ext cx="1691640" cy="530352"/>
              </a:xfrm>
              <a:prstGeom prst="rect">
                <a:avLst/>
              </a:prstGeom>
              <a:solidFill>
                <a:srgbClr val="F8FAFC"/>
              </a:solidFill>
              <a:ln w="12700">
                <a:solidFill>
                  <a:srgbClr val="D7E3ED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2800" dirty="0"/>
              </a:p>
            </p:txBody>
          </p:sp>
          <p:sp>
            <p:nvSpPr>
              <p:cNvPr id="55" name="Text 53">
                <a:extLst>
                  <a:ext uri="{FF2B5EF4-FFF2-40B4-BE49-F238E27FC236}">
                    <a16:creationId xmlns:a16="http://schemas.microsoft.com/office/drawing/2014/main" id="{41C7240C-4D61-D1BD-5901-EFB113C28E4E}"/>
                  </a:ext>
                </a:extLst>
              </p:cNvPr>
              <p:cNvSpPr/>
              <p:nvPr/>
            </p:nvSpPr>
            <p:spPr>
              <a:xfrm>
                <a:off x="5530248" y="3905892"/>
                <a:ext cx="1600200" cy="228600"/>
              </a:xfrm>
              <a:prstGeom prst="rect">
                <a:avLst/>
              </a:prstGeom>
              <a:noFill/>
              <a:ln/>
            </p:spPr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ko-KR" altLang="en-US" sz="1400" dirty="0">
                    <a:solidFill>
                      <a:srgbClr val="1F2937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제거</a:t>
                </a:r>
                <a:endParaRPr lang="en-US" sz="1400" dirty="0"/>
              </a:p>
            </p:txBody>
          </p:sp>
          <p:sp>
            <p:nvSpPr>
              <p:cNvPr id="64" name="Shape 62">
                <a:extLst>
                  <a:ext uri="{FF2B5EF4-FFF2-40B4-BE49-F238E27FC236}">
                    <a16:creationId xmlns:a16="http://schemas.microsoft.com/office/drawing/2014/main" id="{1367253A-0C57-042B-407D-FA565932F489}"/>
                  </a:ext>
                </a:extLst>
              </p:cNvPr>
              <p:cNvSpPr/>
              <p:nvPr/>
            </p:nvSpPr>
            <p:spPr>
              <a:xfrm>
                <a:off x="5484528" y="4317372"/>
                <a:ext cx="1691640" cy="530352"/>
              </a:xfrm>
              <a:prstGeom prst="rect">
                <a:avLst/>
              </a:prstGeom>
              <a:solidFill>
                <a:srgbClr val="F8FAFC"/>
              </a:solidFill>
              <a:ln w="12700">
                <a:solidFill>
                  <a:srgbClr val="D7E3ED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2800"/>
              </a:p>
            </p:txBody>
          </p:sp>
          <p:sp>
            <p:nvSpPr>
              <p:cNvPr id="65" name="Text 63">
                <a:extLst>
                  <a:ext uri="{FF2B5EF4-FFF2-40B4-BE49-F238E27FC236}">
                    <a16:creationId xmlns:a16="http://schemas.microsoft.com/office/drawing/2014/main" id="{0B7E28DC-51A2-B431-757D-AA81C1EFC0F3}"/>
                  </a:ext>
                </a:extLst>
              </p:cNvPr>
              <p:cNvSpPr/>
              <p:nvPr/>
            </p:nvSpPr>
            <p:spPr>
              <a:xfrm>
                <a:off x="5530248" y="4436244"/>
                <a:ext cx="1600200" cy="228600"/>
              </a:xfrm>
              <a:prstGeom prst="rect">
                <a:avLst/>
              </a:prstGeom>
              <a:noFill/>
              <a:ln/>
            </p:spPr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ko-KR" altLang="en-US" sz="1400" dirty="0">
                    <a:solidFill>
                      <a:srgbClr val="1F2937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포함</a:t>
                </a:r>
                <a:endParaRPr lang="en-US" altLang="ko-KR" sz="1400" dirty="0"/>
              </a:p>
            </p:txBody>
          </p:sp>
        </p:grpSp>
        <p:grpSp>
          <p:nvGrpSpPr>
            <p:cNvPr id="84" name="그룹 83">
              <a:extLst>
                <a:ext uri="{FF2B5EF4-FFF2-40B4-BE49-F238E27FC236}">
                  <a16:creationId xmlns:a16="http://schemas.microsoft.com/office/drawing/2014/main" id="{275173C3-3F2D-68F8-805A-8E0008F4BA71}"/>
                </a:ext>
              </a:extLst>
            </p:cNvPr>
            <p:cNvGrpSpPr/>
            <p:nvPr/>
          </p:nvGrpSpPr>
          <p:grpSpPr>
            <a:xfrm>
              <a:off x="5570472" y="1662805"/>
              <a:ext cx="998426" cy="3182112"/>
              <a:chOff x="8046720" y="1783080"/>
              <a:chExt cx="3337560" cy="3182112"/>
            </a:xfrm>
          </p:grpSpPr>
          <p:sp>
            <p:nvSpPr>
              <p:cNvPr id="16" name="Shape 14">
                <a:extLst>
                  <a:ext uri="{FF2B5EF4-FFF2-40B4-BE49-F238E27FC236}">
                    <a16:creationId xmlns:a16="http://schemas.microsoft.com/office/drawing/2014/main" id="{1F677A68-BD0B-05EF-B63D-BB9C3C40F4AA}"/>
                  </a:ext>
                </a:extLst>
              </p:cNvPr>
              <p:cNvSpPr/>
              <p:nvPr/>
            </p:nvSpPr>
            <p:spPr>
              <a:xfrm>
                <a:off x="8046720" y="1783080"/>
                <a:ext cx="3337560" cy="530352"/>
              </a:xfrm>
              <a:prstGeom prst="rect">
                <a:avLst/>
              </a:prstGeom>
              <a:solidFill>
                <a:srgbClr val="193A66"/>
              </a:solidFill>
              <a:ln w="12700">
                <a:solidFill>
                  <a:srgbClr val="FFFFFF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2800"/>
              </a:p>
            </p:txBody>
          </p:sp>
          <p:sp>
            <p:nvSpPr>
              <p:cNvPr id="17" name="Text 15">
                <a:extLst>
                  <a:ext uri="{FF2B5EF4-FFF2-40B4-BE49-F238E27FC236}">
                    <a16:creationId xmlns:a16="http://schemas.microsoft.com/office/drawing/2014/main" id="{DAF2F1E7-6AE1-16F3-9DFE-D19C4E9FCDDE}"/>
                  </a:ext>
                </a:extLst>
              </p:cNvPr>
              <p:cNvSpPr/>
              <p:nvPr/>
            </p:nvSpPr>
            <p:spPr>
              <a:xfrm>
                <a:off x="8083296" y="1901952"/>
                <a:ext cx="3264408" cy="22860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600" b="1" dirty="0" err="1">
                    <a:solidFill>
                      <a:srgbClr val="FFFFFF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TPAp</a:t>
                </a:r>
                <a:endParaRPr lang="en-US" sz="1600" dirty="0"/>
              </a:p>
            </p:txBody>
          </p:sp>
          <p:sp>
            <p:nvSpPr>
              <p:cNvPr id="26" name="Shape 24">
                <a:extLst>
                  <a:ext uri="{FF2B5EF4-FFF2-40B4-BE49-F238E27FC236}">
                    <a16:creationId xmlns:a16="http://schemas.microsoft.com/office/drawing/2014/main" id="{D9604403-C5FF-B51E-E99A-6C45CB08AC7A}"/>
                  </a:ext>
                </a:extLst>
              </p:cNvPr>
              <p:cNvSpPr/>
              <p:nvPr/>
            </p:nvSpPr>
            <p:spPr>
              <a:xfrm>
                <a:off x="8046720" y="2313432"/>
                <a:ext cx="3337560" cy="530352"/>
              </a:xfrm>
              <a:prstGeom prst="rect">
                <a:avLst/>
              </a:prstGeom>
              <a:solidFill>
                <a:srgbClr val="F8FAFC"/>
              </a:solidFill>
              <a:ln w="12700">
                <a:solidFill>
                  <a:srgbClr val="D7E3ED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2800"/>
              </a:p>
            </p:txBody>
          </p:sp>
          <p:sp>
            <p:nvSpPr>
              <p:cNvPr id="27" name="Text 25">
                <a:extLst>
                  <a:ext uri="{FF2B5EF4-FFF2-40B4-BE49-F238E27FC236}">
                    <a16:creationId xmlns:a16="http://schemas.microsoft.com/office/drawing/2014/main" id="{30C7C002-BD04-0510-3060-418127B2DFF0}"/>
                  </a:ext>
                </a:extLst>
              </p:cNvPr>
              <p:cNvSpPr/>
              <p:nvPr/>
            </p:nvSpPr>
            <p:spPr>
              <a:xfrm>
                <a:off x="8092440" y="2432304"/>
                <a:ext cx="3246120" cy="228600"/>
              </a:xfrm>
              <a:prstGeom prst="rect">
                <a:avLst/>
              </a:prstGeom>
              <a:noFill/>
              <a:ln/>
            </p:spPr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ko-KR" altLang="en-US" sz="1400" dirty="0">
                    <a:solidFill>
                      <a:srgbClr val="1F2937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포함</a:t>
                </a:r>
                <a:endParaRPr lang="en-US" sz="1400" dirty="0"/>
              </a:p>
            </p:txBody>
          </p:sp>
          <p:sp>
            <p:nvSpPr>
              <p:cNvPr id="36" name="Shape 34">
                <a:extLst>
                  <a:ext uri="{FF2B5EF4-FFF2-40B4-BE49-F238E27FC236}">
                    <a16:creationId xmlns:a16="http://schemas.microsoft.com/office/drawing/2014/main" id="{F7BECAA9-9D2F-C88B-2F63-0E0FB0D57705}"/>
                  </a:ext>
                </a:extLst>
              </p:cNvPr>
              <p:cNvSpPr/>
              <p:nvPr/>
            </p:nvSpPr>
            <p:spPr>
              <a:xfrm>
                <a:off x="8046720" y="2843784"/>
                <a:ext cx="3337560" cy="530352"/>
              </a:xfrm>
              <a:prstGeom prst="rect">
                <a:avLst/>
              </a:prstGeom>
              <a:solidFill>
                <a:srgbClr val="F8FAFC"/>
              </a:solidFill>
              <a:ln w="12700">
                <a:solidFill>
                  <a:srgbClr val="D7E3ED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2800"/>
              </a:p>
            </p:txBody>
          </p:sp>
          <p:sp>
            <p:nvSpPr>
              <p:cNvPr id="37" name="Text 35">
                <a:extLst>
                  <a:ext uri="{FF2B5EF4-FFF2-40B4-BE49-F238E27FC236}">
                    <a16:creationId xmlns:a16="http://schemas.microsoft.com/office/drawing/2014/main" id="{A2359458-A3AB-305A-8539-0722E11265F5}"/>
                  </a:ext>
                </a:extLst>
              </p:cNvPr>
              <p:cNvSpPr/>
              <p:nvPr/>
            </p:nvSpPr>
            <p:spPr>
              <a:xfrm>
                <a:off x="8092440" y="2962656"/>
                <a:ext cx="3246120" cy="228600"/>
              </a:xfrm>
              <a:prstGeom prst="rect">
                <a:avLst/>
              </a:prstGeom>
              <a:noFill/>
              <a:ln/>
            </p:spPr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ko-KR" altLang="en-US" sz="1400" dirty="0">
                    <a:solidFill>
                      <a:srgbClr val="1F2937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포함</a:t>
                </a:r>
                <a:endParaRPr lang="en-US" altLang="ko-KR" sz="1400" dirty="0"/>
              </a:p>
            </p:txBody>
          </p:sp>
          <p:sp>
            <p:nvSpPr>
              <p:cNvPr id="46" name="Shape 44">
                <a:extLst>
                  <a:ext uri="{FF2B5EF4-FFF2-40B4-BE49-F238E27FC236}">
                    <a16:creationId xmlns:a16="http://schemas.microsoft.com/office/drawing/2014/main" id="{BD48FD99-1FA6-5F63-3698-4AC2C152C534}"/>
                  </a:ext>
                </a:extLst>
              </p:cNvPr>
              <p:cNvSpPr/>
              <p:nvPr/>
            </p:nvSpPr>
            <p:spPr>
              <a:xfrm>
                <a:off x="8046720" y="3374136"/>
                <a:ext cx="3337560" cy="530352"/>
              </a:xfrm>
              <a:prstGeom prst="rect">
                <a:avLst/>
              </a:prstGeom>
              <a:solidFill>
                <a:srgbClr val="F8FAFC"/>
              </a:solidFill>
              <a:ln w="12700">
                <a:solidFill>
                  <a:srgbClr val="D7E3ED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2800"/>
              </a:p>
            </p:txBody>
          </p:sp>
          <p:sp>
            <p:nvSpPr>
              <p:cNvPr id="47" name="Text 45">
                <a:extLst>
                  <a:ext uri="{FF2B5EF4-FFF2-40B4-BE49-F238E27FC236}">
                    <a16:creationId xmlns:a16="http://schemas.microsoft.com/office/drawing/2014/main" id="{BF6FFE61-BEBD-6ACE-47A2-9CA80310B464}"/>
                  </a:ext>
                </a:extLst>
              </p:cNvPr>
              <p:cNvSpPr/>
              <p:nvPr/>
            </p:nvSpPr>
            <p:spPr>
              <a:xfrm>
                <a:off x="8092440" y="3493008"/>
                <a:ext cx="3246120" cy="228600"/>
              </a:xfrm>
              <a:prstGeom prst="rect">
                <a:avLst/>
              </a:prstGeom>
              <a:noFill/>
              <a:ln/>
            </p:spPr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ko-KR" altLang="en-US" sz="1400" dirty="0">
                    <a:solidFill>
                      <a:srgbClr val="1F2937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포함</a:t>
                </a:r>
                <a:endParaRPr lang="en-US" altLang="ko-KR" sz="1400" dirty="0"/>
              </a:p>
            </p:txBody>
          </p:sp>
          <p:sp>
            <p:nvSpPr>
              <p:cNvPr id="56" name="Shape 54">
                <a:extLst>
                  <a:ext uri="{FF2B5EF4-FFF2-40B4-BE49-F238E27FC236}">
                    <a16:creationId xmlns:a16="http://schemas.microsoft.com/office/drawing/2014/main" id="{F123DA1C-B44C-684A-4FB5-2BDE13DC839D}"/>
                  </a:ext>
                </a:extLst>
              </p:cNvPr>
              <p:cNvSpPr/>
              <p:nvPr/>
            </p:nvSpPr>
            <p:spPr>
              <a:xfrm>
                <a:off x="8046720" y="3904488"/>
                <a:ext cx="3337560" cy="530352"/>
              </a:xfrm>
              <a:prstGeom prst="rect">
                <a:avLst/>
              </a:prstGeom>
              <a:solidFill>
                <a:srgbClr val="F8FAFC"/>
              </a:solidFill>
              <a:ln w="12700">
                <a:solidFill>
                  <a:srgbClr val="D7E3ED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2800"/>
              </a:p>
            </p:txBody>
          </p:sp>
          <p:sp>
            <p:nvSpPr>
              <p:cNvPr id="57" name="Text 55">
                <a:extLst>
                  <a:ext uri="{FF2B5EF4-FFF2-40B4-BE49-F238E27FC236}">
                    <a16:creationId xmlns:a16="http://schemas.microsoft.com/office/drawing/2014/main" id="{9F1F8893-4CC5-3A6F-B40E-640A37800DFA}"/>
                  </a:ext>
                </a:extLst>
              </p:cNvPr>
              <p:cNvSpPr/>
              <p:nvPr/>
            </p:nvSpPr>
            <p:spPr>
              <a:xfrm>
                <a:off x="8092440" y="4023360"/>
                <a:ext cx="3246120" cy="228600"/>
              </a:xfrm>
              <a:prstGeom prst="rect">
                <a:avLst/>
              </a:prstGeom>
              <a:noFill/>
              <a:ln/>
            </p:spPr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ko-KR" altLang="en-US" sz="1400" dirty="0">
                    <a:solidFill>
                      <a:srgbClr val="1F2937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포함</a:t>
                </a:r>
                <a:endParaRPr lang="en-US" altLang="ko-KR" sz="1400" dirty="0"/>
              </a:p>
            </p:txBody>
          </p:sp>
          <p:sp>
            <p:nvSpPr>
              <p:cNvPr id="66" name="Shape 64">
                <a:extLst>
                  <a:ext uri="{FF2B5EF4-FFF2-40B4-BE49-F238E27FC236}">
                    <a16:creationId xmlns:a16="http://schemas.microsoft.com/office/drawing/2014/main" id="{6FDC21A7-3F83-25C6-0D1E-C7F7748CF3F7}"/>
                  </a:ext>
                </a:extLst>
              </p:cNvPr>
              <p:cNvSpPr/>
              <p:nvPr/>
            </p:nvSpPr>
            <p:spPr>
              <a:xfrm>
                <a:off x="8046720" y="4434840"/>
                <a:ext cx="3337560" cy="530352"/>
              </a:xfrm>
              <a:prstGeom prst="rect">
                <a:avLst/>
              </a:prstGeom>
              <a:solidFill>
                <a:srgbClr val="F8FAFC"/>
              </a:solidFill>
              <a:ln w="12700">
                <a:solidFill>
                  <a:srgbClr val="D7E3ED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2800"/>
              </a:p>
            </p:txBody>
          </p:sp>
          <p:sp>
            <p:nvSpPr>
              <p:cNvPr id="67" name="Text 65">
                <a:extLst>
                  <a:ext uri="{FF2B5EF4-FFF2-40B4-BE49-F238E27FC236}">
                    <a16:creationId xmlns:a16="http://schemas.microsoft.com/office/drawing/2014/main" id="{85501D4B-690F-2F4B-CC4D-521FA49CECA4}"/>
                  </a:ext>
                </a:extLst>
              </p:cNvPr>
              <p:cNvSpPr/>
              <p:nvPr/>
            </p:nvSpPr>
            <p:spPr>
              <a:xfrm>
                <a:off x="8092440" y="4553712"/>
                <a:ext cx="3246120" cy="228600"/>
              </a:xfrm>
              <a:prstGeom prst="rect">
                <a:avLst/>
              </a:prstGeom>
              <a:noFill/>
              <a:ln/>
            </p:spPr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ko-KR" altLang="en-US" sz="1400" dirty="0">
                    <a:solidFill>
                      <a:srgbClr val="1F2937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제거</a:t>
                </a:r>
                <a:endParaRPr lang="en-US" sz="1400" dirty="0"/>
              </a:p>
            </p:txBody>
          </p:sp>
        </p:grp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F34DB914-4D4F-8B34-C1CE-AC69708E313E}"/>
              </a:ext>
            </a:extLst>
          </p:cNvPr>
          <p:cNvGrpSpPr/>
          <p:nvPr/>
        </p:nvGrpSpPr>
        <p:grpSpPr>
          <a:xfrm>
            <a:off x="6789931" y="2009879"/>
            <a:ext cx="4594349" cy="4312838"/>
            <a:chOff x="6035040" y="5131142"/>
            <a:chExt cx="2240280" cy="1126780"/>
          </a:xfrm>
        </p:grpSpPr>
        <p:sp>
          <p:nvSpPr>
            <p:cNvPr id="76" name="Shape 74">
              <a:extLst>
                <a:ext uri="{FF2B5EF4-FFF2-40B4-BE49-F238E27FC236}">
                  <a16:creationId xmlns:a16="http://schemas.microsoft.com/office/drawing/2014/main" id="{675049F4-048B-DFA2-A9DF-0F07F2308867}"/>
                </a:ext>
              </a:extLst>
            </p:cNvPr>
            <p:cNvSpPr/>
            <p:nvPr/>
          </p:nvSpPr>
          <p:spPr>
            <a:xfrm>
              <a:off x="6035040" y="5138927"/>
              <a:ext cx="2240280" cy="1118995"/>
            </a:xfrm>
            <a:prstGeom prst="roundRect">
              <a:avLst>
                <a:gd name="adj" fmla="val 8108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800" dirty="0"/>
            </a:p>
          </p:txBody>
        </p:sp>
        <p:sp>
          <p:nvSpPr>
            <p:cNvPr id="77" name="Shape 75">
              <a:extLst>
                <a:ext uri="{FF2B5EF4-FFF2-40B4-BE49-F238E27FC236}">
                  <a16:creationId xmlns:a16="http://schemas.microsoft.com/office/drawing/2014/main" id="{2453A8D0-93D0-CE82-8C4B-00F1810C9BDB}"/>
                </a:ext>
              </a:extLst>
            </p:cNvPr>
            <p:cNvSpPr/>
            <p:nvPr/>
          </p:nvSpPr>
          <p:spPr>
            <a:xfrm>
              <a:off x="6035040" y="5138928"/>
              <a:ext cx="2240280" cy="186298"/>
            </a:xfrm>
            <a:prstGeom prst="rect">
              <a:avLst/>
            </a:prstGeom>
            <a:solidFill>
              <a:srgbClr val="199E75"/>
            </a:solidFill>
            <a:ln w="12700">
              <a:solidFill>
                <a:srgbClr val="199E75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78" name="Text 76">
              <a:extLst>
                <a:ext uri="{FF2B5EF4-FFF2-40B4-BE49-F238E27FC236}">
                  <a16:creationId xmlns:a16="http://schemas.microsoft.com/office/drawing/2014/main" id="{6A90A82C-DD25-17BF-1C71-F588E17CC994}"/>
                </a:ext>
              </a:extLst>
            </p:cNvPr>
            <p:cNvSpPr/>
            <p:nvPr/>
          </p:nvSpPr>
          <p:spPr>
            <a:xfrm>
              <a:off x="6108192" y="5131142"/>
              <a:ext cx="2093976" cy="21572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24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분석 원칙</a:t>
              </a:r>
              <a:endParaRPr lang="en-US" sz="2400" dirty="0"/>
            </a:p>
          </p:txBody>
        </p:sp>
        <p:sp>
          <p:nvSpPr>
            <p:cNvPr id="79" name="Text 77">
              <a:extLst>
                <a:ext uri="{FF2B5EF4-FFF2-40B4-BE49-F238E27FC236}">
                  <a16:creationId xmlns:a16="http://schemas.microsoft.com/office/drawing/2014/main" id="{91730458-F082-2AB0-91EF-1FFC5ED82A5D}"/>
                </a:ext>
              </a:extLst>
            </p:cNvPr>
            <p:cNvSpPr/>
            <p:nvPr/>
          </p:nvSpPr>
          <p:spPr>
            <a:xfrm>
              <a:off x="6199632" y="5484577"/>
              <a:ext cx="1911096" cy="568583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ko-KR" altLang="en-US" sz="2400" b="1" dirty="0"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기준 조건</a:t>
              </a:r>
              <a:r>
                <a:rPr lang="en-US" altLang="ko-KR" sz="2400" b="1" dirty="0"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: A3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ko-KR" altLang="en-US" sz="2400" b="1" dirty="0"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피처 </a:t>
              </a:r>
              <a:r>
                <a:rPr lang="en-US" altLang="ko-KR" sz="2400" b="1" dirty="0"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1</a:t>
              </a:r>
              <a:r>
                <a:rPr lang="ko-KR" altLang="en-US" sz="2400" b="1" dirty="0"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개씩 제거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ko-KR" altLang="en-US" sz="2400" b="1" dirty="0"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나머지 입력은 동일 유지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ko-KR" altLang="en-US" sz="2400" b="1" dirty="0"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해당 피처의 참조정보도 함께 제거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4F46AFF3-4D10-1733-F6E6-8BAA8FD90559}"/>
              </a:ext>
            </a:extLst>
          </p:cNvPr>
          <p:cNvSpPr txBox="1"/>
          <p:nvPr/>
        </p:nvSpPr>
        <p:spPr>
          <a:xfrm>
            <a:off x="666431" y="1586906"/>
            <a:ext cx="10508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</a:rPr>
              <a:t>A3: </a:t>
            </a:r>
            <a:r>
              <a:rPr lang="ko-KR" altLang="en-US" b="1" dirty="0">
                <a:solidFill>
                  <a:srgbClr val="FF0000"/>
                </a:solidFill>
              </a:rPr>
              <a:t>영상</a:t>
            </a:r>
            <a:r>
              <a:rPr lang="en-US" altLang="ko-KR" b="1" dirty="0">
                <a:solidFill>
                  <a:srgbClr val="FF0000"/>
                </a:solidFill>
              </a:rPr>
              <a:t>, </a:t>
            </a:r>
            <a:r>
              <a:rPr lang="ko-KR" altLang="en-US" b="1" dirty="0">
                <a:solidFill>
                  <a:srgbClr val="FF0000"/>
                </a:solidFill>
              </a:rPr>
              <a:t>운동학적 지표</a:t>
            </a:r>
            <a:r>
              <a:rPr lang="en-US" altLang="ko-KR" b="1" dirty="0">
                <a:solidFill>
                  <a:srgbClr val="FF0000"/>
                </a:solidFill>
              </a:rPr>
              <a:t>, </a:t>
            </a:r>
            <a:r>
              <a:rPr lang="ko-KR" altLang="en-US" b="1" dirty="0">
                <a:solidFill>
                  <a:srgbClr val="FF0000"/>
                </a:solidFill>
              </a:rPr>
              <a:t>비장애인 참조를 모두 넣은 조건</a:t>
            </a:r>
          </a:p>
        </p:txBody>
      </p:sp>
    </p:spTree>
    <p:extLst>
      <p:ext uri="{BB962C8B-B14F-4D97-AF65-F5344CB8AC3E}">
        <p14:creationId xmlns:p14="http://schemas.microsoft.com/office/powerpoint/2010/main" val="36648374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78B900-B3F3-13F3-8747-4974B702D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695810C-F288-B76E-9B28-41C801B3C061}"/>
              </a:ext>
            </a:extLst>
          </p:cNvPr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C72114A-AE72-7165-BFD1-3CA1EBF45235}"/>
              </a:ext>
            </a:extLst>
          </p:cNvPr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altLang="ko-KR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0B0D742-217F-71A2-D0D9-696C0017867C}"/>
              </a:ext>
            </a:extLst>
          </p:cNvPr>
          <p:cNvSpPr/>
          <p:nvPr/>
        </p:nvSpPr>
        <p:spPr>
          <a:xfrm>
            <a:off x="566928" y="402336"/>
            <a:ext cx="4024122" cy="393002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ko-KR" altLang="en-US" sz="36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결과</a:t>
            </a:r>
          </a:p>
        </p:txBody>
      </p:sp>
      <p:sp>
        <p:nvSpPr>
          <p:cNvPr id="74" name="Shape 2">
            <a:extLst>
              <a:ext uri="{FF2B5EF4-FFF2-40B4-BE49-F238E27FC236}">
                <a16:creationId xmlns:a16="http://schemas.microsoft.com/office/drawing/2014/main" id="{670C945C-CBDD-3388-2A77-9568EEEC646D}"/>
              </a:ext>
            </a:extLst>
          </p:cNvPr>
          <p:cNvSpPr/>
          <p:nvPr/>
        </p:nvSpPr>
        <p:spPr>
          <a:xfrm>
            <a:off x="347472" y="896112"/>
            <a:ext cx="11475720" cy="411480"/>
          </a:xfrm>
          <a:prstGeom prst="roundRect">
            <a:avLst>
              <a:gd name="adj" fmla="val 13333"/>
            </a:avLst>
          </a:prstGeom>
          <a:solidFill>
            <a:srgbClr val="14A678"/>
          </a:solidFill>
          <a:ln w="12700">
            <a:solidFill>
              <a:srgbClr val="14A67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Text 3">
            <a:extLst>
              <a:ext uri="{FF2B5EF4-FFF2-40B4-BE49-F238E27FC236}">
                <a16:creationId xmlns:a16="http://schemas.microsoft.com/office/drawing/2014/main" id="{80A72358-3CD5-E7D5-14FD-7BF652996F07}"/>
              </a:ext>
            </a:extLst>
          </p:cNvPr>
          <p:cNvSpPr/>
          <p:nvPr/>
        </p:nvSpPr>
        <p:spPr>
          <a:xfrm>
            <a:off x="502920" y="960120"/>
            <a:ext cx="1115568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정보 추가 효과와 운동학 피처 기여를 한 슬라이드에서 요약</a:t>
            </a:r>
            <a:endParaRPr lang="en-US" sz="1800" dirty="0"/>
          </a:p>
        </p:txBody>
      </p:sp>
      <p:sp>
        <p:nvSpPr>
          <p:cNvPr id="82" name="Shape 4">
            <a:extLst>
              <a:ext uri="{FF2B5EF4-FFF2-40B4-BE49-F238E27FC236}">
                <a16:creationId xmlns:a16="http://schemas.microsoft.com/office/drawing/2014/main" id="{3AE7A87A-D6C0-394F-7F16-835E60F90496}"/>
              </a:ext>
            </a:extLst>
          </p:cNvPr>
          <p:cNvSpPr/>
          <p:nvPr/>
        </p:nvSpPr>
        <p:spPr>
          <a:xfrm>
            <a:off x="347472" y="1463040"/>
            <a:ext cx="5632704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2700">
            <a:solidFill>
              <a:srgbClr val="7BD7B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6" name="Shape 5">
            <a:extLst>
              <a:ext uri="{FF2B5EF4-FFF2-40B4-BE49-F238E27FC236}">
                <a16:creationId xmlns:a16="http://schemas.microsoft.com/office/drawing/2014/main" id="{D05E2CF9-F980-2DCE-A654-2275E5899CE4}"/>
              </a:ext>
            </a:extLst>
          </p:cNvPr>
          <p:cNvSpPr/>
          <p:nvPr/>
        </p:nvSpPr>
        <p:spPr>
          <a:xfrm>
            <a:off x="6199632" y="1463040"/>
            <a:ext cx="5632704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2700">
            <a:solidFill>
              <a:srgbClr val="7BD7B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Text 6">
            <a:extLst>
              <a:ext uri="{FF2B5EF4-FFF2-40B4-BE49-F238E27FC236}">
                <a16:creationId xmlns:a16="http://schemas.microsoft.com/office/drawing/2014/main" id="{40F1355D-24D9-42F6-7E5B-C5FCCEAC88B4}"/>
              </a:ext>
            </a:extLst>
          </p:cNvPr>
          <p:cNvSpPr/>
          <p:nvPr/>
        </p:nvSpPr>
        <p:spPr>
          <a:xfrm>
            <a:off x="530352" y="1591056"/>
            <a:ext cx="51206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D315C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비교 1: 정보 추가 효과</a:t>
            </a:r>
            <a:endParaRPr lang="en-US" sz="2400" dirty="0"/>
          </a:p>
        </p:txBody>
      </p:sp>
      <p:sp>
        <p:nvSpPr>
          <p:cNvPr id="90" name="Text 7">
            <a:extLst>
              <a:ext uri="{FF2B5EF4-FFF2-40B4-BE49-F238E27FC236}">
                <a16:creationId xmlns:a16="http://schemas.microsoft.com/office/drawing/2014/main" id="{5E7EF6D7-AB64-13DD-36FD-C6D484A018BB}"/>
              </a:ext>
            </a:extLst>
          </p:cNvPr>
          <p:cNvSpPr/>
          <p:nvPr/>
        </p:nvSpPr>
        <p:spPr>
          <a:xfrm>
            <a:off x="6382512" y="1591056"/>
            <a:ext cx="51206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D315C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비교 2: 운동학 피처 기여</a:t>
            </a:r>
            <a:endParaRPr lang="en-US" sz="2400" dirty="0"/>
          </a:p>
        </p:txBody>
      </p:sp>
      <p:sp>
        <p:nvSpPr>
          <p:cNvPr id="92" name="Shape 8">
            <a:extLst>
              <a:ext uri="{FF2B5EF4-FFF2-40B4-BE49-F238E27FC236}">
                <a16:creationId xmlns:a16="http://schemas.microsoft.com/office/drawing/2014/main" id="{D517FA8B-246F-83C8-E4AC-BF950245F7A6}"/>
              </a:ext>
            </a:extLst>
          </p:cNvPr>
          <p:cNvSpPr/>
          <p:nvPr/>
        </p:nvSpPr>
        <p:spPr>
          <a:xfrm>
            <a:off x="521208" y="2029968"/>
            <a:ext cx="2158136" cy="377952"/>
          </a:xfrm>
          <a:prstGeom prst="rect">
            <a:avLst/>
          </a:prstGeom>
          <a:solidFill>
            <a:srgbClr val="0D315C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4" name="Text 9">
            <a:extLst>
              <a:ext uri="{FF2B5EF4-FFF2-40B4-BE49-F238E27FC236}">
                <a16:creationId xmlns:a16="http://schemas.microsoft.com/office/drawing/2014/main" id="{E2555D16-B841-1E1E-2749-B322A2BBF642}"/>
              </a:ext>
            </a:extLst>
          </p:cNvPr>
          <p:cNvSpPr/>
          <p:nvPr/>
        </p:nvSpPr>
        <p:spPr>
          <a:xfrm>
            <a:off x="548640" y="2057400"/>
            <a:ext cx="2103272" cy="3230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조건</a:t>
            </a:r>
            <a:endParaRPr lang="en-US" sz="1250" dirty="0"/>
          </a:p>
        </p:txBody>
      </p:sp>
      <p:sp>
        <p:nvSpPr>
          <p:cNvPr id="96" name="Shape 10">
            <a:extLst>
              <a:ext uri="{FF2B5EF4-FFF2-40B4-BE49-F238E27FC236}">
                <a16:creationId xmlns:a16="http://schemas.microsoft.com/office/drawing/2014/main" id="{4B22EF7D-F9F8-E994-5ECE-34BA5F4AAC00}"/>
              </a:ext>
            </a:extLst>
          </p:cNvPr>
          <p:cNvSpPr/>
          <p:nvPr/>
        </p:nvSpPr>
        <p:spPr>
          <a:xfrm>
            <a:off x="2679344" y="2029968"/>
            <a:ext cx="924916" cy="377952"/>
          </a:xfrm>
          <a:prstGeom prst="rect">
            <a:avLst/>
          </a:prstGeom>
          <a:solidFill>
            <a:srgbClr val="0D315C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8" name="Text 11">
            <a:extLst>
              <a:ext uri="{FF2B5EF4-FFF2-40B4-BE49-F238E27FC236}">
                <a16:creationId xmlns:a16="http://schemas.microsoft.com/office/drawing/2014/main" id="{E41895CC-4004-A00D-0161-0304DB88A49A}"/>
              </a:ext>
            </a:extLst>
          </p:cNvPr>
          <p:cNvSpPr/>
          <p:nvPr/>
        </p:nvSpPr>
        <p:spPr>
          <a:xfrm>
            <a:off x="2706776" y="2057400"/>
            <a:ext cx="870052" cy="3230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영상</a:t>
            </a:r>
            <a:endParaRPr lang="en-US" sz="1250" dirty="0"/>
          </a:p>
        </p:txBody>
      </p:sp>
      <p:sp>
        <p:nvSpPr>
          <p:cNvPr id="100" name="Shape 12">
            <a:extLst>
              <a:ext uri="{FF2B5EF4-FFF2-40B4-BE49-F238E27FC236}">
                <a16:creationId xmlns:a16="http://schemas.microsoft.com/office/drawing/2014/main" id="{BE13A49E-391A-88CD-1DD2-18829C82CBE0}"/>
              </a:ext>
            </a:extLst>
          </p:cNvPr>
          <p:cNvSpPr/>
          <p:nvPr/>
        </p:nvSpPr>
        <p:spPr>
          <a:xfrm>
            <a:off x="3604260" y="2029968"/>
            <a:ext cx="924916" cy="377952"/>
          </a:xfrm>
          <a:prstGeom prst="rect">
            <a:avLst/>
          </a:prstGeom>
          <a:solidFill>
            <a:srgbClr val="0D315C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2" name="Text 13">
            <a:extLst>
              <a:ext uri="{FF2B5EF4-FFF2-40B4-BE49-F238E27FC236}">
                <a16:creationId xmlns:a16="http://schemas.microsoft.com/office/drawing/2014/main" id="{D3D8595D-F760-3F4D-0565-DE1D85A34702}"/>
              </a:ext>
            </a:extLst>
          </p:cNvPr>
          <p:cNvSpPr/>
          <p:nvPr/>
        </p:nvSpPr>
        <p:spPr>
          <a:xfrm>
            <a:off x="3631692" y="2057400"/>
            <a:ext cx="870052" cy="3230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수치</a:t>
            </a:r>
            <a:endParaRPr lang="en-US" sz="1250" dirty="0"/>
          </a:p>
        </p:txBody>
      </p:sp>
      <p:sp>
        <p:nvSpPr>
          <p:cNvPr id="104" name="Shape 14">
            <a:extLst>
              <a:ext uri="{FF2B5EF4-FFF2-40B4-BE49-F238E27FC236}">
                <a16:creationId xmlns:a16="http://schemas.microsoft.com/office/drawing/2014/main" id="{D170F8B1-FA48-2C50-469A-914E5C04E114}"/>
              </a:ext>
            </a:extLst>
          </p:cNvPr>
          <p:cNvSpPr/>
          <p:nvPr/>
        </p:nvSpPr>
        <p:spPr>
          <a:xfrm>
            <a:off x="4529176" y="2029968"/>
            <a:ext cx="1277264" cy="377952"/>
          </a:xfrm>
          <a:prstGeom prst="rect">
            <a:avLst/>
          </a:prstGeom>
          <a:solidFill>
            <a:srgbClr val="0D315C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6" name="Text 15">
            <a:extLst>
              <a:ext uri="{FF2B5EF4-FFF2-40B4-BE49-F238E27FC236}">
                <a16:creationId xmlns:a16="http://schemas.microsoft.com/office/drawing/2014/main" id="{89F57C60-C872-8117-B72C-AE18541B11D3}"/>
              </a:ext>
            </a:extLst>
          </p:cNvPr>
          <p:cNvSpPr/>
          <p:nvPr/>
        </p:nvSpPr>
        <p:spPr>
          <a:xfrm>
            <a:off x="4556608" y="2057400"/>
            <a:ext cx="1222400" cy="3230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비장애인 참조</a:t>
            </a:r>
            <a:endParaRPr lang="en-US" sz="1150" dirty="0"/>
          </a:p>
        </p:txBody>
      </p:sp>
      <p:sp>
        <p:nvSpPr>
          <p:cNvPr id="108" name="Shape 16">
            <a:extLst>
              <a:ext uri="{FF2B5EF4-FFF2-40B4-BE49-F238E27FC236}">
                <a16:creationId xmlns:a16="http://schemas.microsoft.com/office/drawing/2014/main" id="{F10415DA-8B6A-BA11-E881-62356F66A724}"/>
              </a:ext>
            </a:extLst>
          </p:cNvPr>
          <p:cNvSpPr/>
          <p:nvPr/>
        </p:nvSpPr>
        <p:spPr>
          <a:xfrm>
            <a:off x="521208" y="2407920"/>
            <a:ext cx="2158136" cy="377952"/>
          </a:xfrm>
          <a:prstGeom prst="rect">
            <a:avLst/>
          </a:prstGeom>
          <a:solidFill>
            <a:srgbClr val="F8FBFE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0" name="Text 17">
            <a:extLst>
              <a:ext uri="{FF2B5EF4-FFF2-40B4-BE49-F238E27FC236}">
                <a16:creationId xmlns:a16="http://schemas.microsoft.com/office/drawing/2014/main" id="{38941588-9972-4AC1-520B-73DEB1759F72}"/>
              </a:ext>
            </a:extLst>
          </p:cNvPr>
          <p:cNvSpPr/>
          <p:nvPr/>
        </p:nvSpPr>
        <p:spPr>
          <a:xfrm>
            <a:off x="548640" y="2426208"/>
            <a:ext cx="2103272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A0 수치 학습 모델</a:t>
            </a:r>
            <a:endParaRPr lang="en-US" sz="1210" dirty="0"/>
          </a:p>
        </p:txBody>
      </p:sp>
      <p:sp>
        <p:nvSpPr>
          <p:cNvPr id="112" name="Shape 18">
            <a:extLst>
              <a:ext uri="{FF2B5EF4-FFF2-40B4-BE49-F238E27FC236}">
                <a16:creationId xmlns:a16="http://schemas.microsoft.com/office/drawing/2014/main" id="{333BAD11-C8DB-9AD2-3332-8B8808B03A56}"/>
              </a:ext>
            </a:extLst>
          </p:cNvPr>
          <p:cNvSpPr/>
          <p:nvPr/>
        </p:nvSpPr>
        <p:spPr>
          <a:xfrm>
            <a:off x="2679344" y="2407920"/>
            <a:ext cx="924916" cy="377952"/>
          </a:xfrm>
          <a:prstGeom prst="rect">
            <a:avLst/>
          </a:prstGeom>
          <a:solidFill>
            <a:srgbClr val="F8FBFE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4" name="Text 19">
            <a:extLst>
              <a:ext uri="{FF2B5EF4-FFF2-40B4-BE49-F238E27FC236}">
                <a16:creationId xmlns:a16="http://schemas.microsoft.com/office/drawing/2014/main" id="{0CD7A803-EBEF-B250-F637-513DF324C8E5}"/>
              </a:ext>
            </a:extLst>
          </p:cNvPr>
          <p:cNvSpPr/>
          <p:nvPr/>
        </p:nvSpPr>
        <p:spPr>
          <a:xfrm>
            <a:off x="2706776" y="2426208"/>
            <a:ext cx="870052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제거</a:t>
            </a:r>
            <a:endParaRPr lang="en-US" sz="1210" dirty="0"/>
          </a:p>
        </p:txBody>
      </p:sp>
      <p:sp>
        <p:nvSpPr>
          <p:cNvPr id="116" name="Shape 20">
            <a:extLst>
              <a:ext uri="{FF2B5EF4-FFF2-40B4-BE49-F238E27FC236}">
                <a16:creationId xmlns:a16="http://schemas.microsoft.com/office/drawing/2014/main" id="{6274E648-EF23-B7DD-F416-0766B156A9F2}"/>
              </a:ext>
            </a:extLst>
          </p:cNvPr>
          <p:cNvSpPr/>
          <p:nvPr/>
        </p:nvSpPr>
        <p:spPr>
          <a:xfrm>
            <a:off x="3604260" y="2407920"/>
            <a:ext cx="924916" cy="377952"/>
          </a:xfrm>
          <a:prstGeom prst="rect">
            <a:avLst/>
          </a:prstGeom>
          <a:solidFill>
            <a:srgbClr val="F8FBFE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8" name="Text 21">
            <a:extLst>
              <a:ext uri="{FF2B5EF4-FFF2-40B4-BE49-F238E27FC236}">
                <a16:creationId xmlns:a16="http://schemas.microsoft.com/office/drawing/2014/main" id="{C4D9FD6E-6276-882B-CE31-F85061F0BDC1}"/>
              </a:ext>
            </a:extLst>
          </p:cNvPr>
          <p:cNvSpPr/>
          <p:nvPr/>
        </p:nvSpPr>
        <p:spPr>
          <a:xfrm>
            <a:off x="3631692" y="2426208"/>
            <a:ext cx="870052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포함</a:t>
            </a:r>
            <a:endParaRPr lang="en-US" sz="1210" dirty="0"/>
          </a:p>
        </p:txBody>
      </p:sp>
      <p:sp>
        <p:nvSpPr>
          <p:cNvPr id="120" name="Shape 22">
            <a:extLst>
              <a:ext uri="{FF2B5EF4-FFF2-40B4-BE49-F238E27FC236}">
                <a16:creationId xmlns:a16="http://schemas.microsoft.com/office/drawing/2014/main" id="{37C4508D-9226-DCBA-35B9-F8DC9B36A016}"/>
              </a:ext>
            </a:extLst>
          </p:cNvPr>
          <p:cNvSpPr/>
          <p:nvPr/>
        </p:nvSpPr>
        <p:spPr>
          <a:xfrm>
            <a:off x="4529176" y="2407920"/>
            <a:ext cx="1277264" cy="377952"/>
          </a:xfrm>
          <a:prstGeom prst="rect">
            <a:avLst/>
          </a:prstGeom>
          <a:solidFill>
            <a:srgbClr val="F8FBFE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2" name="Text 23">
            <a:extLst>
              <a:ext uri="{FF2B5EF4-FFF2-40B4-BE49-F238E27FC236}">
                <a16:creationId xmlns:a16="http://schemas.microsoft.com/office/drawing/2014/main" id="{2F6BBB41-DD33-76FE-6151-9F9CF582390C}"/>
              </a:ext>
            </a:extLst>
          </p:cNvPr>
          <p:cNvSpPr/>
          <p:nvPr/>
        </p:nvSpPr>
        <p:spPr>
          <a:xfrm>
            <a:off x="4556608" y="2426208"/>
            <a:ext cx="1222400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제거</a:t>
            </a:r>
            <a:endParaRPr lang="en-US" sz="1210" dirty="0"/>
          </a:p>
        </p:txBody>
      </p:sp>
      <p:sp>
        <p:nvSpPr>
          <p:cNvPr id="124" name="Shape 24">
            <a:extLst>
              <a:ext uri="{FF2B5EF4-FFF2-40B4-BE49-F238E27FC236}">
                <a16:creationId xmlns:a16="http://schemas.microsoft.com/office/drawing/2014/main" id="{DF741F3D-68CD-D6B4-07F2-B9AE63C2B4F3}"/>
              </a:ext>
            </a:extLst>
          </p:cNvPr>
          <p:cNvSpPr/>
          <p:nvPr/>
        </p:nvSpPr>
        <p:spPr>
          <a:xfrm>
            <a:off x="521208" y="2785872"/>
            <a:ext cx="2158136" cy="377952"/>
          </a:xfrm>
          <a:prstGeom prst="rect">
            <a:avLst/>
          </a:prstGeom>
          <a:solidFill>
            <a:srgbClr val="F1F6FA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6" name="Text 25">
            <a:extLst>
              <a:ext uri="{FF2B5EF4-FFF2-40B4-BE49-F238E27FC236}">
                <a16:creationId xmlns:a16="http://schemas.microsoft.com/office/drawing/2014/main" id="{51797674-B34F-E520-14DB-C150081DF4C6}"/>
              </a:ext>
            </a:extLst>
          </p:cNvPr>
          <p:cNvSpPr/>
          <p:nvPr/>
        </p:nvSpPr>
        <p:spPr>
          <a:xfrm>
            <a:off x="548640" y="2804160"/>
            <a:ext cx="2103272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A1 영상만</a:t>
            </a:r>
            <a:endParaRPr lang="en-US" sz="1210" dirty="0"/>
          </a:p>
        </p:txBody>
      </p:sp>
      <p:sp>
        <p:nvSpPr>
          <p:cNvPr id="128" name="Shape 26">
            <a:extLst>
              <a:ext uri="{FF2B5EF4-FFF2-40B4-BE49-F238E27FC236}">
                <a16:creationId xmlns:a16="http://schemas.microsoft.com/office/drawing/2014/main" id="{302AAD7F-8C86-4C16-0ACB-5FA4A32A5663}"/>
              </a:ext>
            </a:extLst>
          </p:cNvPr>
          <p:cNvSpPr/>
          <p:nvPr/>
        </p:nvSpPr>
        <p:spPr>
          <a:xfrm>
            <a:off x="2679344" y="2785872"/>
            <a:ext cx="924916" cy="377952"/>
          </a:xfrm>
          <a:prstGeom prst="rect">
            <a:avLst/>
          </a:prstGeom>
          <a:solidFill>
            <a:srgbClr val="F1F6FA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0" name="Text 27">
            <a:extLst>
              <a:ext uri="{FF2B5EF4-FFF2-40B4-BE49-F238E27FC236}">
                <a16:creationId xmlns:a16="http://schemas.microsoft.com/office/drawing/2014/main" id="{0D193FEE-5C32-1699-AA5A-0DFB9C0020C9}"/>
              </a:ext>
            </a:extLst>
          </p:cNvPr>
          <p:cNvSpPr/>
          <p:nvPr/>
        </p:nvSpPr>
        <p:spPr>
          <a:xfrm>
            <a:off x="2706776" y="2804160"/>
            <a:ext cx="870052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포함</a:t>
            </a:r>
            <a:endParaRPr lang="en-US" sz="1210" dirty="0"/>
          </a:p>
        </p:txBody>
      </p:sp>
      <p:sp>
        <p:nvSpPr>
          <p:cNvPr id="132" name="Shape 28">
            <a:extLst>
              <a:ext uri="{FF2B5EF4-FFF2-40B4-BE49-F238E27FC236}">
                <a16:creationId xmlns:a16="http://schemas.microsoft.com/office/drawing/2014/main" id="{69937E98-631B-B535-A30E-3C575BFCBCC2}"/>
              </a:ext>
            </a:extLst>
          </p:cNvPr>
          <p:cNvSpPr/>
          <p:nvPr/>
        </p:nvSpPr>
        <p:spPr>
          <a:xfrm>
            <a:off x="3604260" y="2785872"/>
            <a:ext cx="924916" cy="377952"/>
          </a:xfrm>
          <a:prstGeom prst="rect">
            <a:avLst/>
          </a:prstGeom>
          <a:solidFill>
            <a:srgbClr val="F1F6FA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4" name="Text 29">
            <a:extLst>
              <a:ext uri="{FF2B5EF4-FFF2-40B4-BE49-F238E27FC236}">
                <a16:creationId xmlns:a16="http://schemas.microsoft.com/office/drawing/2014/main" id="{82702490-003E-C12C-4D63-6ED81C9A13AB}"/>
              </a:ext>
            </a:extLst>
          </p:cNvPr>
          <p:cNvSpPr/>
          <p:nvPr/>
        </p:nvSpPr>
        <p:spPr>
          <a:xfrm>
            <a:off x="3631692" y="2804160"/>
            <a:ext cx="870052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제거</a:t>
            </a:r>
            <a:endParaRPr lang="en-US" sz="1210" dirty="0"/>
          </a:p>
        </p:txBody>
      </p:sp>
      <p:sp>
        <p:nvSpPr>
          <p:cNvPr id="136" name="Shape 30">
            <a:extLst>
              <a:ext uri="{FF2B5EF4-FFF2-40B4-BE49-F238E27FC236}">
                <a16:creationId xmlns:a16="http://schemas.microsoft.com/office/drawing/2014/main" id="{44864770-E43A-227C-75D8-387D0A522DA8}"/>
              </a:ext>
            </a:extLst>
          </p:cNvPr>
          <p:cNvSpPr/>
          <p:nvPr/>
        </p:nvSpPr>
        <p:spPr>
          <a:xfrm>
            <a:off x="4529176" y="2785872"/>
            <a:ext cx="1277264" cy="377952"/>
          </a:xfrm>
          <a:prstGeom prst="rect">
            <a:avLst/>
          </a:prstGeom>
          <a:solidFill>
            <a:srgbClr val="F1F6FA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8" name="Text 31">
            <a:extLst>
              <a:ext uri="{FF2B5EF4-FFF2-40B4-BE49-F238E27FC236}">
                <a16:creationId xmlns:a16="http://schemas.microsoft.com/office/drawing/2014/main" id="{9D2695E9-1EB5-BD84-54B5-4D2D450653F9}"/>
              </a:ext>
            </a:extLst>
          </p:cNvPr>
          <p:cNvSpPr/>
          <p:nvPr/>
        </p:nvSpPr>
        <p:spPr>
          <a:xfrm>
            <a:off x="4556608" y="2804160"/>
            <a:ext cx="1222400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제거</a:t>
            </a:r>
            <a:endParaRPr lang="en-US" sz="1210" dirty="0"/>
          </a:p>
        </p:txBody>
      </p:sp>
      <p:sp>
        <p:nvSpPr>
          <p:cNvPr id="140" name="Shape 32">
            <a:extLst>
              <a:ext uri="{FF2B5EF4-FFF2-40B4-BE49-F238E27FC236}">
                <a16:creationId xmlns:a16="http://schemas.microsoft.com/office/drawing/2014/main" id="{B79DA896-E461-D457-EB70-A60CBA8248D7}"/>
              </a:ext>
            </a:extLst>
          </p:cNvPr>
          <p:cNvSpPr/>
          <p:nvPr/>
        </p:nvSpPr>
        <p:spPr>
          <a:xfrm>
            <a:off x="521208" y="3163824"/>
            <a:ext cx="2158136" cy="377952"/>
          </a:xfrm>
          <a:prstGeom prst="rect">
            <a:avLst/>
          </a:prstGeom>
          <a:solidFill>
            <a:srgbClr val="F8FBFE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2" name="Text 33">
            <a:extLst>
              <a:ext uri="{FF2B5EF4-FFF2-40B4-BE49-F238E27FC236}">
                <a16:creationId xmlns:a16="http://schemas.microsoft.com/office/drawing/2014/main" id="{CC00EC52-F91C-66B5-7DFE-45E031EC6376}"/>
              </a:ext>
            </a:extLst>
          </p:cNvPr>
          <p:cNvSpPr/>
          <p:nvPr/>
        </p:nvSpPr>
        <p:spPr>
          <a:xfrm>
            <a:off x="548640" y="3182112"/>
            <a:ext cx="2103272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A2 영상+수치</a:t>
            </a:r>
            <a:endParaRPr lang="en-US" sz="1210" dirty="0"/>
          </a:p>
        </p:txBody>
      </p:sp>
      <p:sp>
        <p:nvSpPr>
          <p:cNvPr id="144" name="Shape 34">
            <a:extLst>
              <a:ext uri="{FF2B5EF4-FFF2-40B4-BE49-F238E27FC236}">
                <a16:creationId xmlns:a16="http://schemas.microsoft.com/office/drawing/2014/main" id="{3C82275D-520D-1EDC-22CC-105E9EFBAC65}"/>
              </a:ext>
            </a:extLst>
          </p:cNvPr>
          <p:cNvSpPr/>
          <p:nvPr/>
        </p:nvSpPr>
        <p:spPr>
          <a:xfrm>
            <a:off x="2679344" y="3163824"/>
            <a:ext cx="924916" cy="377952"/>
          </a:xfrm>
          <a:prstGeom prst="rect">
            <a:avLst/>
          </a:prstGeom>
          <a:solidFill>
            <a:srgbClr val="F8FBFE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6" name="Text 35">
            <a:extLst>
              <a:ext uri="{FF2B5EF4-FFF2-40B4-BE49-F238E27FC236}">
                <a16:creationId xmlns:a16="http://schemas.microsoft.com/office/drawing/2014/main" id="{86BB803F-161E-863B-B002-11AAFEF3303B}"/>
              </a:ext>
            </a:extLst>
          </p:cNvPr>
          <p:cNvSpPr/>
          <p:nvPr/>
        </p:nvSpPr>
        <p:spPr>
          <a:xfrm>
            <a:off x="2706776" y="3182112"/>
            <a:ext cx="870052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포함</a:t>
            </a:r>
            <a:endParaRPr lang="en-US" sz="1210" dirty="0"/>
          </a:p>
        </p:txBody>
      </p:sp>
      <p:sp>
        <p:nvSpPr>
          <p:cNvPr id="148" name="Shape 36">
            <a:extLst>
              <a:ext uri="{FF2B5EF4-FFF2-40B4-BE49-F238E27FC236}">
                <a16:creationId xmlns:a16="http://schemas.microsoft.com/office/drawing/2014/main" id="{8F92466A-750C-A839-AE55-D4897226CB35}"/>
              </a:ext>
            </a:extLst>
          </p:cNvPr>
          <p:cNvSpPr/>
          <p:nvPr/>
        </p:nvSpPr>
        <p:spPr>
          <a:xfrm>
            <a:off x="3604260" y="3163824"/>
            <a:ext cx="924916" cy="377952"/>
          </a:xfrm>
          <a:prstGeom prst="rect">
            <a:avLst/>
          </a:prstGeom>
          <a:solidFill>
            <a:srgbClr val="F8FBFE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0" name="Text 37">
            <a:extLst>
              <a:ext uri="{FF2B5EF4-FFF2-40B4-BE49-F238E27FC236}">
                <a16:creationId xmlns:a16="http://schemas.microsoft.com/office/drawing/2014/main" id="{8DB5F94B-0D9E-F92A-1B8B-63038AB55F92}"/>
              </a:ext>
            </a:extLst>
          </p:cNvPr>
          <p:cNvSpPr/>
          <p:nvPr/>
        </p:nvSpPr>
        <p:spPr>
          <a:xfrm>
            <a:off x="3631692" y="3182112"/>
            <a:ext cx="870052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포함</a:t>
            </a:r>
            <a:endParaRPr lang="en-US" sz="1210" dirty="0"/>
          </a:p>
        </p:txBody>
      </p:sp>
      <p:sp>
        <p:nvSpPr>
          <p:cNvPr id="152" name="Shape 38">
            <a:extLst>
              <a:ext uri="{FF2B5EF4-FFF2-40B4-BE49-F238E27FC236}">
                <a16:creationId xmlns:a16="http://schemas.microsoft.com/office/drawing/2014/main" id="{3AB4A3D7-3E56-2F11-9CE1-C2FDA6D62683}"/>
              </a:ext>
            </a:extLst>
          </p:cNvPr>
          <p:cNvSpPr/>
          <p:nvPr/>
        </p:nvSpPr>
        <p:spPr>
          <a:xfrm>
            <a:off x="4529176" y="3163824"/>
            <a:ext cx="1277264" cy="377952"/>
          </a:xfrm>
          <a:prstGeom prst="rect">
            <a:avLst/>
          </a:prstGeom>
          <a:solidFill>
            <a:srgbClr val="F8FBFE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4" name="Text 39">
            <a:extLst>
              <a:ext uri="{FF2B5EF4-FFF2-40B4-BE49-F238E27FC236}">
                <a16:creationId xmlns:a16="http://schemas.microsoft.com/office/drawing/2014/main" id="{05A99B23-1247-9D7E-ACB9-34FF7704529C}"/>
              </a:ext>
            </a:extLst>
          </p:cNvPr>
          <p:cNvSpPr/>
          <p:nvPr/>
        </p:nvSpPr>
        <p:spPr>
          <a:xfrm>
            <a:off x="4556608" y="3182112"/>
            <a:ext cx="1222400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제거</a:t>
            </a:r>
            <a:endParaRPr lang="en-US" sz="1210" dirty="0"/>
          </a:p>
        </p:txBody>
      </p:sp>
      <p:sp>
        <p:nvSpPr>
          <p:cNvPr id="156" name="Shape 40">
            <a:extLst>
              <a:ext uri="{FF2B5EF4-FFF2-40B4-BE49-F238E27FC236}">
                <a16:creationId xmlns:a16="http://schemas.microsoft.com/office/drawing/2014/main" id="{495C303F-00FF-0EA0-93B1-38F9AEAD6AFF}"/>
              </a:ext>
            </a:extLst>
          </p:cNvPr>
          <p:cNvSpPr/>
          <p:nvPr/>
        </p:nvSpPr>
        <p:spPr>
          <a:xfrm>
            <a:off x="521208" y="3541776"/>
            <a:ext cx="2158136" cy="377952"/>
          </a:xfrm>
          <a:prstGeom prst="rect">
            <a:avLst/>
          </a:prstGeom>
          <a:solidFill>
            <a:srgbClr val="E3F7EF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8" name="Text 41">
            <a:extLst>
              <a:ext uri="{FF2B5EF4-FFF2-40B4-BE49-F238E27FC236}">
                <a16:creationId xmlns:a16="http://schemas.microsoft.com/office/drawing/2014/main" id="{054A92EB-257B-7306-8F8A-98F45EF43DA3}"/>
              </a:ext>
            </a:extLst>
          </p:cNvPr>
          <p:cNvSpPr/>
          <p:nvPr/>
        </p:nvSpPr>
        <p:spPr>
          <a:xfrm>
            <a:off x="548640" y="3560064"/>
            <a:ext cx="2103272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14A67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A3 최종 제안</a:t>
            </a:r>
            <a:endParaRPr lang="en-US" sz="1210" dirty="0"/>
          </a:p>
        </p:txBody>
      </p:sp>
      <p:sp>
        <p:nvSpPr>
          <p:cNvPr id="160" name="Shape 42">
            <a:extLst>
              <a:ext uri="{FF2B5EF4-FFF2-40B4-BE49-F238E27FC236}">
                <a16:creationId xmlns:a16="http://schemas.microsoft.com/office/drawing/2014/main" id="{D6D841E8-E4CC-26E1-ACDE-E5C69C442E1A}"/>
              </a:ext>
            </a:extLst>
          </p:cNvPr>
          <p:cNvSpPr/>
          <p:nvPr/>
        </p:nvSpPr>
        <p:spPr>
          <a:xfrm>
            <a:off x="2679344" y="3541776"/>
            <a:ext cx="924916" cy="377952"/>
          </a:xfrm>
          <a:prstGeom prst="rect">
            <a:avLst/>
          </a:prstGeom>
          <a:solidFill>
            <a:srgbClr val="E3F7EF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2" name="Text 43">
            <a:extLst>
              <a:ext uri="{FF2B5EF4-FFF2-40B4-BE49-F238E27FC236}">
                <a16:creationId xmlns:a16="http://schemas.microsoft.com/office/drawing/2014/main" id="{240FC09B-CA77-85DF-6886-D6B654C95397}"/>
              </a:ext>
            </a:extLst>
          </p:cNvPr>
          <p:cNvSpPr/>
          <p:nvPr/>
        </p:nvSpPr>
        <p:spPr>
          <a:xfrm>
            <a:off x="2706776" y="3560064"/>
            <a:ext cx="870052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14A67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포함</a:t>
            </a:r>
            <a:endParaRPr lang="en-US" sz="1210" dirty="0"/>
          </a:p>
        </p:txBody>
      </p:sp>
      <p:sp>
        <p:nvSpPr>
          <p:cNvPr id="164" name="Shape 44">
            <a:extLst>
              <a:ext uri="{FF2B5EF4-FFF2-40B4-BE49-F238E27FC236}">
                <a16:creationId xmlns:a16="http://schemas.microsoft.com/office/drawing/2014/main" id="{39F5899A-C452-F76B-F7EC-347260D675FA}"/>
              </a:ext>
            </a:extLst>
          </p:cNvPr>
          <p:cNvSpPr/>
          <p:nvPr/>
        </p:nvSpPr>
        <p:spPr>
          <a:xfrm>
            <a:off x="3604260" y="3541776"/>
            <a:ext cx="924916" cy="377952"/>
          </a:xfrm>
          <a:prstGeom prst="rect">
            <a:avLst/>
          </a:prstGeom>
          <a:solidFill>
            <a:srgbClr val="E3F7EF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6" name="Text 45">
            <a:extLst>
              <a:ext uri="{FF2B5EF4-FFF2-40B4-BE49-F238E27FC236}">
                <a16:creationId xmlns:a16="http://schemas.microsoft.com/office/drawing/2014/main" id="{55206F72-6055-7AE6-BA96-FED1FD527075}"/>
              </a:ext>
            </a:extLst>
          </p:cNvPr>
          <p:cNvSpPr/>
          <p:nvPr/>
        </p:nvSpPr>
        <p:spPr>
          <a:xfrm>
            <a:off x="3631692" y="3560064"/>
            <a:ext cx="870052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14A67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포함</a:t>
            </a:r>
            <a:endParaRPr lang="en-US" sz="1210" dirty="0"/>
          </a:p>
        </p:txBody>
      </p:sp>
      <p:sp>
        <p:nvSpPr>
          <p:cNvPr id="168" name="Shape 46">
            <a:extLst>
              <a:ext uri="{FF2B5EF4-FFF2-40B4-BE49-F238E27FC236}">
                <a16:creationId xmlns:a16="http://schemas.microsoft.com/office/drawing/2014/main" id="{3EA7FBFB-C72B-E1B0-8F26-7AEA07CAB3DE}"/>
              </a:ext>
            </a:extLst>
          </p:cNvPr>
          <p:cNvSpPr/>
          <p:nvPr/>
        </p:nvSpPr>
        <p:spPr>
          <a:xfrm>
            <a:off x="4529176" y="3541776"/>
            <a:ext cx="1277264" cy="377952"/>
          </a:xfrm>
          <a:prstGeom prst="rect">
            <a:avLst/>
          </a:prstGeom>
          <a:solidFill>
            <a:srgbClr val="E3F7EF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0" name="Text 47">
            <a:extLst>
              <a:ext uri="{FF2B5EF4-FFF2-40B4-BE49-F238E27FC236}">
                <a16:creationId xmlns:a16="http://schemas.microsoft.com/office/drawing/2014/main" id="{AE9C5DD9-A747-FC2E-E213-6419F4265BB2}"/>
              </a:ext>
            </a:extLst>
          </p:cNvPr>
          <p:cNvSpPr/>
          <p:nvPr/>
        </p:nvSpPr>
        <p:spPr>
          <a:xfrm>
            <a:off x="4556608" y="3560064"/>
            <a:ext cx="1222400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14A678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포함</a:t>
            </a:r>
            <a:endParaRPr lang="en-US" sz="1210" dirty="0"/>
          </a:p>
        </p:txBody>
      </p:sp>
      <p:sp>
        <p:nvSpPr>
          <p:cNvPr id="172" name="Shape 48">
            <a:extLst>
              <a:ext uri="{FF2B5EF4-FFF2-40B4-BE49-F238E27FC236}">
                <a16:creationId xmlns:a16="http://schemas.microsoft.com/office/drawing/2014/main" id="{EEA9885B-0653-C783-07F8-7ACFFCD8E0D8}"/>
              </a:ext>
            </a:extLst>
          </p:cNvPr>
          <p:cNvSpPr/>
          <p:nvPr/>
        </p:nvSpPr>
        <p:spPr>
          <a:xfrm>
            <a:off x="521208" y="3919728"/>
            <a:ext cx="2158136" cy="377952"/>
          </a:xfrm>
          <a:prstGeom prst="rect">
            <a:avLst/>
          </a:prstGeom>
          <a:solidFill>
            <a:srgbClr val="F8FBFE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4" name="Text 49">
            <a:extLst>
              <a:ext uri="{FF2B5EF4-FFF2-40B4-BE49-F238E27FC236}">
                <a16:creationId xmlns:a16="http://schemas.microsoft.com/office/drawing/2014/main" id="{ABE95C16-23BE-909A-BF8B-82C81C58CD2B}"/>
              </a:ext>
            </a:extLst>
          </p:cNvPr>
          <p:cNvSpPr/>
          <p:nvPr/>
        </p:nvSpPr>
        <p:spPr>
          <a:xfrm>
            <a:off x="548640" y="3938016"/>
            <a:ext cx="2103272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A4 수치</a:t>
            </a:r>
            <a:endParaRPr lang="en-US" sz="1210" dirty="0"/>
          </a:p>
        </p:txBody>
      </p:sp>
      <p:sp>
        <p:nvSpPr>
          <p:cNvPr id="176" name="Shape 50">
            <a:extLst>
              <a:ext uri="{FF2B5EF4-FFF2-40B4-BE49-F238E27FC236}">
                <a16:creationId xmlns:a16="http://schemas.microsoft.com/office/drawing/2014/main" id="{78EAC050-1EF0-2C18-5E41-D0A214F5FB4D}"/>
              </a:ext>
            </a:extLst>
          </p:cNvPr>
          <p:cNvSpPr/>
          <p:nvPr/>
        </p:nvSpPr>
        <p:spPr>
          <a:xfrm>
            <a:off x="2679344" y="3919728"/>
            <a:ext cx="924916" cy="377952"/>
          </a:xfrm>
          <a:prstGeom prst="rect">
            <a:avLst/>
          </a:prstGeom>
          <a:solidFill>
            <a:srgbClr val="F8FBFE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8" name="Text 51">
            <a:extLst>
              <a:ext uri="{FF2B5EF4-FFF2-40B4-BE49-F238E27FC236}">
                <a16:creationId xmlns:a16="http://schemas.microsoft.com/office/drawing/2014/main" id="{35CE62F0-0AFA-EEB2-7C78-EA364FDFF0C1}"/>
              </a:ext>
            </a:extLst>
          </p:cNvPr>
          <p:cNvSpPr/>
          <p:nvPr/>
        </p:nvSpPr>
        <p:spPr>
          <a:xfrm>
            <a:off x="2706776" y="3938016"/>
            <a:ext cx="870052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제거</a:t>
            </a:r>
            <a:endParaRPr lang="en-US" sz="1210" dirty="0"/>
          </a:p>
        </p:txBody>
      </p:sp>
      <p:sp>
        <p:nvSpPr>
          <p:cNvPr id="180" name="Shape 52">
            <a:extLst>
              <a:ext uri="{FF2B5EF4-FFF2-40B4-BE49-F238E27FC236}">
                <a16:creationId xmlns:a16="http://schemas.microsoft.com/office/drawing/2014/main" id="{70E2D795-79F9-F35D-B514-7A25EBC553AA}"/>
              </a:ext>
            </a:extLst>
          </p:cNvPr>
          <p:cNvSpPr/>
          <p:nvPr/>
        </p:nvSpPr>
        <p:spPr>
          <a:xfrm>
            <a:off x="3604260" y="3919728"/>
            <a:ext cx="924916" cy="377952"/>
          </a:xfrm>
          <a:prstGeom prst="rect">
            <a:avLst/>
          </a:prstGeom>
          <a:solidFill>
            <a:srgbClr val="F8FBFE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2" name="Text 53">
            <a:extLst>
              <a:ext uri="{FF2B5EF4-FFF2-40B4-BE49-F238E27FC236}">
                <a16:creationId xmlns:a16="http://schemas.microsoft.com/office/drawing/2014/main" id="{2FEB35FC-618B-1B6F-F7CB-0EE15830D773}"/>
              </a:ext>
            </a:extLst>
          </p:cNvPr>
          <p:cNvSpPr/>
          <p:nvPr/>
        </p:nvSpPr>
        <p:spPr>
          <a:xfrm>
            <a:off x="3631692" y="3938016"/>
            <a:ext cx="870052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포함</a:t>
            </a:r>
            <a:endParaRPr lang="en-US" sz="1210" dirty="0"/>
          </a:p>
        </p:txBody>
      </p:sp>
      <p:sp>
        <p:nvSpPr>
          <p:cNvPr id="184" name="Shape 54">
            <a:extLst>
              <a:ext uri="{FF2B5EF4-FFF2-40B4-BE49-F238E27FC236}">
                <a16:creationId xmlns:a16="http://schemas.microsoft.com/office/drawing/2014/main" id="{84D7EF3C-F28E-0183-DD49-305645AAB483}"/>
              </a:ext>
            </a:extLst>
          </p:cNvPr>
          <p:cNvSpPr/>
          <p:nvPr/>
        </p:nvSpPr>
        <p:spPr>
          <a:xfrm>
            <a:off x="4529176" y="3919728"/>
            <a:ext cx="1277264" cy="377952"/>
          </a:xfrm>
          <a:prstGeom prst="rect">
            <a:avLst/>
          </a:prstGeom>
          <a:solidFill>
            <a:srgbClr val="F8FBFE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6" name="Text 55">
            <a:extLst>
              <a:ext uri="{FF2B5EF4-FFF2-40B4-BE49-F238E27FC236}">
                <a16:creationId xmlns:a16="http://schemas.microsoft.com/office/drawing/2014/main" id="{4D03878C-3922-B6FA-517F-B411A576BF75}"/>
              </a:ext>
            </a:extLst>
          </p:cNvPr>
          <p:cNvSpPr/>
          <p:nvPr/>
        </p:nvSpPr>
        <p:spPr>
          <a:xfrm>
            <a:off x="4556608" y="3938016"/>
            <a:ext cx="1222400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제거</a:t>
            </a:r>
            <a:endParaRPr lang="en-US" sz="1210" dirty="0"/>
          </a:p>
        </p:txBody>
      </p:sp>
      <p:sp>
        <p:nvSpPr>
          <p:cNvPr id="188" name="Shape 56">
            <a:extLst>
              <a:ext uri="{FF2B5EF4-FFF2-40B4-BE49-F238E27FC236}">
                <a16:creationId xmlns:a16="http://schemas.microsoft.com/office/drawing/2014/main" id="{878DDBCE-17E1-671E-F82E-4443CD63EC07}"/>
              </a:ext>
            </a:extLst>
          </p:cNvPr>
          <p:cNvSpPr/>
          <p:nvPr/>
        </p:nvSpPr>
        <p:spPr>
          <a:xfrm>
            <a:off x="502920" y="4507992"/>
            <a:ext cx="5330952" cy="145389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9FD9C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0" name="Shape 57">
            <a:extLst>
              <a:ext uri="{FF2B5EF4-FFF2-40B4-BE49-F238E27FC236}">
                <a16:creationId xmlns:a16="http://schemas.microsoft.com/office/drawing/2014/main" id="{16C03338-1971-BE39-1BE0-A798908E1F7B}"/>
              </a:ext>
            </a:extLst>
          </p:cNvPr>
          <p:cNvSpPr/>
          <p:nvPr/>
        </p:nvSpPr>
        <p:spPr>
          <a:xfrm>
            <a:off x="530352" y="4535424"/>
            <a:ext cx="5276088" cy="384048"/>
          </a:xfrm>
          <a:prstGeom prst="roundRect">
            <a:avLst>
              <a:gd name="adj" fmla="val 14286"/>
            </a:avLst>
          </a:prstGeom>
          <a:solidFill>
            <a:srgbClr val="14A678"/>
          </a:solidFill>
          <a:ln w="12700">
            <a:solidFill>
              <a:srgbClr val="14A67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2" name="Text 58">
            <a:extLst>
              <a:ext uri="{FF2B5EF4-FFF2-40B4-BE49-F238E27FC236}">
                <a16:creationId xmlns:a16="http://schemas.microsoft.com/office/drawing/2014/main" id="{2E40521F-BF51-EA13-94B7-BC6B5A71676F}"/>
              </a:ext>
            </a:extLst>
          </p:cNvPr>
          <p:cNvSpPr/>
          <p:nvPr/>
        </p:nvSpPr>
        <p:spPr>
          <a:xfrm>
            <a:off x="612648" y="4581144"/>
            <a:ext cx="5111496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44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예상 결과 (정보 추가 효과)</a:t>
            </a:r>
            <a:endParaRPr lang="en-US" sz="1440" dirty="0"/>
          </a:p>
        </p:txBody>
      </p:sp>
      <p:sp>
        <p:nvSpPr>
          <p:cNvPr id="194" name="Text 59">
            <a:extLst>
              <a:ext uri="{FF2B5EF4-FFF2-40B4-BE49-F238E27FC236}">
                <a16:creationId xmlns:a16="http://schemas.microsoft.com/office/drawing/2014/main" id="{09A66CDC-367F-A458-5E56-144933359BDA}"/>
              </a:ext>
            </a:extLst>
          </p:cNvPr>
          <p:cNvSpPr/>
          <p:nvPr/>
        </p:nvSpPr>
        <p:spPr>
          <a:xfrm>
            <a:off x="685800" y="4885944"/>
            <a:ext cx="5010912" cy="9387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ko-KR" altLang="ko-KR" sz="1400" b="1" dirty="0"/>
              <a:t>A3 → 최저 오차 예상</a:t>
            </a:r>
            <a:r>
              <a:rPr lang="ko-KR" altLang="ko-KR" sz="1400" dirty="0"/>
              <a:t>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ko-KR" altLang="ko-KR" sz="1400" b="1" dirty="0"/>
              <a:t>A3 </a:t>
            </a:r>
            <a:r>
              <a:rPr lang="ko-KR" altLang="ko-KR" sz="1400" b="1" dirty="0" err="1"/>
              <a:t>vs</a:t>
            </a:r>
            <a:r>
              <a:rPr lang="ko-KR" altLang="ko-KR" sz="1400" b="1" dirty="0"/>
              <a:t> A1 → 전체 정보 추가효과</a:t>
            </a:r>
            <a:r>
              <a:rPr lang="ko-KR" altLang="ko-KR" sz="1400" dirty="0"/>
              <a:t>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ko-KR" altLang="ko-KR" sz="1400" b="1" dirty="0"/>
              <a:t>A3 </a:t>
            </a:r>
            <a:r>
              <a:rPr lang="ko-KR" altLang="ko-KR" sz="1400" b="1" dirty="0" err="1"/>
              <a:t>vs</a:t>
            </a:r>
            <a:r>
              <a:rPr lang="ko-KR" altLang="ko-KR" sz="1400" b="1" dirty="0"/>
              <a:t> A2 → 비장애인 참조 추가효과</a:t>
            </a:r>
            <a:r>
              <a:rPr lang="ko-KR" altLang="ko-KR" sz="1400" dirty="0"/>
              <a:t>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ko-KR" altLang="ko-KR" sz="1400" b="1" dirty="0"/>
              <a:t>A3 </a:t>
            </a:r>
            <a:r>
              <a:rPr lang="ko-KR" altLang="ko-KR" sz="1400" b="1" dirty="0" err="1"/>
              <a:t>vs</a:t>
            </a:r>
            <a:r>
              <a:rPr lang="ko-KR" altLang="ko-KR" sz="1400" b="1" dirty="0"/>
              <a:t> A4 / A0 → </a:t>
            </a:r>
            <a:r>
              <a:rPr lang="ko-KR" altLang="ko-KR" sz="1400" b="1" dirty="0" err="1"/>
              <a:t>영상·기준모델</a:t>
            </a:r>
            <a:r>
              <a:rPr lang="ko-KR" altLang="ko-KR" sz="1400" b="1" dirty="0"/>
              <a:t> 보조비교</a:t>
            </a:r>
            <a:endParaRPr lang="ko-KR" altLang="ko-KR" sz="1400" dirty="0"/>
          </a:p>
        </p:txBody>
      </p:sp>
      <p:sp>
        <p:nvSpPr>
          <p:cNvPr id="196" name="Shape 60">
            <a:extLst>
              <a:ext uri="{FF2B5EF4-FFF2-40B4-BE49-F238E27FC236}">
                <a16:creationId xmlns:a16="http://schemas.microsoft.com/office/drawing/2014/main" id="{63EFC0E6-A01B-0746-A6CE-A09C0CD6C1F6}"/>
              </a:ext>
            </a:extLst>
          </p:cNvPr>
          <p:cNvSpPr/>
          <p:nvPr/>
        </p:nvSpPr>
        <p:spPr>
          <a:xfrm>
            <a:off x="6382512" y="2029968"/>
            <a:ext cx="1349347" cy="377952"/>
          </a:xfrm>
          <a:prstGeom prst="rect">
            <a:avLst/>
          </a:prstGeom>
          <a:solidFill>
            <a:srgbClr val="0D315C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8" name="Text 61">
            <a:extLst>
              <a:ext uri="{FF2B5EF4-FFF2-40B4-BE49-F238E27FC236}">
                <a16:creationId xmlns:a16="http://schemas.microsoft.com/office/drawing/2014/main" id="{F53C38A1-A549-C360-9894-83B1C4243C9C}"/>
              </a:ext>
            </a:extLst>
          </p:cNvPr>
          <p:cNvSpPr/>
          <p:nvPr/>
        </p:nvSpPr>
        <p:spPr>
          <a:xfrm>
            <a:off x="6409944" y="2057400"/>
            <a:ext cx="1294483" cy="3230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조건</a:t>
            </a:r>
            <a:endParaRPr lang="en-US" sz="1250" dirty="0"/>
          </a:p>
        </p:txBody>
      </p:sp>
      <p:sp>
        <p:nvSpPr>
          <p:cNvPr id="200" name="Shape 62">
            <a:extLst>
              <a:ext uri="{FF2B5EF4-FFF2-40B4-BE49-F238E27FC236}">
                <a16:creationId xmlns:a16="http://schemas.microsoft.com/office/drawing/2014/main" id="{1019E0CF-AA44-DC9C-8959-55A4EC7EA2B6}"/>
              </a:ext>
            </a:extLst>
          </p:cNvPr>
          <p:cNvSpPr/>
          <p:nvPr/>
        </p:nvSpPr>
        <p:spPr>
          <a:xfrm>
            <a:off x="7731859" y="2029968"/>
            <a:ext cx="977113" cy="377952"/>
          </a:xfrm>
          <a:prstGeom prst="rect">
            <a:avLst/>
          </a:prstGeom>
          <a:solidFill>
            <a:srgbClr val="0D315C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2" name="Text 63">
            <a:extLst>
              <a:ext uri="{FF2B5EF4-FFF2-40B4-BE49-F238E27FC236}">
                <a16:creationId xmlns:a16="http://schemas.microsoft.com/office/drawing/2014/main" id="{AB92B1A0-5149-83EA-43F3-1DAB71023EE8}"/>
              </a:ext>
            </a:extLst>
          </p:cNvPr>
          <p:cNvSpPr/>
          <p:nvPr/>
        </p:nvSpPr>
        <p:spPr>
          <a:xfrm>
            <a:off x="7759291" y="2057400"/>
            <a:ext cx="922249" cy="3230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TAPV</a:t>
            </a:r>
            <a:endParaRPr lang="en-US" sz="1250" dirty="0"/>
          </a:p>
        </p:txBody>
      </p:sp>
      <p:sp>
        <p:nvSpPr>
          <p:cNvPr id="204" name="Shape 64">
            <a:extLst>
              <a:ext uri="{FF2B5EF4-FFF2-40B4-BE49-F238E27FC236}">
                <a16:creationId xmlns:a16="http://schemas.microsoft.com/office/drawing/2014/main" id="{614A0863-4807-59DF-C324-FBE286E1EC25}"/>
              </a:ext>
            </a:extLst>
          </p:cNvPr>
          <p:cNvSpPr/>
          <p:nvPr/>
        </p:nvSpPr>
        <p:spPr>
          <a:xfrm>
            <a:off x="8708972" y="2029968"/>
            <a:ext cx="977113" cy="377952"/>
          </a:xfrm>
          <a:prstGeom prst="rect">
            <a:avLst/>
          </a:prstGeom>
          <a:solidFill>
            <a:srgbClr val="0D315C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6" name="Text 65">
            <a:extLst>
              <a:ext uri="{FF2B5EF4-FFF2-40B4-BE49-F238E27FC236}">
                <a16:creationId xmlns:a16="http://schemas.microsoft.com/office/drawing/2014/main" id="{A795DC98-8914-105F-7EDC-93D8B46E75F1}"/>
              </a:ext>
            </a:extLst>
          </p:cNvPr>
          <p:cNvSpPr/>
          <p:nvPr/>
        </p:nvSpPr>
        <p:spPr>
          <a:xfrm>
            <a:off x="8736404" y="2057400"/>
            <a:ext cx="922249" cy="3230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PAp</a:t>
            </a:r>
            <a:endParaRPr lang="en-US" sz="1250" dirty="0"/>
          </a:p>
        </p:txBody>
      </p:sp>
      <p:sp>
        <p:nvSpPr>
          <p:cNvPr id="208" name="Shape 66">
            <a:extLst>
              <a:ext uri="{FF2B5EF4-FFF2-40B4-BE49-F238E27FC236}">
                <a16:creationId xmlns:a16="http://schemas.microsoft.com/office/drawing/2014/main" id="{01423F83-4C36-8EE1-2FF2-71B0870B2190}"/>
              </a:ext>
            </a:extLst>
          </p:cNvPr>
          <p:cNvSpPr/>
          <p:nvPr/>
        </p:nvSpPr>
        <p:spPr>
          <a:xfrm>
            <a:off x="9686085" y="2029968"/>
            <a:ext cx="977113" cy="377952"/>
          </a:xfrm>
          <a:prstGeom prst="rect">
            <a:avLst/>
          </a:prstGeom>
          <a:solidFill>
            <a:srgbClr val="0D315C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0" name="Text 67">
            <a:extLst>
              <a:ext uri="{FF2B5EF4-FFF2-40B4-BE49-F238E27FC236}">
                <a16:creationId xmlns:a16="http://schemas.microsoft.com/office/drawing/2014/main" id="{670F5CA5-1B4A-AEBC-EB9A-D88F3F72F8BC}"/>
              </a:ext>
            </a:extLst>
          </p:cNvPr>
          <p:cNvSpPr/>
          <p:nvPr/>
        </p:nvSpPr>
        <p:spPr>
          <a:xfrm>
            <a:off x="9713517" y="2057400"/>
            <a:ext cx="922249" cy="3230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RTS</a:t>
            </a:r>
            <a:endParaRPr lang="en-US" sz="1250" dirty="0"/>
          </a:p>
        </p:txBody>
      </p:sp>
      <p:sp>
        <p:nvSpPr>
          <p:cNvPr id="212" name="Shape 68">
            <a:extLst>
              <a:ext uri="{FF2B5EF4-FFF2-40B4-BE49-F238E27FC236}">
                <a16:creationId xmlns:a16="http://schemas.microsoft.com/office/drawing/2014/main" id="{55100425-F806-9F22-F3BE-4698D0A6DEDA}"/>
              </a:ext>
            </a:extLst>
          </p:cNvPr>
          <p:cNvSpPr/>
          <p:nvPr/>
        </p:nvSpPr>
        <p:spPr>
          <a:xfrm>
            <a:off x="10663199" y="2029968"/>
            <a:ext cx="977113" cy="377952"/>
          </a:xfrm>
          <a:prstGeom prst="rect">
            <a:avLst/>
          </a:prstGeom>
          <a:solidFill>
            <a:srgbClr val="0D315C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4" name="Text 69">
            <a:extLst>
              <a:ext uri="{FF2B5EF4-FFF2-40B4-BE49-F238E27FC236}">
                <a16:creationId xmlns:a16="http://schemas.microsoft.com/office/drawing/2014/main" id="{D45EB5E6-C53E-742D-FE69-2618C2471267}"/>
              </a:ext>
            </a:extLst>
          </p:cNvPr>
          <p:cNvSpPr/>
          <p:nvPr/>
        </p:nvSpPr>
        <p:spPr>
          <a:xfrm>
            <a:off x="10690631" y="2057400"/>
            <a:ext cx="922249" cy="3230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TPAp</a:t>
            </a:r>
            <a:endParaRPr lang="en-US" sz="1250" dirty="0"/>
          </a:p>
        </p:txBody>
      </p:sp>
      <p:sp>
        <p:nvSpPr>
          <p:cNvPr id="216" name="Shape 70">
            <a:extLst>
              <a:ext uri="{FF2B5EF4-FFF2-40B4-BE49-F238E27FC236}">
                <a16:creationId xmlns:a16="http://schemas.microsoft.com/office/drawing/2014/main" id="{59745855-BC50-E860-394A-21FFCE5877D9}"/>
              </a:ext>
            </a:extLst>
          </p:cNvPr>
          <p:cNvSpPr/>
          <p:nvPr/>
        </p:nvSpPr>
        <p:spPr>
          <a:xfrm>
            <a:off x="6382512" y="2407920"/>
            <a:ext cx="1349347" cy="377952"/>
          </a:xfrm>
          <a:prstGeom prst="rect">
            <a:avLst/>
          </a:prstGeom>
          <a:solidFill>
            <a:srgbClr val="F8FBFE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8" name="Text 71">
            <a:extLst>
              <a:ext uri="{FF2B5EF4-FFF2-40B4-BE49-F238E27FC236}">
                <a16:creationId xmlns:a16="http://schemas.microsoft.com/office/drawing/2014/main" id="{64338004-5A41-DA7F-D9A1-249FF1BC54D9}"/>
              </a:ext>
            </a:extLst>
          </p:cNvPr>
          <p:cNvSpPr/>
          <p:nvPr/>
        </p:nvSpPr>
        <p:spPr>
          <a:xfrm>
            <a:off x="6409944" y="2426208"/>
            <a:ext cx="1294483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A3</a:t>
            </a:r>
            <a:endParaRPr lang="en-US" sz="1210" dirty="0"/>
          </a:p>
        </p:txBody>
      </p:sp>
      <p:sp>
        <p:nvSpPr>
          <p:cNvPr id="220" name="Shape 72">
            <a:extLst>
              <a:ext uri="{FF2B5EF4-FFF2-40B4-BE49-F238E27FC236}">
                <a16:creationId xmlns:a16="http://schemas.microsoft.com/office/drawing/2014/main" id="{BA2E7DAD-3EEA-01BF-7B07-C3BC6EA3F28E}"/>
              </a:ext>
            </a:extLst>
          </p:cNvPr>
          <p:cNvSpPr/>
          <p:nvPr/>
        </p:nvSpPr>
        <p:spPr>
          <a:xfrm>
            <a:off x="7731859" y="2407920"/>
            <a:ext cx="977113" cy="377952"/>
          </a:xfrm>
          <a:prstGeom prst="rect">
            <a:avLst/>
          </a:prstGeom>
          <a:solidFill>
            <a:srgbClr val="F8FBFE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2" name="Text 73">
            <a:extLst>
              <a:ext uri="{FF2B5EF4-FFF2-40B4-BE49-F238E27FC236}">
                <a16:creationId xmlns:a16="http://schemas.microsoft.com/office/drawing/2014/main" id="{2A3C25BB-C2C2-DAF0-78FD-30378C815CBB}"/>
              </a:ext>
            </a:extLst>
          </p:cNvPr>
          <p:cNvSpPr/>
          <p:nvPr/>
        </p:nvSpPr>
        <p:spPr>
          <a:xfrm>
            <a:off x="7759291" y="2426208"/>
            <a:ext cx="922249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포함</a:t>
            </a:r>
            <a:endParaRPr lang="en-US" sz="1210" dirty="0"/>
          </a:p>
        </p:txBody>
      </p:sp>
      <p:sp>
        <p:nvSpPr>
          <p:cNvPr id="224" name="Shape 74">
            <a:extLst>
              <a:ext uri="{FF2B5EF4-FFF2-40B4-BE49-F238E27FC236}">
                <a16:creationId xmlns:a16="http://schemas.microsoft.com/office/drawing/2014/main" id="{F8867510-888A-0E39-C4B0-DF9E6ADD8700}"/>
              </a:ext>
            </a:extLst>
          </p:cNvPr>
          <p:cNvSpPr/>
          <p:nvPr/>
        </p:nvSpPr>
        <p:spPr>
          <a:xfrm>
            <a:off x="8708972" y="2407920"/>
            <a:ext cx="977113" cy="377952"/>
          </a:xfrm>
          <a:prstGeom prst="rect">
            <a:avLst/>
          </a:prstGeom>
          <a:solidFill>
            <a:srgbClr val="F8FBFE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6" name="Text 75">
            <a:extLst>
              <a:ext uri="{FF2B5EF4-FFF2-40B4-BE49-F238E27FC236}">
                <a16:creationId xmlns:a16="http://schemas.microsoft.com/office/drawing/2014/main" id="{FB69CF98-7DF0-0244-AF5A-19D0B8717E7D}"/>
              </a:ext>
            </a:extLst>
          </p:cNvPr>
          <p:cNvSpPr/>
          <p:nvPr/>
        </p:nvSpPr>
        <p:spPr>
          <a:xfrm>
            <a:off x="8736404" y="2426208"/>
            <a:ext cx="922249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포함</a:t>
            </a:r>
            <a:endParaRPr lang="en-US" sz="1210" dirty="0"/>
          </a:p>
        </p:txBody>
      </p:sp>
      <p:sp>
        <p:nvSpPr>
          <p:cNvPr id="228" name="Shape 76">
            <a:extLst>
              <a:ext uri="{FF2B5EF4-FFF2-40B4-BE49-F238E27FC236}">
                <a16:creationId xmlns:a16="http://schemas.microsoft.com/office/drawing/2014/main" id="{061E4086-0F27-551B-B4AB-F84C73B3085A}"/>
              </a:ext>
            </a:extLst>
          </p:cNvPr>
          <p:cNvSpPr/>
          <p:nvPr/>
        </p:nvSpPr>
        <p:spPr>
          <a:xfrm>
            <a:off x="9686085" y="2407920"/>
            <a:ext cx="977113" cy="377952"/>
          </a:xfrm>
          <a:prstGeom prst="rect">
            <a:avLst/>
          </a:prstGeom>
          <a:solidFill>
            <a:srgbClr val="F8FBFE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0" name="Text 77">
            <a:extLst>
              <a:ext uri="{FF2B5EF4-FFF2-40B4-BE49-F238E27FC236}">
                <a16:creationId xmlns:a16="http://schemas.microsoft.com/office/drawing/2014/main" id="{CB245F32-721C-99BF-90D0-B60C38D847E6}"/>
              </a:ext>
            </a:extLst>
          </p:cNvPr>
          <p:cNvSpPr/>
          <p:nvPr/>
        </p:nvSpPr>
        <p:spPr>
          <a:xfrm>
            <a:off x="9713517" y="2426208"/>
            <a:ext cx="922249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포함</a:t>
            </a:r>
            <a:endParaRPr lang="en-US" sz="1210" dirty="0"/>
          </a:p>
        </p:txBody>
      </p:sp>
      <p:sp>
        <p:nvSpPr>
          <p:cNvPr id="232" name="Shape 78">
            <a:extLst>
              <a:ext uri="{FF2B5EF4-FFF2-40B4-BE49-F238E27FC236}">
                <a16:creationId xmlns:a16="http://schemas.microsoft.com/office/drawing/2014/main" id="{3AC4ED45-8983-EE77-20DC-6337332CB9C5}"/>
              </a:ext>
            </a:extLst>
          </p:cNvPr>
          <p:cNvSpPr/>
          <p:nvPr/>
        </p:nvSpPr>
        <p:spPr>
          <a:xfrm>
            <a:off x="10663199" y="2407920"/>
            <a:ext cx="977113" cy="377952"/>
          </a:xfrm>
          <a:prstGeom prst="rect">
            <a:avLst/>
          </a:prstGeom>
          <a:solidFill>
            <a:srgbClr val="F8FBFE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4" name="Text 79">
            <a:extLst>
              <a:ext uri="{FF2B5EF4-FFF2-40B4-BE49-F238E27FC236}">
                <a16:creationId xmlns:a16="http://schemas.microsoft.com/office/drawing/2014/main" id="{F312E208-C7D8-50DA-AAF2-A4C2F81BEC4B}"/>
              </a:ext>
            </a:extLst>
          </p:cNvPr>
          <p:cNvSpPr/>
          <p:nvPr/>
        </p:nvSpPr>
        <p:spPr>
          <a:xfrm>
            <a:off x="10690631" y="2426208"/>
            <a:ext cx="922249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포함</a:t>
            </a:r>
            <a:endParaRPr lang="en-US" sz="1210" dirty="0"/>
          </a:p>
        </p:txBody>
      </p:sp>
      <p:sp>
        <p:nvSpPr>
          <p:cNvPr id="236" name="Shape 80">
            <a:extLst>
              <a:ext uri="{FF2B5EF4-FFF2-40B4-BE49-F238E27FC236}">
                <a16:creationId xmlns:a16="http://schemas.microsoft.com/office/drawing/2014/main" id="{AF19E25B-9C54-C02E-55DC-2873AB1EF839}"/>
              </a:ext>
            </a:extLst>
          </p:cNvPr>
          <p:cNvSpPr/>
          <p:nvPr/>
        </p:nvSpPr>
        <p:spPr>
          <a:xfrm>
            <a:off x="6382512" y="2785872"/>
            <a:ext cx="1349347" cy="377952"/>
          </a:xfrm>
          <a:prstGeom prst="rect">
            <a:avLst/>
          </a:prstGeom>
          <a:solidFill>
            <a:srgbClr val="F1F6FA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8" name="Text 81">
            <a:extLst>
              <a:ext uri="{FF2B5EF4-FFF2-40B4-BE49-F238E27FC236}">
                <a16:creationId xmlns:a16="http://schemas.microsoft.com/office/drawing/2014/main" id="{8B245271-EBC0-4350-D172-1631CADF8A2E}"/>
              </a:ext>
            </a:extLst>
          </p:cNvPr>
          <p:cNvSpPr/>
          <p:nvPr/>
        </p:nvSpPr>
        <p:spPr>
          <a:xfrm>
            <a:off x="6409944" y="2804160"/>
            <a:ext cx="1294483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A3 − TAPV</a:t>
            </a:r>
            <a:endParaRPr lang="en-US" sz="1210" dirty="0"/>
          </a:p>
        </p:txBody>
      </p:sp>
      <p:sp>
        <p:nvSpPr>
          <p:cNvPr id="240" name="Shape 82">
            <a:extLst>
              <a:ext uri="{FF2B5EF4-FFF2-40B4-BE49-F238E27FC236}">
                <a16:creationId xmlns:a16="http://schemas.microsoft.com/office/drawing/2014/main" id="{B5DF42F6-4F14-146B-55E9-3370666C1B86}"/>
              </a:ext>
            </a:extLst>
          </p:cNvPr>
          <p:cNvSpPr/>
          <p:nvPr/>
        </p:nvSpPr>
        <p:spPr>
          <a:xfrm>
            <a:off x="7731859" y="2785872"/>
            <a:ext cx="977113" cy="377952"/>
          </a:xfrm>
          <a:prstGeom prst="rect">
            <a:avLst/>
          </a:prstGeom>
          <a:solidFill>
            <a:srgbClr val="F1F6FA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2" name="Text 83">
            <a:extLst>
              <a:ext uri="{FF2B5EF4-FFF2-40B4-BE49-F238E27FC236}">
                <a16:creationId xmlns:a16="http://schemas.microsoft.com/office/drawing/2014/main" id="{4E7CF46C-C84D-20F1-1ECA-98CA11F6B571}"/>
              </a:ext>
            </a:extLst>
          </p:cNvPr>
          <p:cNvSpPr/>
          <p:nvPr/>
        </p:nvSpPr>
        <p:spPr>
          <a:xfrm>
            <a:off x="7759291" y="2804160"/>
            <a:ext cx="922249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제거</a:t>
            </a:r>
            <a:endParaRPr lang="en-US" sz="1210" dirty="0"/>
          </a:p>
        </p:txBody>
      </p:sp>
      <p:sp>
        <p:nvSpPr>
          <p:cNvPr id="244" name="Shape 84">
            <a:extLst>
              <a:ext uri="{FF2B5EF4-FFF2-40B4-BE49-F238E27FC236}">
                <a16:creationId xmlns:a16="http://schemas.microsoft.com/office/drawing/2014/main" id="{F8FC1C02-9479-8E18-E7A4-FC774E6E4485}"/>
              </a:ext>
            </a:extLst>
          </p:cNvPr>
          <p:cNvSpPr/>
          <p:nvPr/>
        </p:nvSpPr>
        <p:spPr>
          <a:xfrm>
            <a:off x="8708972" y="2785872"/>
            <a:ext cx="977113" cy="377952"/>
          </a:xfrm>
          <a:prstGeom prst="rect">
            <a:avLst/>
          </a:prstGeom>
          <a:solidFill>
            <a:srgbClr val="F1F6FA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6" name="Text 85">
            <a:extLst>
              <a:ext uri="{FF2B5EF4-FFF2-40B4-BE49-F238E27FC236}">
                <a16:creationId xmlns:a16="http://schemas.microsoft.com/office/drawing/2014/main" id="{76614890-8F96-EEBB-658E-25E97F6667F9}"/>
              </a:ext>
            </a:extLst>
          </p:cNvPr>
          <p:cNvSpPr/>
          <p:nvPr/>
        </p:nvSpPr>
        <p:spPr>
          <a:xfrm>
            <a:off x="8736404" y="2804160"/>
            <a:ext cx="922249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포함</a:t>
            </a:r>
            <a:endParaRPr lang="en-US" sz="1210" dirty="0"/>
          </a:p>
        </p:txBody>
      </p:sp>
      <p:sp>
        <p:nvSpPr>
          <p:cNvPr id="248" name="Shape 86">
            <a:extLst>
              <a:ext uri="{FF2B5EF4-FFF2-40B4-BE49-F238E27FC236}">
                <a16:creationId xmlns:a16="http://schemas.microsoft.com/office/drawing/2014/main" id="{7724AE31-53B9-A547-ACD0-055B07BC2FE0}"/>
              </a:ext>
            </a:extLst>
          </p:cNvPr>
          <p:cNvSpPr/>
          <p:nvPr/>
        </p:nvSpPr>
        <p:spPr>
          <a:xfrm>
            <a:off x="9686085" y="2785872"/>
            <a:ext cx="977113" cy="377952"/>
          </a:xfrm>
          <a:prstGeom prst="rect">
            <a:avLst/>
          </a:prstGeom>
          <a:solidFill>
            <a:srgbClr val="F1F6FA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0" name="Text 87">
            <a:extLst>
              <a:ext uri="{FF2B5EF4-FFF2-40B4-BE49-F238E27FC236}">
                <a16:creationId xmlns:a16="http://schemas.microsoft.com/office/drawing/2014/main" id="{CB21F158-489F-2069-0A26-ABCC28B4A40E}"/>
              </a:ext>
            </a:extLst>
          </p:cNvPr>
          <p:cNvSpPr/>
          <p:nvPr/>
        </p:nvSpPr>
        <p:spPr>
          <a:xfrm>
            <a:off x="9713517" y="2804160"/>
            <a:ext cx="922249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포함</a:t>
            </a:r>
            <a:endParaRPr lang="en-US" sz="1210" dirty="0"/>
          </a:p>
        </p:txBody>
      </p:sp>
      <p:sp>
        <p:nvSpPr>
          <p:cNvPr id="252" name="Shape 88">
            <a:extLst>
              <a:ext uri="{FF2B5EF4-FFF2-40B4-BE49-F238E27FC236}">
                <a16:creationId xmlns:a16="http://schemas.microsoft.com/office/drawing/2014/main" id="{2D156329-C630-1822-59D6-144D0E12AFC4}"/>
              </a:ext>
            </a:extLst>
          </p:cNvPr>
          <p:cNvSpPr/>
          <p:nvPr/>
        </p:nvSpPr>
        <p:spPr>
          <a:xfrm>
            <a:off x="10663199" y="2785872"/>
            <a:ext cx="977113" cy="377952"/>
          </a:xfrm>
          <a:prstGeom prst="rect">
            <a:avLst/>
          </a:prstGeom>
          <a:solidFill>
            <a:srgbClr val="F1F6FA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4" name="Text 89">
            <a:extLst>
              <a:ext uri="{FF2B5EF4-FFF2-40B4-BE49-F238E27FC236}">
                <a16:creationId xmlns:a16="http://schemas.microsoft.com/office/drawing/2014/main" id="{E637940A-AE09-790E-2575-AA020BF78BBC}"/>
              </a:ext>
            </a:extLst>
          </p:cNvPr>
          <p:cNvSpPr/>
          <p:nvPr/>
        </p:nvSpPr>
        <p:spPr>
          <a:xfrm>
            <a:off x="10690631" y="2804160"/>
            <a:ext cx="922249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포함</a:t>
            </a:r>
            <a:endParaRPr lang="en-US" sz="1210" dirty="0"/>
          </a:p>
        </p:txBody>
      </p:sp>
      <p:sp>
        <p:nvSpPr>
          <p:cNvPr id="256" name="Shape 90">
            <a:extLst>
              <a:ext uri="{FF2B5EF4-FFF2-40B4-BE49-F238E27FC236}">
                <a16:creationId xmlns:a16="http://schemas.microsoft.com/office/drawing/2014/main" id="{BBF8078C-97C8-2DFF-D110-3D6DFAC46FF7}"/>
              </a:ext>
            </a:extLst>
          </p:cNvPr>
          <p:cNvSpPr/>
          <p:nvPr/>
        </p:nvSpPr>
        <p:spPr>
          <a:xfrm>
            <a:off x="6382512" y="3163824"/>
            <a:ext cx="1349347" cy="377952"/>
          </a:xfrm>
          <a:prstGeom prst="rect">
            <a:avLst/>
          </a:prstGeom>
          <a:solidFill>
            <a:srgbClr val="F8FBFE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8" name="Text 91">
            <a:extLst>
              <a:ext uri="{FF2B5EF4-FFF2-40B4-BE49-F238E27FC236}">
                <a16:creationId xmlns:a16="http://schemas.microsoft.com/office/drawing/2014/main" id="{01E84A8E-7960-F08B-6948-85053AFCF012}"/>
              </a:ext>
            </a:extLst>
          </p:cNvPr>
          <p:cNvSpPr/>
          <p:nvPr/>
        </p:nvSpPr>
        <p:spPr>
          <a:xfrm>
            <a:off x="6409944" y="3182112"/>
            <a:ext cx="1294483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A3 − PAp</a:t>
            </a:r>
            <a:endParaRPr lang="en-US" sz="1210" dirty="0"/>
          </a:p>
        </p:txBody>
      </p:sp>
      <p:sp>
        <p:nvSpPr>
          <p:cNvPr id="260" name="Shape 92">
            <a:extLst>
              <a:ext uri="{FF2B5EF4-FFF2-40B4-BE49-F238E27FC236}">
                <a16:creationId xmlns:a16="http://schemas.microsoft.com/office/drawing/2014/main" id="{D9CF182C-BC99-0C17-DF36-8AB4B16458C0}"/>
              </a:ext>
            </a:extLst>
          </p:cNvPr>
          <p:cNvSpPr/>
          <p:nvPr/>
        </p:nvSpPr>
        <p:spPr>
          <a:xfrm>
            <a:off x="7731859" y="3163824"/>
            <a:ext cx="977113" cy="377952"/>
          </a:xfrm>
          <a:prstGeom prst="rect">
            <a:avLst/>
          </a:prstGeom>
          <a:solidFill>
            <a:srgbClr val="F8FBFE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2" name="Text 93">
            <a:extLst>
              <a:ext uri="{FF2B5EF4-FFF2-40B4-BE49-F238E27FC236}">
                <a16:creationId xmlns:a16="http://schemas.microsoft.com/office/drawing/2014/main" id="{C66CEF3E-D824-2941-66D0-54E8803C6B99}"/>
              </a:ext>
            </a:extLst>
          </p:cNvPr>
          <p:cNvSpPr/>
          <p:nvPr/>
        </p:nvSpPr>
        <p:spPr>
          <a:xfrm>
            <a:off x="7759291" y="3182112"/>
            <a:ext cx="922249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포함</a:t>
            </a:r>
            <a:endParaRPr lang="en-US" sz="1210" dirty="0"/>
          </a:p>
        </p:txBody>
      </p:sp>
      <p:sp>
        <p:nvSpPr>
          <p:cNvPr id="264" name="Shape 94">
            <a:extLst>
              <a:ext uri="{FF2B5EF4-FFF2-40B4-BE49-F238E27FC236}">
                <a16:creationId xmlns:a16="http://schemas.microsoft.com/office/drawing/2014/main" id="{9D7F610B-74B8-2626-600E-1F2FF9FB6F6B}"/>
              </a:ext>
            </a:extLst>
          </p:cNvPr>
          <p:cNvSpPr/>
          <p:nvPr/>
        </p:nvSpPr>
        <p:spPr>
          <a:xfrm>
            <a:off x="8708972" y="3163824"/>
            <a:ext cx="977113" cy="377952"/>
          </a:xfrm>
          <a:prstGeom prst="rect">
            <a:avLst/>
          </a:prstGeom>
          <a:solidFill>
            <a:srgbClr val="F8FBFE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6" name="Text 95">
            <a:extLst>
              <a:ext uri="{FF2B5EF4-FFF2-40B4-BE49-F238E27FC236}">
                <a16:creationId xmlns:a16="http://schemas.microsoft.com/office/drawing/2014/main" id="{72218DB1-6B7E-932F-B8AA-A142810EE6B5}"/>
              </a:ext>
            </a:extLst>
          </p:cNvPr>
          <p:cNvSpPr/>
          <p:nvPr/>
        </p:nvSpPr>
        <p:spPr>
          <a:xfrm>
            <a:off x="8736404" y="3182112"/>
            <a:ext cx="922249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제거</a:t>
            </a:r>
            <a:endParaRPr lang="en-US" sz="1210" dirty="0"/>
          </a:p>
        </p:txBody>
      </p:sp>
      <p:sp>
        <p:nvSpPr>
          <p:cNvPr id="268" name="Shape 96">
            <a:extLst>
              <a:ext uri="{FF2B5EF4-FFF2-40B4-BE49-F238E27FC236}">
                <a16:creationId xmlns:a16="http://schemas.microsoft.com/office/drawing/2014/main" id="{0B7D2861-DE85-825D-B331-1453D4E95A39}"/>
              </a:ext>
            </a:extLst>
          </p:cNvPr>
          <p:cNvSpPr/>
          <p:nvPr/>
        </p:nvSpPr>
        <p:spPr>
          <a:xfrm>
            <a:off x="9686085" y="3163824"/>
            <a:ext cx="977113" cy="377952"/>
          </a:xfrm>
          <a:prstGeom prst="rect">
            <a:avLst/>
          </a:prstGeom>
          <a:solidFill>
            <a:srgbClr val="F8FBFE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0" name="Text 97">
            <a:extLst>
              <a:ext uri="{FF2B5EF4-FFF2-40B4-BE49-F238E27FC236}">
                <a16:creationId xmlns:a16="http://schemas.microsoft.com/office/drawing/2014/main" id="{5C778CF3-8576-7B96-A10F-AA62F06861B4}"/>
              </a:ext>
            </a:extLst>
          </p:cNvPr>
          <p:cNvSpPr/>
          <p:nvPr/>
        </p:nvSpPr>
        <p:spPr>
          <a:xfrm>
            <a:off x="9713517" y="3182112"/>
            <a:ext cx="922249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포함</a:t>
            </a:r>
            <a:endParaRPr lang="en-US" sz="1210" dirty="0"/>
          </a:p>
        </p:txBody>
      </p:sp>
      <p:sp>
        <p:nvSpPr>
          <p:cNvPr id="272" name="Shape 98">
            <a:extLst>
              <a:ext uri="{FF2B5EF4-FFF2-40B4-BE49-F238E27FC236}">
                <a16:creationId xmlns:a16="http://schemas.microsoft.com/office/drawing/2014/main" id="{19D95700-39D6-B383-CF22-C3A8671C67AC}"/>
              </a:ext>
            </a:extLst>
          </p:cNvPr>
          <p:cNvSpPr/>
          <p:nvPr/>
        </p:nvSpPr>
        <p:spPr>
          <a:xfrm>
            <a:off x="10663199" y="3163824"/>
            <a:ext cx="977113" cy="377952"/>
          </a:xfrm>
          <a:prstGeom prst="rect">
            <a:avLst/>
          </a:prstGeom>
          <a:solidFill>
            <a:srgbClr val="F8FBFE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4" name="Text 99">
            <a:extLst>
              <a:ext uri="{FF2B5EF4-FFF2-40B4-BE49-F238E27FC236}">
                <a16:creationId xmlns:a16="http://schemas.microsoft.com/office/drawing/2014/main" id="{B3B7C2B7-E360-1206-2DA3-449F2EDEC7A8}"/>
              </a:ext>
            </a:extLst>
          </p:cNvPr>
          <p:cNvSpPr/>
          <p:nvPr/>
        </p:nvSpPr>
        <p:spPr>
          <a:xfrm>
            <a:off x="10690631" y="3182112"/>
            <a:ext cx="922249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포함</a:t>
            </a:r>
            <a:endParaRPr lang="en-US" sz="1210" dirty="0"/>
          </a:p>
        </p:txBody>
      </p:sp>
      <p:sp>
        <p:nvSpPr>
          <p:cNvPr id="276" name="Shape 100">
            <a:extLst>
              <a:ext uri="{FF2B5EF4-FFF2-40B4-BE49-F238E27FC236}">
                <a16:creationId xmlns:a16="http://schemas.microsoft.com/office/drawing/2014/main" id="{841F7935-6F8D-D984-5E83-68F0125FC36A}"/>
              </a:ext>
            </a:extLst>
          </p:cNvPr>
          <p:cNvSpPr/>
          <p:nvPr/>
        </p:nvSpPr>
        <p:spPr>
          <a:xfrm>
            <a:off x="6382512" y="3541776"/>
            <a:ext cx="1349347" cy="377952"/>
          </a:xfrm>
          <a:prstGeom prst="rect">
            <a:avLst/>
          </a:prstGeom>
          <a:solidFill>
            <a:srgbClr val="F1F6FA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8" name="Text 101">
            <a:extLst>
              <a:ext uri="{FF2B5EF4-FFF2-40B4-BE49-F238E27FC236}">
                <a16:creationId xmlns:a16="http://schemas.microsoft.com/office/drawing/2014/main" id="{874FE282-1955-3196-6F67-5D802665A8C6}"/>
              </a:ext>
            </a:extLst>
          </p:cNvPr>
          <p:cNvSpPr/>
          <p:nvPr/>
        </p:nvSpPr>
        <p:spPr>
          <a:xfrm>
            <a:off x="6409944" y="3560064"/>
            <a:ext cx="1294483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A3 − RTS</a:t>
            </a:r>
            <a:endParaRPr lang="en-US" sz="1210" dirty="0"/>
          </a:p>
        </p:txBody>
      </p:sp>
      <p:sp>
        <p:nvSpPr>
          <p:cNvPr id="280" name="Shape 102">
            <a:extLst>
              <a:ext uri="{FF2B5EF4-FFF2-40B4-BE49-F238E27FC236}">
                <a16:creationId xmlns:a16="http://schemas.microsoft.com/office/drawing/2014/main" id="{203A98EC-12F9-B25C-6396-C3EF2CFB43D2}"/>
              </a:ext>
            </a:extLst>
          </p:cNvPr>
          <p:cNvSpPr/>
          <p:nvPr/>
        </p:nvSpPr>
        <p:spPr>
          <a:xfrm>
            <a:off x="7731859" y="3541776"/>
            <a:ext cx="977113" cy="377952"/>
          </a:xfrm>
          <a:prstGeom prst="rect">
            <a:avLst/>
          </a:prstGeom>
          <a:solidFill>
            <a:srgbClr val="F1F6FA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2" name="Text 103">
            <a:extLst>
              <a:ext uri="{FF2B5EF4-FFF2-40B4-BE49-F238E27FC236}">
                <a16:creationId xmlns:a16="http://schemas.microsoft.com/office/drawing/2014/main" id="{41DAEF25-9681-6936-D236-B3674318B4B9}"/>
              </a:ext>
            </a:extLst>
          </p:cNvPr>
          <p:cNvSpPr/>
          <p:nvPr/>
        </p:nvSpPr>
        <p:spPr>
          <a:xfrm>
            <a:off x="7759291" y="3560064"/>
            <a:ext cx="922249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포함</a:t>
            </a:r>
            <a:endParaRPr lang="en-US" sz="1210" dirty="0"/>
          </a:p>
        </p:txBody>
      </p:sp>
      <p:sp>
        <p:nvSpPr>
          <p:cNvPr id="284" name="Shape 104">
            <a:extLst>
              <a:ext uri="{FF2B5EF4-FFF2-40B4-BE49-F238E27FC236}">
                <a16:creationId xmlns:a16="http://schemas.microsoft.com/office/drawing/2014/main" id="{79B4593A-6E41-129A-01DD-E0CE713B8F55}"/>
              </a:ext>
            </a:extLst>
          </p:cNvPr>
          <p:cNvSpPr/>
          <p:nvPr/>
        </p:nvSpPr>
        <p:spPr>
          <a:xfrm>
            <a:off x="8708972" y="3541776"/>
            <a:ext cx="977113" cy="377952"/>
          </a:xfrm>
          <a:prstGeom prst="rect">
            <a:avLst/>
          </a:prstGeom>
          <a:solidFill>
            <a:srgbClr val="F1F6FA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6" name="Text 105">
            <a:extLst>
              <a:ext uri="{FF2B5EF4-FFF2-40B4-BE49-F238E27FC236}">
                <a16:creationId xmlns:a16="http://schemas.microsoft.com/office/drawing/2014/main" id="{B438E5F1-558F-618A-BCAD-36EB8E3564E6}"/>
              </a:ext>
            </a:extLst>
          </p:cNvPr>
          <p:cNvSpPr/>
          <p:nvPr/>
        </p:nvSpPr>
        <p:spPr>
          <a:xfrm>
            <a:off x="8736404" y="3560064"/>
            <a:ext cx="922249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포함</a:t>
            </a:r>
            <a:endParaRPr lang="en-US" sz="1210" dirty="0"/>
          </a:p>
        </p:txBody>
      </p:sp>
      <p:sp>
        <p:nvSpPr>
          <p:cNvPr id="288" name="Shape 106">
            <a:extLst>
              <a:ext uri="{FF2B5EF4-FFF2-40B4-BE49-F238E27FC236}">
                <a16:creationId xmlns:a16="http://schemas.microsoft.com/office/drawing/2014/main" id="{CEC9AD94-5A24-1925-4018-4F833F72457F}"/>
              </a:ext>
            </a:extLst>
          </p:cNvPr>
          <p:cNvSpPr/>
          <p:nvPr/>
        </p:nvSpPr>
        <p:spPr>
          <a:xfrm>
            <a:off x="9686085" y="3541776"/>
            <a:ext cx="977113" cy="377952"/>
          </a:xfrm>
          <a:prstGeom prst="rect">
            <a:avLst/>
          </a:prstGeom>
          <a:solidFill>
            <a:srgbClr val="F1F6FA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0" name="Text 107">
            <a:extLst>
              <a:ext uri="{FF2B5EF4-FFF2-40B4-BE49-F238E27FC236}">
                <a16:creationId xmlns:a16="http://schemas.microsoft.com/office/drawing/2014/main" id="{8FB6CFF3-90AE-BF2F-A7FB-B90B88D4894D}"/>
              </a:ext>
            </a:extLst>
          </p:cNvPr>
          <p:cNvSpPr/>
          <p:nvPr/>
        </p:nvSpPr>
        <p:spPr>
          <a:xfrm>
            <a:off x="9713517" y="3560064"/>
            <a:ext cx="922249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제거</a:t>
            </a:r>
            <a:endParaRPr lang="en-US" sz="1210" dirty="0"/>
          </a:p>
        </p:txBody>
      </p:sp>
      <p:sp>
        <p:nvSpPr>
          <p:cNvPr id="292" name="Shape 108">
            <a:extLst>
              <a:ext uri="{FF2B5EF4-FFF2-40B4-BE49-F238E27FC236}">
                <a16:creationId xmlns:a16="http://schemas.microsoft.com/office/drawing/2014/main" id="{528FB064-9DC6-B4FD-B239-B4E02D75CDD2}"/>
              </a:ext>
            </a:extLst>
          </p:cNvPr>
          <p:cNvSpPr/>
          <p:nvPr/>
        </p:nvSpPr>
        <p:spPr>
          <a:xfrm>
            <a:off x="10663199" y="3541776"/>
            <a:ext cx="977113" cy="377952"/>
          </a:xfrm>
          <a:prstGeom prst="rect">
            <a:avLst/>
          </a:prstGeom>
          <a:solidFill>
            <a:srgbClr val="F1F6FA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4" name="Text 109">
            <a:extLst>
              <a:ext uri="{FF2B5EF4-FFF2-40B4-BE49-F238E27FC236}">
                <a16:creationId xmlns:a16="http://schemas.microsoft.com/office/drawing/2014/main" id="{A020146F-AE48-3F18-6222-8EA21E0E1CC5}"/>
              </a:ext>
            </a:extLst>
          </p:cNvPr>
          <p:cNvSpPr/>
          <p:nvPr/>
        </p:nvSpPr>
        <p:spPr>
          <a:xfrm>
            <a:off x="10690631" y="3560064"/>
            <a:ext cx="922249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포함</a:t>
            </a:r>
            <a:endParaRPr lang="en-US" sz="1210" dirty="0"/>
          </a:p>
        </p:txBody>
      </p:sp>
      <p:sp>
        <p:nvSpPr>
          <p:cNvPr id="296" name="Shape 110">
            <a:extLst>
              <a:ext uri="{FF2B5EF4-FFF2-40B4-BE49-F238E27FC236}">
                <a16:creationId xmlns:a16="http://schemas.microsoft.com/office/drawing/2014/main" id="{AA9F39CE-5A8C-CDB9-E02B-33CE4E1D035A}"/>
              </a:ext>
            </a:extLst>
          </p:cNvPr>
          <p:cNvSpPr/>
          <p:nvPr/>
        </p:nvSpPr>
        <p:spPr>
          <a:xfrm>
            <a:off x="6382512" y="3919728"/>
            <a:ext cx="1349347" cy="377952"/>
          </a:xfrm>
          <a:prstGeom prst="rect">
            <a:avLst/>
          </a:prstGeom>
          <a:solidFill>
            <a:srgbClr val="F8FBFE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8" name="Text 111">
            <a:extLst>
              <a:ext uri="{FF2B5EF4-FFF2-40B4-BE49-F238E27FC236}">
                <a16:creationId xmlns:a16="http://schemas.microsoft.com/office/drawing/2014/main" id="{16F91CE1-5E4C-F412-2985-BE29C9837306}"/>
              </a:ext>
            </a:extLst>
          </p:cNvPr>
          <p:cNvSpPr/>
          <p:nvPr/>
        </p:nvSpPr>
        <p:spPr>
          <a:xfrm>
            <a:off x="6409944" y="3938016"/>
            <a:ext cx="1294483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A3 − TPAp</a:t>
            </a:r>
            <a:endParaRPr lang="en-US" sz="1210" dirty="0"/>
          </a:p>
        </p:txBody>
      </p:sp>
      <p:sp>
        <p:nvSpPr>
          <p:cNvPr id="300" name="Shape 112">
            <a:extLst>
              <a:ext uri="{FF2B5EF4-FFF2-40B4-BE49-F238E27FC236}">
                <a16:creationId xmlns:a16="http://schemas.microsoft.com/office/drawing/2014/main" id="{26F0D03B-3A99-A465-8873-9FFCF4E6EF75}"/>
              </a:ext>
            </a:extLst>
          </p:cNvPr>
          <p:cNvSpPr/>
          <p:nvPr/>
        </p:nvSpPr>
        <p:spPr>
          <a:xfrm>
            <a:off x="7731859" y="3919728"/>
            <a:ext cx="977113" cy="377952"/>
          </a:xfrm>
          <a:prstGeom prst="rect">
            <a:avLst/>
          </a:prstGeom>
          <a:solidFill>
            <a:srgbClr val="F8FBFE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2" name="Text 113">
            <a:extLst>
              <a:ext uri="{FF2B5EF4-FFF2-40B4-BE49-F238E27FC236}">
                <a16:creationId xmlns:a16="http://schemas.microsoft.com/office/drawing/2014/main" id="{A29CD659-3C44-1B21-5801-2BFB287BAA7A}"/>
              </a:ext>
            </a:extLst>
          </p:cNvPr>
          <p:cNvSpPr/>
          <p:nvPr/>
        </p:nvSpPr>
        <p:spPr>
          <a:xfrm>
            <a:off x="7759291" y="3938016"/>
            <a:ext cx="922249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포함</a:t>
            </a:r>
            <a:endParaRPr lang="en-US" sz="1210" dirty="0"/>
          </a:p>
        </p:txBody>
      </p:sp>
      <p:sp>
        <p:nvSpPr>
          <p:cNvPr id="304" name="Shape 114">
            <a:extLst>
              <a:ext uri="{FF2B5EF4-FFF2-40B4-BE49-F238E27FC236}">
                <a16:creationId xmlns:a16="http://schemas.microsoft.com/office/drawing/2014/main" id="{0894F031-BBCB-F710-C698-626F04AA00EB}"/>
              </a:ext>
            </a:extLst>
          </p:cNvPr>
          <p:cNvSpPr/>
          <p:nvPr/>
        </p:nvSpPr>
        <p:spPr>
          <a:xfrm>
            <a:off x="8708972" y="3919728"/>
            <a:ext cx="977113" cy="377952"/>
          </a:xfrm>
          <a:prstGeom prst="rect">
            <a:avLst/>
          </a:prstGeom>
          <a:solidFill>
            <a:srgbClr val="F8FBFE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6" name="Text 115">
            <a:extLst>
              <a:ext uri="{FF2B5EF4-FFF2-40B4-BE49-F238E27FC236}">
                <a16:creationId xmlns:a16="http://schemas.microsoft.com/office/drawing/2014/main" id="{D8049CD4-C881-3A09-00BC-661AA9590E7C}"/>
              </a:ext>
            </a:extLst>
          </p:cNvPr>
          <p:cNvSpPr/>
          <p:nvPr/>
        </p:nvSpPr>
        <p:spPr>
          <a:xfrm>
            <a:off x="8736404" y="3938016"/>
            <a:ext cx="922249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포함</a:t>
            </a:r>
            <a:endParaRPr lang="en-US" sz="1210" dirty="0"/>
          </a:p>
        </p:txBody>
      </p:sp>
      <p:sp>
        <p:nvSpPr>
          <p:cNvPr id="308" name="Shape 116">
            <a:extLst>
              <a:ext uri="{FF2B5EF4-FFF2-40B4-BE49-F238E27FC236}">
                <a16:creationId xmlns:a16="http://schemas.microsoft.com/office/drawing/2014/main" id="{A0C3FE4D-4D9D-39FF-7CED-269FD0F02538}"/>
              </a:ext>
            </a:extLst>
          </p:cNvPr>
          <p:cNvSpPr/>
          <p:nvPr/>
        </p:nvSpPr>
        <p:spPr>
          <a:xfrm>
            <a:off x="9686085" y="3919728"/>
            <a:ext cx="977113" cy="377952"/>
          </a:xfrm>
          <a:prstGeom prst="rect">
            <a:avLst/>
          </a:prstGeom>
          <a:solidFill>
            <a:srgbClr val="F8FBFE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0" name="Text 117">
            <a:extLst>
              <a:ext uri="{FF2B5EF4-FFF2-40B4-BE49-F238E27FC236}">
                <a16:creationId xmlns:a16="http://schemas.microsoft.com/office/drawing/2014/main" id="{03C6E5BA-2C23-DCF6-0319-D22CBF78751C}"/>
              </a:ext>
            </a:extLst>
          </p:cNvPr>
          <p:cNvSpPr/>
          <p:nvPr/>
        </p:nvSpPr>
        <p:spPr>
          <a:xfrm>
            <a:off x="9713517" y="3938016"/>
            <a:ext cx="922249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포함</a:t>
            </a:r>
            <a:endParaRPr lang="en-US" sz="1210" dirty="0"/>
          </a:p>
        </p:txBody>
      </p:sp>
      <p:sp>
        <p:nvSpPr>
          <p:cNvPr id="312" name="Shape 118">
            <a:extLst>
              <a:ext uri="{FF2B5EF4-FFF2-40B4-BE49-F238E27FC236}">
                <a16:creationId xmlns:a16="http://schemas.microsoft.com/office/drawing/2014/main" id="{05015B03-8FD5-219C-1C9E-00FCBA3C405E}"/>
              </a:ext>
            </a:extLst>
          </p:cNvPr>
          <p:cNvSpPr/>
          <p:nvPr/>
        </p:nvSpPr>
        <p:spPr>
          <a:xfrm>
            <a:off x="10663199" y="3919728"/>
            <a:ext cx="977113" cy="377952"/>
          </a:xfrm>
          <a:prstGeom prst="rect">
            <a:avLst/>
          </a:prstGeom>
          <a:solidFill>
            <a:srgbClr val="F8FBFE"/>
          </a:solidFill>
          <a:ln w="6350">
            <a:solidFill>
              <a:srgbClr val="CBDC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4" name="Text 119">
            <a:extLst>
              <a:ext uri="{FF2B5EF4-FFF2-40B4-BE49-F238E27FC236}">
                <a16:creationId xmlns:a16="http://schemas.microsoft.com/office/drawing/2014/main" id="{23E8D04C-B136-523E-E977-B4DF2F52946B}"/>
              </a:ext>
            </a:extLst>
          </p:cNvPr>
          <p:cNvSpPr/>
          <p:nvPr/>
        </p:nvSpPr>
        <p:spPr>
          <a:xfrm>
            <a:off x="10690631" y="3938016"/>
            <a:ext cx="922249" cy="3413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10" dirty="0">
                <a:solidFill>
                  <a:srgbClr val="16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제거</a:t>
            </a:r>
            <a:endParaRPr lang="en-US" sz="1210" dirty="0"/>
          </a:p>
        </p:txBody>
      </p:sp>
      <p:sp>
        <p:nvSpPr>
          <p:cNvPr id="316" name="Shape 120">
            <a:extLst>
              <a:ext uri="{FF2B5EF4-FFF2-40B4-BE49-F238E27FC236}">
                <a16:creationId xmlns:a16="http://schemas.microsoft.com/office/drawing/2014/main" id="{E898FD92-A74D-C1EE-BA76-7E360751058E}"/>
              </a:ext>
            </a:extLst>
          </p:cNvPr>
          <p:cNvSpPr/>
          <p:nvPr/>
        </p:nvSpPr>
        <p:spPr>
          <a:xfrm>
            <a:off x="6355080" y="4507992"/>
            <a:ext cx="5330952" cy="145389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9FD9C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8" name="Shape 121">
            <a:extLst>
              <a:ext uri="{FF2B5EF4-FFF2-40B4-BE49-F238E27FC236}">
                <a16:creationId xmlns:a16="http://schemas.microsoft.com/office/drawing/2014/main" id="{CCE3B5AF-8FDE-4D68-D63A-5C2B7B6A5F4E}"/>
              </a:ext>
            </a:extLst>
          </p:cNvPr>
          <p:cNvSpPr/>
          <p:nvPr/>
        </p:nvSpPr>
        <p:spPr>
          <a:xfrm>
            <a:off x="6382512" y="4535424"/>
            <a:ext cx="5276088" cy="384048"/>
          </a:xfrm>
          <a:prstGeom prst="roundRect">
            <a:avLst>
              <a:gd name="adj" fmla="val 14286"/>
            </a:avLst>
          </a:prstGeom>
          <a:solidFill>
            <a:srgbClr val="14A678"/>
          </a:solidFill>
          <a:ln w="12700">
            <a:solidFill>
              <a:srgbClr val="14A67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0" name="Text 122">
            <a:extLst>
              <a:ext uri="{FF2B5EF4-FFF2-40B4-BE49-F238E27FC236}">
                <a16:creationId xmlns:a16="http://schemas.microsoft.com/office/drawing/2014/main" id="{EF3A9596-6A56-61FA-A0C0-E07CAF5C5FB4}"/>
              </a:ext>
            </a:extLst>
          </p:cNvPr>
          <p:cNvSpPr/>
          <p:nvPr/>
        </p:nvSpPr>
        <p:spPr>
          <a:xfrm>
            <a:off x="6464808" y="4581144"/>
            <a:ext cx="5111496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44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해석</a:t>
            </a:r>
            <a:endParaRPr lang="en-US" sz="1440" dirty="0"/>
          </a:p>
        </p:txBody>
      </p:sp>
      <p:sp>
        <p:nvSpPr>
          <p:cNvPr id="322" name="Text 123">
            <a:extLst>
              <a:ext uri="{FF2B5EF4-FFF2-40B4-BE49-F238E27FC236}">
                <a16:creationId xmlns:a16="http://schemas.microsoft.com/office/drawing/2014/main" id="{6CC101C2-5EAC-8C37-CBCD-F4FB37BD8A3B}"/>
              </a:ext>
            </a:extLst>
          </p:cNvPr>
          <p:cNvSpPr/>
          <p:nvPr/>
        </p:nvSpPr>
        <p:spPr>
          <a:xfrm>
            <a:off x="6537960" y="4919472"/>
            <a:ext cx="5010912" cy="9052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ko-KR" altLang="ko-KR" sz="1400" b="1" dirty="0"/>
              <a:t>A3 기준 → 피처 1개씩 제거</a:t>
            </a:r>
            <a:r>
              <a:rPr lang="ko-KR" altLang="ko-KR" sz="1400" dirty="0"/>
              <a:t>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ko-KR" altLang="ko-KR" sz="1400" b="1" dirty="0"/>
              <a:t>나머지 입력 → 동일 유지</a:t>
            </a:r>
            <a:r>
              <a:rPr lang="ko-KR" altLang="ko-KR" sz="1400" dirty="0"/>
              <a:t>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ko-KR" altLang="ko-KR" sz="1400" b="1" dirty="0"/>
              <a:t>해당 참조정보 → 함께 제거</a:t>
            </a:r>
            <a:r>
              <a:rPr lang="ko-KR" altLang="ko-KR" sz="1400" dirty="0"/>
              <a:t>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ko-KR" altLang="ko-KR" sz="1400" b="1" dirty="0"/>
              <a:t>오차 </a:t>
            </a:r>
            <a:r>
              <a:rPr lang="ko-KR" altLang="ko-KR" sz="1400" b="1" dirty="0" err="1"/>
              <a:t>증가폭</a:t>
            </a:r>
            <a:r>
              <a:rPr lang="ko-KR" altLang="ko-KR" sz="1400" b="1" dirty="0"/>
              <a:t> → 조건부 기여도</a:t>
            </a:r>
            <a:endParaRPr lang="ko-KR" altLang="ko-KR" sz="1400" dirty="0"/>
          </a:p>
        </p:txBody>
      </p:sp>
      <p:sp>
        <p:nvSpPr>
          <p:cNvPr id="324" name="Shape 124">
            <a:extLst>
              <a:ext uri="{FF2B5EF4-FFF2-40B4-BE49-F238E27FC236}">
                <a16:creationId xmlns:a16="http://schemas.microsoft.com/office/drawing/2014/main" id="{67A2742B-E7AA-7FF7-0750-2632E41E816C}"/>
              </a:ext>
            </a:extLst>
          </p:cNvPr>
          <p:cNvSpPr/>
          <p:nvPr/>
        </p:nvSpPr>
        <p:spPr>
          <a:xfrm>
            <a:off x="347472" y="6291072"/>
            <a:ext cx="11475720" cy="402336"/>
          </a:xfrm>
          <a:prstGeom prst="roundRect">
            <a:avLst>
              <a:gd name="adj" fmla="val 11364"/>
            </a:avLst>
          </a:prstGeom>
          <a:solidFill>
            <a:srgbClr val="0D315C"/>
          </a:solidFill>
          <a:ln w="12700">
            <a:solidFill>
              <a:srgbClr val="0D315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6" name="Text 125">
            <a:extLst>
              <a:ext uri="{FF2B5EF4-FFF2-40B4-BE49-F238E27FC236}">
                <a16:creationId xmlns:a16="http://schemas.microsoft.com/office/drawing/2014/main" id="{E509F439-CBB1-F733-F343-977E7F012A2B}"/>
              </a:ext>
            </a:extLst>
          </p:cNvPr>
          <p:cNvSpPr/>
          <p:nvPr/>
        </p:nvSpPr>
        <p:spPr>
          <a:xfrm>
            <a:off x="502920" y="6355080"/>
            <a:ext cx="1110996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540" b="1" dirty="0">
                <a:solidFill>
                  <a:srgbClr val="2FE0A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예상 결과: </a:t>
            </a:r>
            <a:r>
              <a:rPr lang="en-US" sz="154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A3가 가장 안정적인 성능을 보이고, 피처 소거 분석으로 어떤 운동학 정보가 성능에 더 크게 기여하는지 확인한다.</a:t>
            </a:r>
            <a:endParaRPr lang="en-US" sz="1540" dirty="0"/>
          </a:p>
        </p:txBody>
      </p:sp>
    </p:spTree>
    <p:extLst>
      <p:ext uri="{BB962C8B-B14F-4D97-AF65-F5344CB8AC3E}">
        <p14:creationId xmlns:p14="http://schemas.microsoft.com/office/powerpoint/2010/main" val="30476373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853</TotalTime>
  <Words>1075</Words>
  <Application>Microsoft Office PowerPoint</Application>
  <PresentationFormat>와이드스크린</PresentationFormat>
  <Paragraphs>268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5" baseType="lpstr">
      <vt:lpstr>Noto Sans CJK KR</vt:lpstr>
      <vt:lpstr>Malgun Gothic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Human Robotics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손 과제 VLM 평가 연구계획</dc:title>
  <dc:subject>RGB-D VLM 손 과제 평가 연구계획</dc:subject>
  <dc:creator>OpenAI</dc:creator>
  <cp:lastModifiedBy>jeayong lee</cp:lastModifiedBy>
  <cp:revision>124</cp:revision>
  <dcterms:created xsi:type="dcterms:W3CDTF">2026-09-14T01:46:24Z</dcterms:created>
  <dcterms:modified xsi:type="dcterms:W3CDTF">2026-09-15T08:19:26Z</dcterms:modified>
</cp:coreProperties>
</file>