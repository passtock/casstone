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83B923-07A9-4F8A-9B07-1E6AD94202D4}" v="3" dt="2026-09-08T06:50:49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48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yong lee" userId="0e8205fbd6162578" providerId="LiveId" clId="{AE34F6A3-7111-4D1D-9D41-1048805A1372}"/>
    <pc:docChg chg="undo custSel modSld">
      <pc:chgData name="jeayong lee" userId="0e8205fbd6162578" providerId="LiveId" clId="{AE34F6A3-7111-4D1D-9D41-1048805A1372}" dt="2026-09-08T06:57:08.019" v="313" actId="20577"/>
      <pc:docMkLst>
        <pc:docMk/>
      </pc:docMkLst>
      <pc:sldChg chg="delSp modSp mod">
        <pc:chgData name="jeayong lee" userId="0e8205fbd6162578" providerId="LiveId" clId="{AE34F6A3-7111-4D1D-9D41-1048805A1372}" dt="2026-09-08T06:48:41.716" v="203" actId="20577"/>
        <pc:sldMkLst>
          <pc:docMk/>
          <pc:sldMk cId="0" sldId="256"/>
        </pc:sldMkLst>
        <pc:spChg chg="mod">
          <ac:chgData name="jeayong lee" userId="0e8205fbd6162578" providerId="LiveId" clId="{AE34F6A3-7111-4D1D-9D41-1048805A1372}" dt="2026-09-08T06:48:25.769" v="179" actId="113"/>
          <ac:spMkLst>
            <pc:docMk/>
            <pc:sldMk cId="0" sldId="256"/>
            <ac:spMk id="3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8:41.716" v="203" actId="20577"/>
          <ac:spMkLst>
            <pc:docMk/>
            <pc:sldMk cId="0" sldId="256"/>
            <ac:spMk id="4" creationId="{00000000-0000-0000-0000-000000000000}"/>
          </ac:spMkLst>
        </pc:spChg>
        <pc:spChg chg="del">
          <ac:chgData name="jeayong lee" userId="0e8205fbd6162578" providerId="LiveId" clId="{AE34F6A3-7111-4D1D-9D41-1048805A1372}" dt="2026-09-08T06:43:35.478" v="0" actId="478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jeayong lee" userId="0e8205fbd6162578" providerId="LiveId" clId="{AE34F6A3-7111-4D1D-9D41-1048805A1372}" dt="2026-09-08T06:43:36.876" v="3" actId="478"/>
          <ac:spMkLst>
            <pc:docMk/>
            <pc:sldMk cId="0" sldId="256"/>
            <ac:spMk id="6" creationId="{00000000-0000-0000-0000-000000000000}"/>
          </ac:spMkLst>
        </pc:spChg>
      </pc:sldChg>
      <pc:sldChg chg="delSp modSp mod">
        <pc:chgData name="jeayong lee" userId="0e8205fbd6162578" providerId="LiveId" clId="{AE34F6A3-7111-4D1D-9D41-1048805A1372}" dt="2026-09-08T06:48:51.540" v="207" actId="14100"/>
        <pc:sldMkLst>
          <pc:docMk/>
          <pc:sldMk cId="0" sldId="257"/>
        </pc:sldMkLst>
        <pc:spChg chg="del">
          <ac:chgData name="jeayong lee" userId="0e8205fbd6162578" providerId="LiveId" clId="{AE34F6A3-7111-4D1D-9D41-1048805A1372}" dt="2026-09-08T06:43:40.154" v="4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8:51.540" v="207" actId="14100"/>
          <ac:spMkLst>
            <pc:docMk/>
            <pc:sldMk cId="0" sldId="257"/>
            <ac:spMk id="8" creationId="{00000000-0000-0000-0000-000000000000}"/>
          </ac:spMkLst>
        </pc:spChg>
      </pc:sldChg>
      <pc:sldChg chg="addSp delSp modSp mod">
        <pc:chgData name="jeayong lee" userId="0e8205fbd6162578" providerId="LiveId" clId="{AE34F6A3-7111-4D1D-9D41-1048805A1372}" dt="2026-09-08T06:45:30.447" v="99" actId="478"/>
        <pc:sldMkLst>
          <pc:docMk/>
          <pc:sldMk cId="0" sldId="258"/>
        </pc:sldMkLst>
        <pc:spChg chg="mod">
          <ac:chgData name="jeayong lee" userId="0e8205fbd6162578" providerId="LiveId" clId="{AE34F6A3-7111-4D1D-9D41-1048805A1372}" dt="2026-09-08T06:44:55.853" v="69" actId="403"/>
          <ac:spMkLst>
            <pc:docMk/>
            <pc:sldMk cId="0" sldId="258"/>
            <ac:spMk id="2" creationId="{00000000-0000-0000-0000-000000000000}"/>
          </ac:spMkLst>
        </pc:spChg>
        <pc:spChg chg="del">
          <ac:chgData name="jeayong lee" userId="0e8205fbd6162578" providerId="LiveId" clId="{AE34F6A3-7111-4D1D-9D41-1048805A1372}" dt="2026-09-08T06:44:42.697" v="21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5:04.198" v="72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5:12.597" v="80" actId="20577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jeayong lee" userId="0e8205fbd6162578" providerId="LiveId" clId="{AE34F6A3-7111-4D1D-9D41-1048805A1372}" dt="2026-09-08T06:45:30.447" v="99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3:58.427" v="10" actId="1410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20.731" v="18" actId="2763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02.788" v="11" actId="14100"/>
          <ac:spMkLst>
            <pc:docMk/>
            <pc:sldMk cId="0" sldId="258"/>
            <ac:spMk id="16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3:54.456" v="9" actId="14100"/>
          <ac:spMkLst>
            <pc:docMk/>
            <pc:sldMk cId="0" sldId="258"/>
            <ac:spMk id="20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36.833" v="20" actId="25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07.948" v="12" actId="1410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30.687" v="19" actId="255"/>
          <ac:spMkLst>
            <pc:docMk/>
            <pc:sldMk cId="0" sldId="258"/>
            <ac:spMk id="25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647" v="24" actId="2763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647" v="25" actId="27636"/>
          <ac:spMkLst>
            <pc:docMk/>
            <pc:sldMk cId="0" sldId="258"/>
            <ac:spMk id="29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8T06:44:56.462" v="71"/>
          <ac:spMkLst>
            <pc:docMk/>
            <pc:sldMk cId="0" sldId="258"/>
            <ac:spMk id="32" creationId="{98A48436-9EE9-FA37-9D38-4B8BDA1E3F93}"/>
          </ac:spMkLst>
        </pc:spChg>
        <pc:picChg chg="del">
          <ac:chgData name="jeayong lee" userId="0e8205fbd6162578" providerId="LiveId" clId="{AE34F6A3-7111-4D1D-9D41-1048805A1372}" dt="2026-09-08T06:43:48.917" v="5" actId="478"/>
          <ac:picMkLst>
            <pc:docMk/>
            <pc:sldMk cId="0" sldId="258"/>
            <ac:picMk id="11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43:49.837" v="6" actId="478"/>
          <ac:picMkLst>
            <pc:docMk/>
            <pc:sldMk cId="0" sldId="258"/>
            <ac:picMk id="15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43:51.446" v="8" actId="478"/>
          <ac:picMkLst>
            <pc:docMk/>
            <pc:sldMk cId="0" sldId="258"/>
            <ac:picMk id="19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43:50.677" v="7" actId="478"/>
          <ac:picMkLst>
            <pc:docMk/>
            <pc:sldMk cId="0" sldId="258"/>
            <ac:picMk id="23" creationId="{00000000-0000-0000-0000-000000000000}"/>
          </ac:picMkLst>
        </pc:picChg>
      </pc:sldChg>
      <pc:sldChg chg="delSp modSp mod">
        <pc:chgData name="jeayong lee" userId="0e8205fbd6162578" providerId="LiveId" clId="{AE34F6A3-7111-4D1D-9D41-1048805A1372}" dt="2026-09-08T06:48:21.120" v="178" actId="478"/>
        <pc:sldMkLst>
          <pc:docMk/>
          <pc:sldMk cId="0" sldId="259"/>
        </pc:sldMkLst>
        <pc:spChg chg="mod">
          <ac:chgData name="jeayong lee" userId="0e8205fbd6162578" providerId="LiveId" clId="{AE34F6A3-7111-4D1D-9D41-1048805A1372}" dt="2026-09-08T06:44:51.667" v="26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667" v="28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5:43.762" v="105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5:47.507" v="106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5:51.157" v="107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5:53.397" v="109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6:03.107" v="110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6:11.158" v="111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6:19.957" v="112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6:24.346" v="113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7:43.887" v="116" actId="14100"/>
          <ac:spMkLst>
            <pc:docMk/>
            <pc:sldMk cId="0" sldId="259"/>
            <ac:spMk id="27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7:46.037" v="117" actId="14100"/>
          <ac:spMkLst>
            <pc:docMk/>
            <pc:sldMk cId="0" sldId="259"/>
            <ac:spMk id="28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7:48.137" v="118" actId="14100"/>
          <ac:spMkLst>
            <pc:docMk/>
            <pc:sldMk cId="0" sldId="259"/>
            <ac:spMk id="29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7:58.898" v="120" actId="14100"/>
          <ac:spMkLst>
            <pc:docMk/>
            <pc:sldMk cId="0" sldId="259"/>
            <ac:spMk id="30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8:02.027" v="121" actId="14100"/>
          <ac:spMkLst>
            <pc:docMk/>
            <pc:sldMk cId="0" sldId="259"/>
            <ac:spMk id="31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7:55.557" v="119" actId="107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8:14.559" v="174" actId="20577"/>
          <ac:spMkLst>
            <pc:docMk/>
            <pc:sldMk cId="0" sldId="259"/>
            <ac:spMk id="33" creationId="{00000000-0000-0000-0000-000000000000}"/>
          </ac:spMkLst>
        </pc:spChg>
        <pc:spChg chg="del">
          <ac:chgData name="jeayong lee" userId="0e8205fbd6162578" providerId="LiveId" clId="{AE34F6A3-7111-4D1D-9D41-1048805A1372}" dt="2026-09-08T06:48:19.740" v="176" actId="478"/>
          <ac:spMkLst>
            <pc:docMk/>
            <pc:sldMk cId="0" sldId="259"/>
            <ac:spMk id="34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674" v="29" actId="27636"/>
          <ac:spMkLst>
            <pc:docMk/>
            <pc:sldMk cId="0" sldId="259"/>
            <ac:spMk id="35" creationId="{00000000-0000-0000-0000-000000000000}"/>
          </ac:spMkLst>
        </pc:spChg>
        <pc:spChg chg="del">
          <ac:chgData name="jeayong lee" userId="0e8205fbd6162578" providerId="LiveId" clId="{AE34F6A3-7111-4D1D-9D41-1048805A1372}" dt="2026-09-08T06:48:18.961" v="175" actId="478"/>
          <ac:spMkLst>
            <pc:docMk/>
            <pc:sldMk cId="0" sldId="259"/>
            <ac:spMk id="36" creationId="{00000000-0000-0000-0000-000000000000}"/>
          </ac:spMkLst>
        </pc:spChg>
        <pc:spChg chg="del mod">
          <ac:chgData name="jeayong lee" userId="0e8205fbd6162578" providerId="LiveId" clId="{AE34F6A3-7111-4D1D-9D41-1048805A1372}" dt="2026-09-08T06:48:21.120" v="178" actId="478"/>
          <ac:spMkLst>
            <pc:docMk/>
            <pc:sldMk cId="0" sldId="259"/>
            <ac:spMk id="37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667" v="27" actId="27636"/>
          <ac:spMkLst>
            <pc:docMk/>
            <pc:sldMk cId="0" sldId="259"/>
            <ac:spMk id="38" creationId="{00000000-0000-0000-0000-000000000000}"/>
          </ac:spMkLst>
        </pc:spChg>
        <pc:picChg chg="del">
          <ac:chgData name="jeayong lee" userId="0e8205fbd6162578" providerId="LiveId" clId="{AE34F6A3-7111-4D1D-9D41-1048805A1372}" dt="2026-09-08T06:45:37.502" v="100" actId="478"/>
          <ac:picMkLst>
            <pc:docMk/>
            <pc:sldMk cId="0" sldId="259"/>
            <ac:picMk id="12" creationId="{00000000-0000-0000-0000-000000000000}"/>
          </ac:picMkLst>
        </pc:picChg>
        <pc:picChg chg="del mod">
          <ac:chgData name="jeayong lee" userId="0e8205fbd6162578" providerId="LiveId" clId="{AE34F6A3-7111-4D1D-9D41-1048805A1372}" dt="2026-09-08T06:45:38.327" v="102" actId="478"/>
          <ac:picMkLst>
            <pc:docMk/>
            <pc:sldMk cId="0" sldId="259"/>
            <ac:picMk id="17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45:39.337" v="103" actId="478"/>
          <ac:picMkLst>
            <pc:docMk/>
            <pc:sldMk cId="0" sldId="259"/>
            <ac:picMk id="22" creationId="{00000000-0000-0000-0000-000000000000}"/>
          </ac:picMkLst>
        </pc:picChg>
      </pc:sldChg>
      <pc:sldChg chg="delSp modSp mod">
        <pc:chgData name="jeayong lee" userId="0e8205fbd6162578" providerId="LiveId" clId="{AE34F6A3-7111-4D1D-9D41-1048805A1372}" dt="2026-09-08T06:49:27.826" v="218" actId="478"/>
        <pc:sldMkLst>
          <pc:docMk/>
          <pc:sldMk cId="0" sldId="260"/>
        </pc:sldMkLst>
        <pc:spChg chg="mod">
          <ac:chgData name="jeayong lee" userId="0e8205fbd6162578" providerId="LiveId" clId="{AE34F6A3-7111-4D1D-9D41-1048805A1372}" dt="2026-09-08T06:44:51.690" v="33" actId="27636"/>
          <ac:spMkLst>
            <pc:docMk/>
            <pc:sldMk cId="0" sldId="260"/>
            <ac:spMk id="6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9:15.854" v="212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9:12.593" v="211" actId="1410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9:19.917" v="214" actId="2763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690" v="34" actId="27636"/>
          <ac:spMkLst>
            <pc:docMk/>
            <pc:sldMk cId="0" sldId="260"/>
            <ac:spMk id="23" creationId="{00000000-0000-0000-0000-000000000000}"/>
          </ac:spMkLst>
        </pc:spChg>
        <pc:spChg chg="del">
          <ac:chgData name="jeayong lee" userId="0e8205fbd6162578" providerId="LiveId" clId="{AE34F6A3-7111-4D1D-9D41-1048805A1372}" dt="2026-09-08T06:49:25.773" v="215" actId="478"/>
          <ac:spMkLst>
            <pc:docMk/>
            <pc:sldMk cId="0" sldId="260"/>
            <ac:spMk id="24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687" v="32" actId="27636"/>
          <ac:spMkLst>
            <pc:docMk/>
            <pc:sldMk cId="0" sldId="260"/>
            <ac:spMk id="25" creationId="{00000000-0000-0000-0000-000000000000}"/>
          </ac:spMkLst>
        </pc:spChg>
        <pc:spChg chg="del">
          <ac:chgData name="jeayong lee" userId="0e8205fbd6162578" providerId="LiveId" clId="{AE34F6A3-7111-4D1D-9D41-1048805A1372}" dt="2026-09-08T06:49:27.826" v="218" actId="478"/>
          <ac:spMkLst>
            <pc:docMk/>
            <pc:sldMk cId="0" sldId="260"/>
            <ac:spMk id="26" creationId="{00000000-0000-0000-0000-000000000000}"/>
          </ac:spMkLst>
        </pc:spChg>
        <pc:spChg chg="del mod">
          <ac:chgData name="jeayong lee" userId="0e8205fbd6162578" providerId="LiveId" clId="{AE34F6A3-7111-4D1D-9D41-1048805A1372}" dt="2026-09-08T06:49:27.156" v="217" actId="478"/>
          <ac:spMkLst>
            <pc:docMk/>
            <pc:sldMk cId="0" sldId="260"/>
            <ac:spMk id="27" creationId="{00000000-0000-0000-0000-000000000000}"/>
          </ac:spMkLst>
        </pc:spChg>
        <pc:picChg chg="del">
          <ac:chgData name="jeayong lee" userId="0e8205fbd6162578" providerId="LiveId" clId="{AE34F6A3-7111-4D1D-9D41-1048805A1372}" dt="2026-09-08T06:48:58.352" v="208" actId="478"/>
          <ac:picMkLst>
            <pc:docMk/>
            <pc:sldMk cId="0" sldId="260"/>
            <ac:picMk id="9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48:59.369" v="209" actId="478"/>
          <ac:picMkLst>
            <pc:docMk/>
            <pc:sldMk cId="0" sldId="260"/>
            <ac:picMk id="14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49:00.256" v="210" actId="478"/>
          <ac:picMkLst>
            <pc:docMk/>
            <pc:sldMk cId="0" sldId="260"/>
            <ac:picMk id="19" creationId="{00000000-0000-0000-0000-000000000000}"/>
          </ac:picMkLst>
        </pc:picChg>
      </pc:sldChg>
      <pc:sldChg chg="delSp modSp mod">
        <pc:chgData name="jeayong lee" userId="0e8205fbd6162578" providerId="LiveId" clId="{AE34F6A3-7111-4D1D-9D41-1048805A1372}" dt="2026-09-08T06:50:07.850" v="231" actId="20577"/>
        <pc:sldMkLst>
          <pc:docMk/>
          <pc:sldMk cId="0" sldId="261"/>
        </pc:sldMkLst>
        <pc:spChg chg="mod">
          <ac:chgData name="jeayong lee" userId="0e8205fbd6162578" providerId="LiveId" clId="{AE34F6A3-7111-4D1D-9D41-1048805A1372}" dt="2026-09-08T06:44:51.702" v="35" actId="276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9:43.660" v="222" actId="1410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9:47.404" v="223" actId="1410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9:50.230" v="224" actId="1410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9:59.893" v="229" actId="2763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50:07.850" v="231" actId="20577"/>
          <ac:spMkLst>
            <pc:docMk/>
            <pc:sldMk cId="0" sldId="261"/>
            <ac:spMk id="25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12" v="39" actId="2763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05" v="36" actId="27636"/>
          <ac:spMkLst>
            <pc:docMk/>
            <pc:sldMk cId="0" sldId="261"/>
            <ac:spMk id="29" creationId="{00000000-0000-0000-0000-000000000000}"/>
          </ac:spMkLst>
        </pc:spChg>
        <pc:picChg chg="del">
          <ac:chgData name="jeayong lee" userId="0e8205fbd6162578" providerId="LiveId" clId="{AE34F6A3-7111-4D1D-9D41-1048805A1372}" dt="2026-09-08T06:49:36.011" v="219" actId="478"/>
          <ac:picMkLst>
            <pc:docMk/>
            <pc:sldMk cId="0" sldId="261"/>
            <ac:picMk id="11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49:36.992" v="220" actId="478"/>
          <ac:picMkLst>
            <pc:docMk/>
            <pc:sldMk cId="0" sldId="261"/>
            <ac:picMk id="15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49:37.731" v="221" actId="478"/>
          <ac:picMkLst>
            <pc:docMk/>
            <pc:sldMk cId="0" sldId="261"/>
            <ac:picMk id="19" creationId="{00000000-0000-0000-0000-000000000000}"/>
          </ac:picMkLst>
        </pc:picChg>
      </pc:sldChg>
      <pc:sldChg chg="delSp modSp mod">
        <pc:chgData name="jeayong lee" userId="0e8205fbd6162578" providerId="LiveId" clId="{AE34F6A3-7111-4D1D-9D41-1048805A1372}" dt="2026-09-08T06:50:49.788" v="254"/>
        <pc:sldMkLst>
          <pc:docMk/>
          <pc:sldMk cId="0" sldId="262"/>
        </pc:sldMkLst>
        <pc:spChg chg="mod">
          <ac:chgData name="jeayong lee" userId="0e8205fbd6162578" providerId="LiveId" clId="{AE34F6A3-7111-4D1D-9D41-1048805A1372}" dt="2026-09-08T06:50:30.152" v="238" actId="107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50:35.866" v="239" actId="1076"/>
          <ac:spMkLst>
            <pc:docMk/>
            <pc:sldMk cId="0" sldId="262"/>
            <ac:spMk id="30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22" v="42" actId="27636"/>
          <ac:spMkLst>
            <pc:docMk/>
            <pc:sldMk cId="0" sldId="262"/>
            <ac:spMk id="31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50:49.788" v="254"/>
          <ac:spMkLst>
            <pc:docMk/>
            <pc:sldMk cId="0" sldId="262"/>
            <ac:spMk id="34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22" v="41" actId="27636"/>
          <ac:spMkLst>
            <pc:docMk/>
            <pc:sldMk cId="0" sldId="262"/>
            <ac:spMk id="36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27" v="43" actId="27636"/>
          <ac:spMkLst>
            <pc:docMk/>
            <pc:sldMk cId="0" sldId="262"/>
            <ac:spMk id="38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17" v="40" actId="27636"/>
          <ac:spMkLst>
            <pc:docMk/>
            <pc:sldMk cId="0" sldId="262"/>
            <ac:spMk id="39" creationId="{00000000-0000-0000-0000-000000000000}"/>
          </ac:spMkLst>
        </pc:spChg>
        <pc:picChg chg="del">
          <ac:chgData name="jeayong lee" userId="0e8205fbd6162578" providerId="LiveId" clId="{AE34F6A3-7111-4D1D-9D41-1048805A1372}" dt="2026-09-08T06:50:21.890" v="232" actId="478"/>
          <ac:picMkLst>
            <pc:docMk/>
            <pc:sldMk cId="0" sldId="262"/>
            <ac:picMk id="6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50:22.971" v="233" actId="478"/>
          <ac:picMkLst>
            <pc:docMk/>
            <pc:sldMk cId="0" sldId="262"/>
            <ac:picMk id="11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50:23.687" v="234" actId="478"/>
          <ac:picMkLst>
            <pc:docMk/>
            <pc:sldMk cId="0" sldId="262"/>
            <ac:picMk id="16" creationId="{00000000-0000-0000-0000-000000000000}"/>
          </ac:picMkLst>
        </pc:picChg>
        <pc:picChg chg="del mod">
          <ac:chgData name="jeayong lee" userId="0e8205fbd6162578" providerId="LiveId" clId="{AE34F6A3-7111-4D1D-9D41-1048805A1372}" dt="2026-09-08T06:50:24.311" v="236" actId="478"/>
          <ac:picMkLst>
            <pc:docMk/>
            <pc:sldMk cId="0" sldId="262"/>
            <ac:picMk id="21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50:25.181" v="237" actId="478"/>
          <ac:picMkLst>
            <pc:docMk/>
            <pc:sldMk cId="0" sldId="262"/>
            <ac:picMk id="26" creationId="{00000000-0000-0000-0000-000000000000}"/>
          </ac:picMkLst>
        </pc:picChg>
      </pc:sldChg>
      <pc:sldChg chg="delSp modSp mod">
        <pc:chgData name="jeayong lee" userId="0e8205fbd6162578" providerId="LiveId" clId="{AE34F6A3-7111-4D1D-9D41-1048805A1372}" dt="2026-09-08T06:51:04.586" v="257" actId="478"/>
        <pc:sldMkLst>
          <pc:docMk/>
          <pc:sldMk cId="0" sldId="263"/>
        </pc:sldMkLst>
        <pc:spChg chg="mod">
          <ac:chgData name="jeayong lee" userId="0e8205fbd6162578" providerId="LiveId" clId="{AE34F6A3-7111-4D1D-9D41-1048805A1372}" dt="2026-09-08T06:44:51.770" v="45" actId="2763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77" v="47" actId="2763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77" v="48" actId="2763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70" v="46" actId="27636"/>
          <ac:spMkLst>
            <pc:docMk/>
            <pc:sldMk cId="0" sldId="263"/>
            <ac:spMk id="30" creationId="{00000000-0000-0000-0000-000000000000}"/>
          </ac:spMkLst>
        </pc:spChg>
        <pc:picChg chg="del">
          <ac:chgData name="jeayong lee" userId="0e8205fbd6162578" providerId="LiveId" clId="{AE34F6A3-7111-4D1D-9D41-1048805A1372}" dt="2026-09-08T06:51:03.027" v="255" actId="478"/>
          <ac:picMkLst>
            <pc:docMk/>
            <pc:sldMk cId="0" sldId="263"/>
            <ac:picMk id="8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51:03.838" v="256" actId="478"/>
          <ac:picMkLst>
            <pc:docMk/>
            <pc:sldMk cId="0" sldId="263"/>
            <ac:picMk id="14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51:04.586" v="257" actId="478"/>
          <ac:picMkLst>
            <pc:docMk/>
            <pc:sldMk cId="0" sldId="263"/>
            <ac:picMk id="20" creationId="{00000000-0000-0000-0000-000000000000}"/>
          </ac:picMkLst>
        </pc:picChg>
      </pc:sldChg>
      <pc:sldChg chg="delSp modSp mod">
        <pc:chgData name="jeayong lee" userId="0e8205fbd6162578" providerId="LiveId" clId="{AE34F6A3-7111-4D1D-9D41-1048805A1372}" dt="2026-09-08T06:51:31.491" v="268" actId="14100"/>
        <pc:sldMkLst>
          <pc:docMk/>
          <pc:sldMk cId="0" sldId="264"/>
        </pc:sldMkLst>
        <pc:spChg chg="mod">
          <ac:chgData name="jeayong lee" userId="0e8205fbd6162578" providerId="LiveId" clId="{AE34F6A3-7111-4D1D-9D41-1048805A1372}" dt="2026-09-08T06:51:28.546" v="267" actId="14100"/>
          <ac:spMkLst>
            <pc:docMk/>
            <pc:sldMk cId="0" sldId="264"/>
            <ac:spMk id="7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51:23.788" v="266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51:18.003" v="265" actId="2763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51:31.491" v="268" actId="14100"/>
          <ac:spMkLst>
            <pc:docMk/>
            <pc:sldMk cId="0" sldId="264"/>
            <ac:spMk id="19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97" v="53" actId="27636"/>
          <ac:spMkLst>
            <pc:docMk/>
            <pc:sldMk cId="0" sldId="264"/>
            <ac:spMk id="25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92" v="51" actId="2763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92" v="50" actId="27636"/>
          <ac:spMkLst>
            <pc:docMk/>
            <pc:sldMk cId="0" sldId="264"/>
            <ac:spMk id="29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92" v="52" actId="27636"/>
          <ac:spMkLst>
            <pc:docMk/>
            <pc:sldMk cId="0" sldId="264"/>
            <ac:spMk id="31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97" v="54" actId="2763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787" v="49" actId="27636"/>
          <ac:spMkLst>
            <pc:docMk/>
            <pc:sldMk cId="0" sldId="264"/>
            <ac:spMk id="34" creationId="{00000000-0000-0000-0000-000000000000}"/>
          </ac:spMkLst>
        </pc:spChg>
        <pc:picChg chg="del">
          <ac:chgData name="jeayong lee" userId="0e8205fbd6162578" providerId="LiveId" clId="{AE34F6A3-7111-4D1D-9D41-1048805A1372}" dt="2026-09-08T06:51:10.324" v="258" actId="478"/>
          <ac:picMkLst>
            <pc:docMk/>
            <pc:sldMk cId="0" sldId="264"/>
            <ac:picMk id="6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51:11.310" v="259" actId="478"/>
          <ac:picMkLst>
            <pc:docMk/>
            <pc:sldMk cId="0" sldId="264"/>
            <ac:picMk id="10" creationId="{00000000-0000-0000-0000-000000000000}"/>
          </ac:picMkLst>
        </pc:picChg>
        <pc:picChg chg="del mod">
          <ac:chgData name="jeayong lee" userId="0e8205fbd6162578" providerId="LiveId" clId="{AE34F6A3-7111-4D1D-9D41-1048805A1372}" dt="2026-09-08T06:51:12.267" v="261" actId="478"/>
          <ac:picMkLst>
            <pc:docMk/>
            <pc:sldMk cId="0" sldId="264"/>
            <ac:picMk id="14" creationId="{00000000-0000-0000-0000-000000000000}"/>
          </ac:picMkLst>
        </pc:picChg>
        <pc:picChg chg="del mod">
          <ac:chgData name="jeayong lee" userId="0e8205fbd6162578" providerId="LiveId" clId="{AE34F6A3-7111-4D1D-9D41-1048805A1372}" dt="2026-09-08T06:51:13.199" v="263" actId="478"/>
          <ac:picMkLst>
            <pc:docMk/>
            <pc:sldMk cId="0" sldId="264"/>
            <ac:picMk id="18" creationId="{00000000-0000-0000-0000-000000000000}"/>
          </ac:picMkLst>
        </pc:picChg>
      </pc:sldChg>
      <pc:sldChg chg="addSp delSp modSp mod">
        <pc:chgData name="jeayong lee" userId="0e8205fbd6162578" providerId="LiveId" clId="{AE34F6A3-7111-4D1D-9D41-1048805A1372}" dt="2026-09-08T06:52:05.612" v="282" actId="478"/>
        <pc:sldMkLst>
          <pc:docMk/>
          <pc:sldMk cId="0" sldId="265"/>
        </pc:sldMkLst>
        <pc:spChg chg="del mod">
          <ac:chgData name="jeayong lee" userId="0e8205fbd6162578" providerId="LiveId" clId="{AE34F6A3-7111-4D1D-9D41-1048805A1372}" dt="2026-09-08T06:51:49.757" v="272" actId="478"/>
          <ac:spMkLst>
            <pc:docMk/>
            <pc:sldMk cId="0" sldId="265"/>
            <ac:spMk id="5" creationId="{00000000-0000-0000-0000-000000000000}"/>
          </ac:spMkLst>
        </pc:spChg>
        <pc:spChg chg="add del">
          <ac:chgData name="jeayong lee" userId="0e8205fbd6162578" providerId="LiveId" clId="{AE34F6A3-7111-4D1D-9D41-1048805A1372}" dt="2026-09-08T06:52:04.857" v="280" actId="478"/>
          <ac:spMkLst>
            <pc:docMk/>
            <pc:sldMk cId="0" sldId="265"/>
            <ac:spMk id="13" creationId="{00000000-0000-0000-0000-000000000000}"/>
          </ac:spMkLst>
        </pc:spChg>
        <pc:spChg chg="add del">
          <ac:chgData name="jeayong lee" userId="0e8205fbd6162578" providerId="LiveId" clId="{AE34F6A3-7111-4D1D-9D41-1048805A1372}" dt="2026-09-08T06:52:05.612" v="282" actId="478"/>
          <ac:spMkLst>
            <pc:docMk/>
            <pc:sldMk cId="0" sldId="265"/>
            <ac:spMk id="15" creationId="{00000000-0000-0000-0000-000000000000}"/>
          </ac:spMkLst>
        </pc:spChg>
        <pc:spChg chg="add del mod">
          <ac:chgData name="jeayong lee" userId="0e8205fbd6162578" providerId="LiveId" clId="{AE34F6A3-7111-4D1D-9D41-1048805A1372}" dt="2026-09-08T06:52:05.135" v="281" actId="478"/>
          <ac:spMkLst>
            <pc:docMk/>
            <pc:sldMk cId="0" sldId="265"/>
            <ac:spMk id="17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812" v="56" actId="2763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817" v="57" actId="27636"/>
          <ac:spMkLst>
            <pc:docMk/>
            <pc:sldMk cId="0" sldId="265"/>
            <ac:spMk id="27" creationId="{00000000-0000-0000-0000-000000000000}"/>
          </ac:spMkLst>
        </pc:spChg>
        <pc:picChg chg="del">
          <ac:chgData name="jeayong lee" userId="0e8205fbd6162578" providerId="LiveId" clId="{AE34F6A3-7111-4D1D-9D41-1048805A1372}" dt="2026-09-08T06:51:48.005" v="269" actId="478"/>
          <ac:picMkLst>
            <pc:docMk/>
            <pc:sldMk cId="0" sldId="265"/>
            <ac:picMk id="8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51:48.687" v="270" actId="478"/>
          <ac:picMkLst>
            <pc:docMk/>
            <pc:sldMk cId="0" sldId="265"/>
            <ac:picMk id="10" creationId="{00000000-0000-0000-0000-000000000000}"/>
          </ac:picMkLst>
        </pc:picChg>
        <pc:picChg chg="del mod">
          <ac:chgData name="jeayong lee" userId="0e8205fbd6162578" providerId="LiveId" clId="{AE34F6A3-7111-4D1D-9D41-1048805A1372}" dt="2026-09-08T06:51:50.845" v="274" actId="478"/>
          <ac:picMkLst>
            <pc:docMk/>
            <pc:sldMk cId="0" sldId="265"/>
            <ac:picMk id="12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51:51.563" v="275" actId="478"/>
          <ac:picMkLst>
            <pc:docMk/>
            <pc:sldMk cId="0" sldId="265"/>
            <ac:picMk id="14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51:52.249" v="276" actId="478"/>
          <ac:picMkLst>
            <pc:docMk/>
            <pc:sldMk cId="0" sldId="265"/>
            <ac:picMk id="16" creationId="{00000000-0000-0000-0000-000000000000}"/>
          </ac:picMkLst>
        </pc:picChg>
      </pc:sldChg>
      <pc:sldChg chg="addSp delSp modSp mod">
        <pc:chgData name="jeayong lee" userId="0e8205fbd6162578" providerId="LiveId" clId="{AE34F6A3-7111-4D1D-9D41-1048805A1372}" dt="2026-09-08T06:57:08.019" v="313" actId="20577"/>
        <pc:sldMkLst>
          <pc:docMk/>
          <pc:sldMk cId="0" sldId="266"/>
        </pc:sldMkLst>
        <pc:spChg chg="mod">
          <ac:chgData name="jeayong lee" userId="0e8205fbd6162578" providerId="LiveId" clId="{AE34F6A3-7111-4D1D-9D41-1048805A1372}" dt="2026-09-08T06:52:18.147" v="288" actId="14100"/>
          <ac:spMkLst>
            <pc:docMk/>
            <pc:sldMk cId="0" sldId="266"/>
            <ac:spMk id="9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57:08.019" v="313" actId="2057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52:21.060" v="290" actId="2763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52:24.606" v="291" actId="14100"/>
          <ac:spMkLst>
            <pc:docMk/>
            <pc:sldMk cId="0" sldId="266"/>
            <ac:spMk id="23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52:29.713" v="292" actId="14100"/>
          <ac:spMkLst>
            <pc:docMk/>
            <pc:sldMk cId="0" sldId="266"/>
            <ac:spMk id="30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52:33.233" v="293" actId="14100"/>
          <ac:spMkLst>
            <pc:docMk/>
            <pc:sldMk cId="0" sldId="266"/>
            <ac:spMk id="37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52:50.845" v="303" actId="20577"/>
          <ac:spMkLst>
            <pc:docMk/>
            <pc:sldMk cId="0" sldId="266"/>
            <ac:spMk id="41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820" v="59" actId="27636"/>
          <ac:spMkLst>
            <pc:docMk/>
            <pc:sldMk cId="0" sldId="266"/>
            <ac:spMk id="43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827" v="60" actId="27636"/>
          <ac:spMkLst>
            <pc:docMk/>
            <pc:sldMk cId="0" sldId="266"/>
            <ac:spMk id="45" creationId="{00000000-0000-0000-0000-000000000000}"/>
          </ac:spMkLst>
        </pc:spChg>
        <pc:spChg chg="add mod">
          <ac:chgData name="jeayong lee" userId="0e8205fbd6162578" providerId="LiveId" clId="{AE34F6A3-7111-4D1D-9D41-1048805A1372}" dt="2026-09-08T06:56:58.158" v="312" actId="14100"/>
          <ac:spMkLst>
            <pc:docMk/>
            <pc:sldMk cId="0" sldId="266"/>
            <ac:spMk id="48" creationId="{24222638-77C6-A500-1B16-9E8FC3E0B9AF}"/>
          </ac:spMkLst>
        </pc:spChg>
        <pc:picChg chg="del">
          <ac:chgData name="jeayong lee" userId="0e8205fbd6162578" providerId="LiveId" clId="{AE34F6A3-7111-4D1D-9D41-1048805A1372}" dt="2026-09-08T06:52:11.236" v="283" actId="478"/>
          <ac:picMkLst>
            <pc:docMk/>
            <pc:sldMk cId="0" sldId="266"/>
            <ac:picMk id="8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52:12.078" v="284" actId="478"/>
          <ac:picMkLst>
            <pc:docMk/>
            <pc:sldMk cId="0" sldId="266"/>
            <ac:picMk id="15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52:12.939" v="285" actId="478"/>
          <ac:picMkLst>
            <pc:docMk/>
            <pc:sldMk cId="0" sldId="266"/>
            <ac:picMk id="22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52:13.776" v="286" actId="478"/>
          <ac:picMkLst>
            <pc:docMk/>
            <pc:sldMk cId="0" sldId="266"/>
            <ac:picMk id="29" creationId="{00000000-0000-0000-0000-000000000000}"/>
          </ac:picMkLst>
        </pc:picChg>
        <pc:picChg chg="del">
          <ac:chgData name="jeayong lee" userId="0e8205fbd6162578" providerId="LiveId" clId="{AE34F6A3-7111-4D1D-9D41-1048805A1372}" dt="2026-09-08T06:52:14.524" v="287" actId="478"/>
          <ac:picMkLst>
            <pc:docMk/>
            <pc:sldMk cId="0" sldId="266"/>
            <ac:picMk id="36" creationId="{00000000-0000-0000-0000-000000000000}"/>
          </ac:picMkLst>
        </pc:picChg>
      </pc:sldChg>
      <pc:sldChg chg="modSp mod">
        <pc:chgData name="jeayong lee" userId="0e8205fbd6162578" providerId="LiveId" clId="{AE34F6A3-7111-4D1D-9D41-1048805A1372}" dt="2026-09-08T06:44:51.837" v="63" actId="27636"/>
        <pc:sldMkLst>
          <pc:docMk/>
          <pc:sldMk cId="0" sldId="267"/>
        </pc:sldMkLst>
        <pc:spChg chg="mod">
          <ac:chgData name="jeayong lee" userId="0e8205fbd6162578" providerId="LiveId" clId="{AE34F6A3-7111-4D1D-9D41-1048805A1372}" dt="2026-09-08T06:44:51.834" v="62" actId="27636"/>
          <ac:spMkLst>
            <pc:docMk/>
            <pc:sldMk cId="0" sldId="267"/>
            <ac:spMk id="4" creationId="{00000000-0000-0000-0000-000000000000}"/>
          </ac:spMkLst>
        </pc:spChg>
        <pc:spChg chg="mod">
          <ac:chgData name="jeayong lee" userId="0e8205fbd6162578" providerId="LiveId" clId="{AE34F6A3-7111-4D1D-9D41-1048805A1372}" dt="2026-09-08T06:44:51.837" v="63" actId="27636"/>
          <ac:spMkLst>
            <pc:docMk/>
            <pc:sldMk cId="0" sldId="267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33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3E78"/>
          </a:solidFill>
          <a:ln w="12700">
            <a:solidFill>
              <a:srgbClr val="003E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301752"/>
            <a:ext cx="8961120" cy="0"/>
          </a:xfrm>
          <a:prstGeom prst="line">
            <a:avLst/>
          </a:prstGeom>
          <a:noFill/>
          <a:ln w="19050">
            <a:solidFill>
              <a:srgbClr val="003E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658368"/>
            <a:ext cx="9601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손 재활을 위한</a:t>
            </a:r>
            <a:endParaRPr lang="en-US" sz="3050" b="1" dirty="0"/>
          </a:p>
          <a:p>
            <a:pPr marL="0" indent="0">
              <a:buNone/>
            </a:pPr>
            <a:r>
              <a:rPr lang="en-US" sz="30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마스터–슬레이브 공압 글러브 및</a:t>
            </a:r>
            <a:endParaRPr lang="en-US" sz="3050" b="1" dirty="0"/>
          </a:p>
          <a:p>
            <a:pPr marL="0" indent="0">
              <a:buNone/>
            </a:pPr>
            <a:r>
              <a:rPr lang="en-US" sz="30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운동학 기반 평가 시스템</a:t>
            </a:r>
            <a:endParaRPr lang="en-US" sz="3050" b="1" dirty="0"/>
          </a:p>
        </p:txBody>
      </p:sp>
      <p:sp>
        <p:nvSpPr>
          <p:cNvPr id="4" name="Text 2"/>
          <p:cNvSpPr/>
          <p:nvPr/>
        </p:nvSpPr>
        <p:spPr>
          <a:xfrm>
            <a:off x="731520" y="26151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404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운동학 </a:t>
            </a:r>
            <a:r>
              <a:rPr lang="en-US" sz="1850" dirty="0" err="1">
                <a:solidFill>
                  <a:srgbClr val="404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수치와</a:t>
            </a:r>
            <a:r>
              <a:rPr lang="en-US" sz="1850" dirty="0">
                <a:solidFill>
                  <a:srgbClr val="404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50" dirty="0">
                <a:solidFill>
                  <a:srgbClr val="404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</a:t>
            </a:r>
            <a:r>
              <a:rPr lang="en-US" sz="1850" dirty="0">
                <a:solidFill>
                  <a:srgbClr val="404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참조를 활용한 VLM 평가 타당성 연구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31520" y="49194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한동대학교 기계제어공학부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5266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이재용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Research Proposal / Capstone Presentation</a:t>
            </a:r>
            <a:endParaRPr lang="en-US" sz="1150" dirty="0"/>
          </a:p>
        </p:txBody>
      </p:sp>
      <p:pic>
        <p:nvPicPr>
          <p:cNvPr id="10" name="Image 0" descr="/mnt/data/hg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4617720"/>
            <a:ext cx="1143000" cy="10698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66760" y="56967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HANDONG GLOBAL UNIVERSITY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12280" y="23774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손 재활을 위한 3D 운동학 기반 평가 시스템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65960" y="1965960"/>
            <a:ext cx="694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2752344" y="1984248"/>
            <a:ext cx="0" cy="1115568"/>
          </a:xfrm>
          <a:prstGeom prst="line">
            <a:avLst/>
          </a:prstGeom>
          <a:noFill/>
          <a:ln w="13970">
            <a:solidFill>
              <a:srgbClr val="A6B7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990088" y="19842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90088" y="2441448"/>
            <a:ext cx="3213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자동 평가 타당성 검증이 필요한가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29400" y="1965960"/>
            <a:ext cx="694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7415784" y="1984248"/>
            <a:ext cx="0" cy="1115568"/>
          </a:xfrm>
          <a:prstGeom prst="line">
            <a:avLst/>
          </a:prstGeom>
          <a:noFill/>
          <a:ln w="13970">
            <a:solidFill>
              <a:srgbClr val="A6B7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653528" y="19842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정의·연구 질문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53528" y="2441448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Video-only VLM 한계와 핵심 비교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965960" y="4206240"/>
            <a:ext cx="694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2752344" y="4224528"/>
            <a:ext cx="0" cy="1115568"/>
          </a:xfrm>
          <a:prstGeom prst="line">
            <a:avLst/>
          </a:prstGeom>
          <a:noFill/>
          <a:ln w="13970">
            <a:solidFill>
              <a:srgbClr val="A6B7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990088" y="422452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방법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90088" y="4681728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맨손 파지 과제·3D 특징·검증 설계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29400" y="4206240"/>
            <a:ext cx="694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7415784" y="4224528"/>
            <a:ext cx="0" cy="1115568"/>
          </a:xfrm>
          <a:prstGeom prst="line">
            <a:avLst/>
          </a:prstGeom>
          <a:noFill/>
          <a:ln w="13970">
            <a:solidFill>
              <a:srgbClr val="A6B7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653528" y="422452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진행·향후 계획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53528" y="4681728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현황과 독립 시험 단계</a:t>
            </a:r>
            <a:endParaRPr lang="en-US" sz="1450" dirty="0"/>
          </a:p>
        </p:txBody>
      </p:sp>
      <p:pic>
        <p:nvPicPr>
          <p:cNvPr id="21" name="Image 0" descr="/mnt/data/hg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687568"/>
            <a:ext cx="566928" cy="5303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</a:t>
            </a:r>
            <a:endParaRPr lang="en-US" sz="3200" b="1" dirty="0"/>
          </a:p>
        </p:txBody>
      </p:sp>
      <p:sp>
        <p:nvSpPr>
          <p:cNvPr id="3" name="Text 1"/>
          <p:cNvSpPr/>
          <p:nvPr/>
        </p:nvSpPr>
        <p:spPr>
          <a:xfrm>
            <a:off x="6812280" y="23774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손 재활을 위한 3D 운동학 기반 평가 시스템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평가 실험을 따로 검증해야 하는가?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877824" y="1554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 시스템과 자동 평가 시스템은 목적과 </a:t>
            </a:r>
            <a:r>
              <a:rPr lang="en-US" sz="1850" b="1" dirty="0" err="1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</a:t>
            </a:r>
            <a:r>
              <a:rPr lang="en-US" sz="18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850" b="1" dirty="0" err="1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다르므로</a:t>
            </a:r>
            <a:r>
              <a:rPr lang="en-US" sz="18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분리해서 검증한다.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49808" y="2304288"/>
            <a:ext cx="548640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2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주 분석은 글러브를 제거한 맨손 파지 </a:t>
            </a:r>
            <a:r>
              <a:rPr lang="en-US" sz="172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과제에서</a:t>
            </a:r>
            <a:r>
              <a:rPr lang="en-US" sz="172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>
              <a:buSzPct val="100000"/>
            </a:pPr>
            <a:r>
              <a:rPr lang="en-US" sz="172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72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r>
              <a:rPr lang="en-US" sz="172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평가의 타당성을 검증한다.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749808" y="3035808"/>
            <a:ext cx="54864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2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기준 정답은 같은 시행을 독립적으로 판독한 전문가의 연구용 과제 평가이다.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6583680" y="1572768"/>
            <a:ext cx="2057400" cy="1417320"/>
          </a:xfrm>
          <a:prstGeom prst="roundRect">
            <a:avLst>
              <a:gd name="adj" fmla="val 3226"/>
            </a:avLst>
          </a:prstGeom>
          <a:solidFill>
            <a:srgbClr val="F6F8FB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812280" y="170078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 시스템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748272" y="2157984"/>
            <a:ext cx="17282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공압 글러브는 병행 개발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치료 효과는 본 주 분석의 목표가 아님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87968" y="1572768"/>
            <a:ext cx="2057400" cy="1417320"/>
          </a:xfrm>
          <a:prstGeom prst="roundRect">
            <a:avLst>
              <a:gd name="adj" fmla="val 3226"/>
            </a:avLst>
          </a:prstGeom>
          <a:solidFill>
            <a:srgbClr val="EAF2F9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9166975" y="1700784"/>
            <a:ext cx="16138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시스템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9052560" y="2157984"/>
            <a:ext cx="17282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맨손 수행 + RGB-D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수행 판정의 타당성 검증</a:t>
            </a:r>
            <a:endParaRPr lang="en-US" sz="1330" dirty="0"/>
          </a:p>
        </p:txBody>
      </p:sp>
      <p:sp>
        <p:nvSpPr>
          <p:cNvPr id="18" name="Shape 14"/>
          <p:cNvSpPr/>
          <p:nvPr/>
        </p:nvSpPr>
        <p:spPr>
          <a:xfrm>
            <a:off x="6583680" y="3310128"/>
            <a:ext cx="2057400" cy="1417320"/>
          </a:xfrm>
          <a:prstGeom prst="roundRect">
            <a:avLst>
              <a:gd name="adj" fmla="val 3226"/>
            </a:avLst>
          </a:prstGeom>
          <a:solidFill>
            <a:srgbClr val="F6F8FB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6812280" y="343814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Reference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6748272" y="3895344"/>
            <a:ext cx="17282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2인의 독립 판독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형태·유지·해제 + 0/1/2/NA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887968" y="3310128"/>
            <a:ext cx="2057400" cy="1417320"/>
          </a:xfrm>
          <a:prstGeom prst="roundRect">
            <a:avLst>
              <a:gd name="adj" fmla="val 3226"/>
            </a:avLst>
          </a:prstGeom>
          <a:solidFill>
            <a:srgbClr val="F6F8FB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/>
          <p:nvPr/>
        </p:nvSpPr>
        <p:spPr>
          <a:xfrm>
            <a:off x="9166975" y="3438144"/>
            <a:ext cx="16138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FMA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9052560" y="3895344"/>
            <a:ext cx="17282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 연관성의 보조 지표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입력 금지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02920" y="5779008"/>
            <a:ext cx="1874520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502920" y="5888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900" dirty="0"/>
          </a:p>
        </p:txBody>
      </p:sp>
      <p:sp>
        <p:nvSpPr>
          <p:cNvPr id="28" name="Shape 22"/>
          <p:cNvSpPr/>
          <p:nvPr/>
        </p:nvSpPr>
        <p:spPr>
          <a:xfrm>
            <a:off x="2377440" y="5779008"/>
            <a:ext cx="8211312" cy="548640"/>
          </a:xfrm>
          <a:prstGeom prst="rect">
            <a:avLst/>
          </a:prstGeom>
          <a:solidFill>
            <a:srgbClr val="F7F8FA"/>
          </a:solidFill>
          <a:ln w="12700">
            <a:solidFill>
              <a:srgbClr val="7B87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2596896" y="5879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실험은 “FMA 자동채점”이 아니라, 맨손 과제 자동평가가 전문가 판단에 가까워지는지 검증하는 연구다.</a:t>
            </a:r>
            <a:endParaRPr lang="en-US" sz="1500" dirty="0"/>
          </a:p>
        </p:txBody>
      </p:sp>
      <p:pic>
        <p:nvPicPr>
          <p:cNvPr id="30" name="Image 4" descr="/mnt/data/hg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650992"/>
            <a:ext cx="585216" cy="548640"/>
          </a:xfrm>
          <a:prstGeom prst="rect">
            <a:avLst/>
          </a:prstGeom>
        </p:spPr>
      </p:pic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12280" y="23774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손 재활을 위한 3D 운동학 기반 평가 시스템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영상만으로는 세밀한 운동 차이를 안정적으로 정량화하기 어렵다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76656" y="1517904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4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재활 영상 연구에서 현재 VLM은 impairment를 안정적으로 예측하지 못했다.</a:t>
            </a:r>
            <a:endParaRPr lang="en-US" sz="1740" dirty="0"/>
          </a:p>
        </p:txBody>
      </p:sp>
      <p:sp>
        <p:nvSpPr>
          <p:cNvPr id="6" name="Text 4"/>
          <p:cNvSpPr/>
          <p:nvPr/>
        </p:nvSpPr>
        <p:spPr>
          <a:xfrm>
            <a:off x="749808" y="2121408"/>
            <a:ext cx="523036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중증도가 달라도 예측이 비슷하게 모이는 score flatlining이 보고됨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798064"/>
            <a:ext cx="5230368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이는 “우리 과제의 실패”가 아니라, video-only 접근의 한계를 보여주는 선행 근거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529584"/>
            <a:ext cx="5230368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측정된 운동학 정보를 명시적으로 추가했을 때 판단이 개선되는지 직접 비교해야 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9632" y="1444752"/>
            <a:ext cx="5074920" cy="3611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510528" y="17190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 연구의 시사점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92240" y="2240280"/>
            <a:ext cx="1298448" cy="137160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565392" y="2450592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65392" y="2850631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장면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63840" y="2907792"/>
            <a:ext cx="566928" cy="0"/>
          </a:xfrm>
          <a:prstGeom prst="line">
            <a:avLst/>
          </a:prstGeom>
          <a:noFill/>
          <a:ln w="20320">
            <a:solidFill>
              <a:srgbClr val="003E7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485632" y="2240280"/>
            <a:ext cx="1234440" cy="1371600"/>
          </a:xfrm>
          <a:prstGeom prst="roundRect">
            <a:avLst>
              <a:gd name="adj" fmla="val 2963"/>
            </a:avLst>
          </a:prstGeom>
          <a:solidFill>
            <a:srgbClr val="EAF2F9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8526780" y="2423160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526780" y="2807208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해석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9784080" y="2907792"/>
            <a:ext cx="530352" cy="0"/>
          </a:xfrm>
          <a:prstGeom prst="line">
            <a:avLst/>
          </a:prstGeom>
          <a:noFill/>
          <a:ln w="20320">
            <a:solidFill>
              <a:srgbClr val="003E7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10369296" y="2240280"/>
            <a:ext cx="713232" cy="13716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10442448" y="242715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180" dirty="0"/>
          </a:p>
        </p:txBody>
      </p:sp>
      <p:sp>
        <p:nvSpPr>
          <p:cNvPr id="24" name="Text 19"/>
          <p:cNvSpPr/>
          <p:nvPr/>
        </p:nvSpPr>
        <p:spPr>
          <a:xfrm>
            <a:off x="10442448" y="2850631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정량화</a:t>
            </a:r>
            <a:endParaRPr lang="en-US" sz="930" dirty="0"/>
          </a:p>
        </p:txBody>
      </p:sp>
      <p:sp>
        <p:nvSpPr>
          <p:cNvPr id="25" name="Text 20"/>
          <p:cNvSpPr/>
          <p:nvPr/>
        </p:nvSpPr>
        <p:spPr>
          <a:xfrm>
            <a:off x="6528816" y="38953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세밀한 운동학 차이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7818120" y="4005072"/>
            <a:ext cx="2971800" cy="0"/>
          </a:xfrm>
          <a:prstGeom prst="line">
            <a:avLst/>
          </a:prstGeom>
          <a:noFill/>
          <a:ln w="12700">
            <a:solidFill>
              <a:srgbClr val="B7C6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7955280" y="4059937"/>
            <a:ext cx="310896" cy="548639"/>
          </a:xfrm>
          <a:prstGeom prst="rect">
            <a:avLst/>
          </a:prstGeom>
          <a:solidFill>
            <a:srgbClr val="7FA2C8"/>
          </a:solidFill>
          <a:ln w="12700">
            <a:solidFill>
              <a:srgbClr val="7FA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577072" y="4398264"/>
            <a:ext cx="310896" cy="237743"/>
          </a:xfrm>
          <a:prstGeom prst="rect">
            <a:avLst/>
          </a:prstGeom>
          <a:solidFill>
            <a:srgbClr val="7FA2C8"/>
          </a:solidFill>
          <a:ln w="12700">
            <a:solidFill>
              <a:srgbClr val="7FA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9198864" y="4178808"/>
            <a:ext cx="310896" cy="429768"/>
          </a:xfrm>
          <a:prstGeom prst="rect">
            <a:avLst/>
          </a:prstGeom>
          <a:solidFill>
            <a:srgbClr val="7FA2C8"/>
          </a:solidFill>
          <a:ln w="12700">
            <a:solidFill>
              <a:srgbClr val="7FA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9820656" y="4105657"/>
            <a:ext cx="310896" cy="530351"/>
          </a:xfrm>
          <a:prstGeom prst="rect">
            <a:avLst/>
          </a:prstGeom>
          <a:solidFill>
            <a:srgbClr val="7FA2C8"/>
          </a:solidFill>
          <a:ln w="12700">
            <a:solidFill>
              <a:srgbClr val="7FA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10442448" y="4549140"/>
            <a:ext cx="310896" cy="59435"/>
          </a:xfrm>
          <a:prstGeom prst="rect">
            <a:avLst/>
          </a:prstGeom>
          <a:solidFill>
            <a:srgbClr val="7FA2C8"/>
          </a:solidFill>
          <a:ln w="12700">
            <a:solidFill>
              <a:srgbClr val="7FA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7955280" y="4347973"/>
            <a:ext cx="2788920" cy="18288"/>
          </a:xfrm>
          <a:prstGeom prst="line">
            <a:avLst/>
          </a:prstGeom>
          <a:noFill/>
          <a:ln w="27940">
            <a:solidFill>
              <a:srgbClr val="B34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/>
          <p:nvPr/>
        </p:nvSpPr>
        <p:spPr>
          <a:xfrm>
            <a:off x="8851392" y="460857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120" b="1" dirty="0">
                <a:solidFill>
                  <a:srgbClr val="B342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차이를 구분 못하고 중간</a:t>
            </a:r>
            <a:endParaRPr lang="en-US" sz="1120" dirty="0"/>
          </a:p>
        </p:txBody>
      </p:sp>
      <p:sp>
        <p:nvSpPr>
          <p:cNvPr id="35" name="Text 30"/>
          <p:cNvSpPr/>
          <p:nvPr/>
        </p:nvSpPr>
        <p:spPr>
          <a:xfrm>
            <a:off x="502920" y="5888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900" dirty="0"/>
          </a:p>
        </p:txBody>
      </p:sp>
      <p:sp>
        <p:nvSpPr>
          <p:cNvPr id="38" name="Text 33"/>
          <p:cNvSpPr/>
          <p:nvPr/>
        </p:nvSpPr>
        <p:spPr>
          <a:xfrm>
            <a:off x="6400800" y="6382512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D87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 et al. (2026), PLOS Digital Health</a:t>
            </a:r>
            <a:endParaRPr lang="en-US" sz="740" dirty="0"/>
          </a:p>
        </p:txBody>
      </p:sp>
      <p:pic>
        <p:nvPicPr>
          <p:cNvPr id="39" name="Image 3" descr="/mnt/data/hg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650992"/>
            <a:ext cx="585216" cy="548640"/>
          </a:xfrm>
          <a:prstGeom prst="rect">
            <a:avLst/>
          </a:prstGeom>
        </p:spPr>
      </p:pic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연구 질문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12280" y="23774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손 재활을 위한 3D 운동학 기반 평가 시스템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9144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환자·같은 시행에서 추가 정보가 판단을 개선하는가?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731520" y="1536192"/>
            <a:ext cx="10744200" cy="8686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B9C9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755648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“영상만 제공했을 때보다 검증된 운동학 수치와 건강인 참조 정보를 함께 제공했을 때, VLM 판단이 전문가의 독립 평가에 더 가까워지는가?”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비교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3127248"/>
            <a:ext cx="278892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234440" y="3255264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  Video-only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124712" y="3712464"/>
            <a:ext cx="2459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프레임 + 동일 과제 지침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영상 단독 평가</a:t>
            </a:r>
            <a:endParaRPr lang="en-US" sz="1330" dirty="0"/>
          </a:p>
        </p:txBody>
      </p:sp>
      <p:sp>
        <p:nvSpPr>
          <p:cNvPr id="12" name="Text 9"/>
          <p:cNvSpPr/>
          <p:nvPr/>
        </p:nvSpPr>
        <p:spPr>
          <a:xfrm>
            <a:off x="3913632" y="367588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572000" y="3127248"/>
            <a:ext cx="3108960" cy="1481328"/>
          </a:xfrm>
          <a:prstGeom prst="roundRect">
            <a:avLst>
              <a:gd name="adj" fmla="val 3086"/>
            </a:avLst>
          </a:prstGeom>
          <a:solidFill>
            <a:srgbClr val="EAF2F9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4736592" y="3255264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 Feature-Grounded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736592" y="3712464"/>
            <a:ext cx="27797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RGB + 운동학 수치 + 건강인 참조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주 제안 조건</a:t>
            </a:r>
            <a:endParaRPr lang="en-US" sz="1330" dirty="0"/>
          </a:p>
        </p:txBody>
      </p:sp>
      <p:sp>
        <p:nvSpPr>
          <p:cNvPr id="17" name="Shape 13"/>
          <p:cNvSpPr/>
          <p:nvPr/>
        </p:nvSpPr>
        <p:spPr>
          <a:xfrm>
            <a:off x="7845552" y="3858768"/>
            <a:ext cx="512064" cy="0"/>
          </a:xfrm>
          <a:prstGeom prst="line">
            <a:avLst/>
          </a:prstGeom>
          <a:noFill/>
          <a:ln w="20320">
            <a:solidFill>
              <a:srgbClr val="003E7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8458200" y="3127248"/>
            <a:ext cx="246888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8622792" y="3255264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Reference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622792" y="3712464"/>
            <a:ext cx="21396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시행의 독립 판독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형태·유지·해제 + 종합 등급</a:t>
            </a:r>
            <a:endParaRPr lang="en-US" sz="1330" dirty="0"/>
          </a:p>
        </p:txBody>
      </p:sp>
      <p:sp>
        <p:nvSpPr>
          <p:cNvPr id="22" name="Shape 17"/>
          <p:cNvSpPr/>
          <p:nvPr/>
        </p:nvSpPr>
        <p:spPr>
          <a:xfrm>
            <a:off x="960120" y="4919472"/>
            <a:ext cx="9966960" cy="512064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B8DE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1234440" y="5065776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가설: A3가 A1보다 환자별 평가 오차가 작고, 정확 일치율이 높을 것이다.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502920" y="5888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900" dirty="0"/>
          </a:p>
        </p:txBody>
      </p:sp>
      <p:pic>
        <p:nvPicPr>
          <p:cNvPr id="28" name="Image 3" descr="/mnt/data/hg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650992"/>
            <a:ext cx="585216" cy="548640"/>
          </a:xfrm>
          <a:prstGeom prst="rect">
            <a:avLst/>
          </a:prstGeom>
        </p:spPr>
      </p:pic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방법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12280" y="23774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손 재활을 위한 3D 운동학 기반 평가 시스템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주 분석은 “맨손 파지 과제”에 한정한다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35640" cy="107899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4DC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병행 개발(주 분석 제외)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788920" y="174650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건측 손 → Flex 센서 → MCU → 공압 글러브 → 환측 손 보조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9098280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r">
              <a:buNone/>
            </a:pPr>
            <a:r>
              <a:rPr lang="en-US" sz="128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 효과 검증은 별도 연구 목표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49808" y="29626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과제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3383280"/>
            <a:ext cx="2148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87552" y="3511296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원통 파지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87552" y="3968496"/>
            <a:ext cx="18196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5 cm × 높이 10 cm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물체는 탁자에 둠</a:t>
            </a:r>
            <a:endParaRPr lang="en-US" sz="1330" dirty="0"/>
          </a:p>
        </p:txBody>
      </p:sp>
      <p:sp>
        <p:nvSpPr>
          <p:cNvPr id="14" name="Shape 11"/>
          <p:cNvSpPr/>
          <p:nvPr/>
        </p:nvSpPr>
        <p:spPr>
          <a:xfrm>
            <a:off x="3246120" y="3383280"/>
            <a:ext cx="2148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3410712" y="3511296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구형 파지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3410712" y="3968496"/>
            <a:ext cx="18196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 cm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받침에 고정</a:t>
            </a:r>
            <a:endParaRPr lang="en-US" sz="1330" dirty="0"/>
          </a:p>
        </p:txBody>
      </p:sp>
      <p:sp>
        <p:nvSpPr>
          <p:cNvPr id="18" name="Shape 14"/>
          <p:cNvSpPr/>
          <p:nvPr/>
        </p:nvSpPr>
        <p:spPr>
          <a:xfrm>
            <a:off x="5669280" y="3383280"/>
            <a:ext cx="2148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5833872" y="3511296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측면집기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5833872" y="3968496"/>
            <a:ext cx="18196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1.5 cm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4 cm × 높이 7 cm</a:t>
            </a:r>
            <a:endParaRPr lang="en-US" sz="1330" dirty="0"/>
          </a:p>
        </p:txBody>
      </p:sp>
      <p:sp>
        <p:nvSpPr>
          <p:cNvPr id="22" name="Shape 17"/>
          <p:cNvSpPr/>
          <p:nvPr/>
        </p:nvSpPr>
        <p:spPr>
          <a:xfrm>
            <a:off x="8119872" y="3127248"/>
            <a:ext cx="3200400" cy="1901952"/>
          </a:xfrm>
          <a:prstGeom prst="roundRect">
            <a:avLst/>
          </a:prstGeom>
          <a:solidFill>
            <a:srgbClr val="EAF2F9"/>
          </a:solidFill>
          <a:ln w="12700">
            <a:solidFill>
              <a:srgbClr val="B8CD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8357616" y="3355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시행의 흐름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394192" y="382219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1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자세 → </a:t>
            </a:r>
            <a:r>
              <a:rPr lang="en-US" sz="141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</a:t>
            </a:r>
            <a:r>
              <a:rPr lang="en-US" sz="141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준비 신호</a:t>
            </a:r>
            <a:endParaRPr lang="en-US" sz="1410" dirty="0"/>
          </a:p>
          <a:p>
            <a:pPr marL="0" indent="0" algn="ctr">
              <a:buNone/>
            </a:pPr>
            <a:r>
              <a:rPr lang="en-US" sz="141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2초 유지 → 손가락을 펴서 접촉 해제</a:t>
            </a:r>
            <a:endParaRPr lang="en-US" sz="1410" dirty="0"/>
          </a:p>
        </p:txBody>
      </p:sp>
      <p:sp>
        <p:nvSpPr>
          <p:cNvPr id="25" name="Text 20"/>
          <p:cNvSpPr/>
          <p:nvPr/>
        </p:nvSpPr>
        <p:spPr>
          <a:xfrm>
            <a:off x="8366760" y="46634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B342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들기·운반·공중 유지 없음 / 각 </a:t>
            </a:r>
            <a:r>
              <a:rPr lang="en-US" sz="1180" b="1" dirty="0" err="1">
                <a:solidFill>
                  <a:srgbClr val="B342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r>
              <a:rPr lang="en-US" sz="1180" b="1" dirty="0">
                <a:solidFill>
                  <a:srgbClr val="B342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8회 기록</a:t>
            </a:r>
            <a:endParaRPr lang="en-US" sz="1180" dirty="0"/>
          </a:p>
        </p:txBody>
      </p:sp>
      <p:sp>
        <p:nvSpPr>
          <p:cNvPr id="26" name="Shape 21"/>
          <p:cNvSpPr/>
          <p:nvPr/>
        </p:nvSpPr>
        <p:spPr>
          <a:xfrm>
            <a:off x="502920" y="5779008"/>
            <a:ext cx="1874520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/>
          <p:nvPr/>
        </p:nvSpPr>
        <p:spPr>
          <a:xfrm>
            <a:off x="502920" y="5888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900" dirty="0"/>
          </a:p>
        </p:txBody>
      </p:sp>
      <p:sp>
        <p:nvSpPr>
          <p:cNvPr id="28" name="Shape 23"/>
          <p:cNvSpPr/>
          <p:nvPr/>
        </p:nvSpPr>
        <p:spPr>
          <a:xfrm>
            <a:off x="2377440" y="5779008"/>
            <a:ext cx="8211312" cy="548640"/>
          </a:xfrm>
          <a:prstGeom prst="rect">
            <a:avLst/>
          </a:prstGeom>
          <a:solidFill>
            <a:srgbClr val="F7F8FA"/>
          </a:solidFill>
          <a:ln w="12700">
            <a:solidFill>
              <a:srgbClr val="7B87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/>
          <p:nvPr/>
        </p:nvSpPr>
        <p:spPr>
          <a:xfrm>
            <a:off x="2596896" y="5879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가림을 피하기 위해 모델 평가용 수행은 맨손으로 고정하고, 실패 시행도 성공할 때까지 반복하지 않는다.</a:t>
            </a:r>
            <a:endParaRPr lang="en-US" sz="1500" dirty="0"/>
          </a:p>
        </p:txBody>
      </p:sp>
      <p:pic>
        <p:nvPicPr>
          <p:cNvPr id="30" name="Image 3" descr="/mnt/data/hg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650992"/>
            <a:ext cx="585216" cy="548640"/>
          </a:xfrm>
          <a:prstGeom prst="rect">
            <a:avLst/>
          </a:prstGeom>
        </p:spPr>
      </p:pic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방법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12280" y="23774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손 재활을 위한 3D 운동학 기반 평가 시스템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RGB-D에서 “검증 가능한” 운동학 특징만 추출한다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664208" cy="190195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67512" y="2377440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캡처</a:t>
            </a:r>
            <a:endParaRPr lang="en-US" sz="1330" dirty="0"/>
          </a:p>
        </p:txBody>
      </p:sp>
      <p:sp>
        <p:nvSpPr>
          <p:cNvPr id="8" name="Text 5"/>
          <p:cNvSpPr/>
          <p:nvPr/>
        </p:nvSpPr>
        <p:spPr>
          <a:xfrm>
            <a:off x="667512" y="2734056"/>
            <a:ext cx="15179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+ depth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타임스탬프</a:t>
            </a:r>
            <a:endParaRPr lang="en-US" sz="1040" dirty="0"/>
          </a:p>
        </p:txBody>
      </p:sp>
      <p:sp>
        <p:nvSpPr>
          <p:cNvPr id="9" name="Shape 6"/>
          <p:cNvSpPr/>
          <p:nvPr/>
        </p:nvSpPr>
        <p:spPr>
          <a:xfrm>
            <a:off x="2295144" y="2697480"/>
            <a:ext cx="347472" cy="0"/>
          </a:xfrm>
          <a:prstGeom prst="line">
            <a:avLst/>
          </a:prstGeom>
          <a:noFill/>
          <a:ln w="20320">
            <a:solidFill>
              <a:srgbClr val="003E7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697480" y="1755648"/>
            <a:ext cx="1664208" cy="190195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2770632" y="2377440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랜드마크</a:t>
            </a:r>
            <a:endParaRPr lang="en-US" sz="1330" dirty="0"/>
          </a:p>
        </p:txBody>
      </p:sp>
      <p:sp>
        <p:nvSpPr>
          <p:cNvPr id="13" name="Text 9"/>
          <p:cNvSpPr/>
          <p:nvPr/>
        </p:nvSpPr>
        <p:spPr>
          <a:xfrm>
            <a:off x="2770632" y="2734056"/>
            <a:ext cx="15179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21개 좌표</a:t>
            </a:r>
            <a:endParaRPr lang="en-US" sz="1040" dirty="0"/>
          </a:p>
        </p:txBody>
      </p:sp>
      <p:sp>
        <p:nvSpPr>
          <p:cNvPr id="14" name="Shape 10"/>
          <p:cNvSpPr/>
          <p:nvPr/>
        </p:nvSpPr>
        <p:spPr>
          <a:xfrm>
            <a:off x="4398264" y="2697480"/>
            <a:ext cx="347472" cy="0"/>
          </a:xfrm>
          <a:prstGeom prst="line">
            <a:avLst/>
          </a:prstGeom>
          <a:noFill/>
          <a:ln w="20320">
            <a:solidFill>
              <a:srgbClr val="003E7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4800600" y="1755648"/>
            <a:ext cx="1664208" cy="190195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4873752" y="2377440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Depth 정합</a:t>
            </a:r>
            <a:endParaRPr lang="en-US" sz="1330" dirty="0"/>
          </a:p>
        </p:txBody>
      </p:sp>
      <p:sp>
        <p:nvSpPr>
          <p:cNvPr id="18" name="Text 13"/>
          <p:cNvSpPr/>
          <p:nvPr/>
        </p:nvSpPr>
        <p:spPr>
          <a:xfrm>
            <a:off x="4873752" y="2734056"/>
            <a:ext cx="15179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landmark pixel에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depth 매칭</a:t>
            </a:r>
            <a:endParaRPr lang="en-US" sz="1040" dirty="0"/>
          </a:p>
        </p:txBody>
      </p:sp>
      <p:sp>
        <p:nvSpPr>
          <p:cNvPr id="19" name="Shape 14"/>
          <p:cNvSpPr/>
          <p:nvPr/>
        </p:nvSpPr>
        <p:spPr>
          <a:xfrm>
            <a:off x="6501384" y="2697480"/>
            <a:ext cx="347472" cy="0"/>
          </a:xfrm>
          <a:prstGeom prst="line">
            <a:avLst/>
          </a:prstGeom>
          <a:noFill/>
          <a:ln w="20320">
            <a:solidFill>
              <a:srgbClr val="003E7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6903720" y="1755648"/>
            <a:ext cx="1664208" cy="1901952"/>
          </a:xfrm>
          <a:prstGeom prst="roundRect">
            <a:avLst>
              <a:gd name="adj" fmla="val 2198"/>
            </a:avLst>
          </a:prstGeom>
          <a:solidFill>
            <a:srgbClr val="EAF2F9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6976872" y="2377440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 특징</a:t>
            </a:r>
            <a:endParaRPr lang="en-US" sz="1330" dirty="0"/>
          </a:p>
        </p:txBody>
      </p:sp>
      <p:sp>
        <p:nvSpPr>
          <p:cNvPr id="23" name="Text 17"/>
          <p:cNvSpPr/>
          <p:nvPr/>
        </p:nvSpPr>
        <p:spPr>
          <a:xfrm>
            <a:off x="6976872" y="2734056"/>
            <a:ext cx="15179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MGA · TMGA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준비시간 · 해제 개방</a:t>
            </a:r>
            <a:endParaRPr lang="en-US" sz="1040" dirty="0"/>
          </a:p>
        </p:txBody>
      </p:sp>
      <p:sp>
        <p:nvSpPr>
          <p:cNvPr id="24" name="Shape 18"/>
          <p:cNvSpPr/>
          <p:nvPr/>
        </p:nvSpPr>
        <p:spPr>
          <a:xfrm>
            <a:off x="8604504" y="2697480"/>
            <a:ext cx="347472" cy="0"/>
          </a:xfrm>
          <a:prstGeom prst="line">
            <a:avLst/>
          </a:prstGeom>
          <a:noFill/>
          <a:ln w="20320">
            <a:solidFill>
              <a:srgbClr val="003E7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9006840" y="1755648"/>
            <a:ext cx="1664208" cy="190195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0"/>
          <p:cNvSpPr/>
          <p:nvPr/>
        </p:nvSpPr>
        <p:spPr>
          <a:xfrm>
            <a:off x="9079992" y="2377440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입력</a:t>
            </a:r>
            <a:endParaRPr lang="en-US" sz="1330" dirty="0"/>
          </a:p>
        </p:txBody>
      </p:sp>
      <p:sp>
        <p:nvSpPr>
          <p:cNvPr id="28" name="Text 21"/>
          <p:cNvSpPr/>
          <p:nvPr/>
        </p:nvSpPr>
        <p:spPr>
          <a:xfrm>
            <a:off x="9079992" y="2734056"/>
            <a:ext cx="15179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궤적 + 요약값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지표 포함</a:t>
            </a:r>
            <a:endParaRPr lang="en-US" sz="1040" dirty="0"/>
          </a:p>
        </p:txBody>
      </p:sp>
      <p:sp>
        <p:nvSpPr>
          <p:cNvPr id="29" name="Shape 22"/>
          <p:cNvSpPr/>
          <p:nvPr/>
        </p:nvSpPr>
        <p:spPr>
          <a:xfrm>
            <a:off x="740664" y="4023360"/>
            <a:ext cx="662940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3"/>
          <p:cNvSpPr/>
          <p:nvPr/>
        </p:nvSpPr>
        <p:spPr>
          <a:xfrm>
            <a:off x="841248" y="42793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42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시 주의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1938528" y="4169664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측면집기의 엄지–검지 거리는 실제 접촉 간격이 아니므로 설명적 값으로만 사용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손가락 관절각/TAROM은 필수 입력이 아니며, 별도 검증에 성공한 경우만 보조 특징으로 추가</a:t>
            </a:r>
            <a:endParaRPr lang="en-US" sz="1260" dirty="0"/>
          </a:p>
        </p:txBody>
      </p:sp>
      <p:sp>
        <p:nvSpPr>
          <p:cNvPr id="32" name="Shape 25"/>
          <p:cNvSpPr/>
          <p:nvPr/>
        </p:nvSpPr>
        <p:spPr>
          <a:xfrm>
            <a:off x="7635240" y="4023360"/>
            <a:ext cx="3520440" cy="1207008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B8DE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6"/>
          <p:cNvSpPr/>
          <p:nvPr/>
        </p:nvSpPr>
        <p:spPr>
          <a:xfrm>
            <a:off x="7882128" y="4224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건강인 참조 정보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7882128" y="4553712"/>
            <a:ext cx="2962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건강인</a:t>
            </a: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</a:t>
            </a:r>
            <a:r>
              <a:rPr lang="ko-KR" alt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</a:t>
            </a: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 × </a:t>
            </a:r>
            <a:r>
              <a:rPr lang="en-US" sz="115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과제별</a:t>
            </a: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8회 → 먼저 중앙값 요약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참가자별 값으로 평균·SD·중앙값·범위 계산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참조값이지 “임상 정답/진단 임계값”은 아님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502920" y="5779008"/>
            <a:ext cx="1874520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/>
          <p:nvPr/>
        </p:nvSpPr>
        <p:spPr>
          <a:xfrm>
            <a:off x="502920" y="5888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900" dirty="0"/>
          </a:p>
        </p:txBody>
      </p:sp>
      <p:sp>
        <p:nvSpPr>
          <p:cNvPr id="37" name="Shape 30"/>
          <p:cNvSpPr/>
          <p:nvPr/>
        </p:nvSpPr>
        <p:spPr>
          <a:xfrm>
            <a:off x="2377440" y="5779008"/>
            <a:ext cx="8211312" cy="548640"/>
          </a:xfrm>
          <a:prstGeom prst="rect">
            <a:avLst/>
          </a:prstGeom>
          <a:solidFill>
            <a:srgbClr val="F7F8FA"/>
          </a:solidFill>
          <a:ln w="12700">
            <a:solidFill>
              <a:srgbClr val="7B87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1"/>
          <p:cNvSpPr/>
          <p:nvPr/>
        </p:nvSpPr>
        <p:spPr>
          <a:xfrm>
            <a:off x="2596896" y="5879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영상은 행동 맥락을 제공하고, RGB-D 특징은 모델이 직접 추측하기 어려운 정량 정보를 명시적으로 제공한다.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6400800" y="6382512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D87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Amprimo et al. (2024), Biomedical Signal Processing and Control</a:t>
            </a:r>
            <a:endParaRPr lang="en-US" sz="740" dirty="0"/>
          </a:p>
        </p:txBody>
      </p:sp>
      <p:pic>
        <p:nvPicPr>
          <p:cNvPr id="40" name="Image 5" descr="/mnt/data/hg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650992"/>
            <a:ext cx="585216" cy="548640"/>
          </a:xfrm>
          <a:prstGeom prst="rect">
            <a:avLst/>
          </a:prstGeom>
        </p:spPr>
      </p:pic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검증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12280" y="23774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손 재활을 위한 3D 운동학 기반 평가 시스템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VLM보다 먼저: RGB-D 측정값이 실제 값과 맞는지 확인한다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76656" y="14447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“시스템이 돌아간다”와 “측정이 맞다”는 서로 다른 검증이다.</a:t>
            </a:r>
            <a:endParaRPr lang="en-US" sz="1720" dirty="0"/>
          </a:p>
        </p:txBody>
      </p:sp>
      <p:sp>
        <p:nvSpPr>
          <p:cNvPr id="6" name="Text 4"/>
          <p:cNvSpPr/>
          <p:nvPr/>
        </p:nvSpPr>
        <p:spPr>
          <a:xfrm>
            <a:off x="658368" y="2029968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408176" y="2011680"/>
            <a:ext cx="0" cy="2331720"/>
          </a:xfrm>
          <a:prstGeom prst="line">
            <a:avLst/>
          </a:prstGeom>
          <a:noFill/>
          <a:ln w="12700">
            <a:solidFill>
              <a:srgbClr val="AEBC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2176272" y="212140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거리·Depth</a:t>
            </a:r>
            <a:endParaRPr lang="en-US" sz="1620" dirty="0"/>
          </a:p>
        </p:txBody>
      </p:sp>
      <p:sp>
        <p:nvSpPr>
          <p:cNvPr id="10" name="Text 7"/>
          <p:cNvSpPr/>
          <p:nvPr/>
        </p:nvSpPr>
        <p:spPr>
          <a:xfrm>
            <a:off x="1700784" y="2852928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영역 여러 위치의 알려진 간격과 D455 측정값 비교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700784" y="404164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편향 · MAE · 오차 분포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4160520" y="2029968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4910328" y="2011680"/>
            <a:ext cx="0" cy="2331720"/>
          </a:xfrm>
          <a:prstGeom prst="line">
            <a:avLst/>
          </a:prstGeom>
          <a:noFill/>
          <a:ln w="12700">
            <a:solidFill>
              <a:srgbClr val="AEBC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5678424" y="212140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손 거리 / MGA</a:t>
            </a:r>
            <a:endParaRPr lang="en-US" sz="1620" dirty="0"/>
          </a:p>
        </p:txBody>
      </p:sp>
      <p:sp>
        <p:nvSpPr>
          <p:cNvPr id="16" name="Text 12"/>
          <p:cNvSpPr/>
          <p:nvPr/>
        </p:nvSpPr>
        <p:spPr>
          <a:xfrm>
            <a:off x="5202936" y="2852928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참가자의 손 벌림·가림 상황 반복 측정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가능하면 독립 모션캡처와 비교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202936" y="404164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MAE · 자세별 유효율 · 재검사 차이</a:t>
            </a:r>
            <a:endParaRPr lang="en-US" sz="1320" dirty="0"/>
          </a:p>
        </p:txBody>
      </p:sp>
      <p:sp>
        <p:nvSpPr>
          <p:cNvPr id="18" name="Text 14"/>
          <p:cNvSpPr/>
          <p:nvPr/>
        </p:nvSpPr>
        <p:spPr>
          <a:xfrm>
            <a:off x="7662672" y="2029968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Shape 15"/>
          <p:cNvSpPr/>
          <p:nvPr/>
        </p:nvSpPr>
        <p:spPr>
          <a:xfrm>
            <a:off x="8412480" y="2011680"/>
            <a:ext cx="0" cy="2331720"/>
          </a:xfrm>
          <a:prstGeom prst="line">
            <a:avLst/>
          </a:prstGeom>
          <a:noFill/>
          <a:ln w="12700">
            <a:solidFill>
              <a:srgbClr val="AEBCC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9180576" y="212140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품질·결측</a:t>
            </a:r>
            <a:endParaRPr lang="en-US" sz="1620" dirty="0"/>
          </a:p>
        </p:txBody>
      </p:sp>
      <p:sp>
        <p:nvSpPr>
          <p:cNvPr id="22" name="Text 17"/>
          <p:cNvSpPr/>
          <p:nvPr/>
        </p:nvSpPr>
        <p:spPr>
          <a:xfrm>
            <a:off x="8705088" y="2852928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프레임 비율, 최장 결측, 보간 비율, 피크 주변 유효성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705088" y="404164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특징은 모델 입력에서 제외</a:t>
            </a:r>
            <a:endParaRPr lang="en-US" sz="1320" dirty="0"/>
          </a:p>
        </p:txBody>
      </p:sp>
      <p:sp>
        <p:nvSpPr>
          <p:cNvPr id="24" name="Shape 19"/>
          <p:cNvSpPr/>
          <p:nvPr/>
        </p:nvSpPr>
        <p:spPr>
          <a:xfrm>
            <a:off x="1097280" y="4736592"/>
            <a:ext cx="9418320" cy="566928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E5C7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1389888" y="4910328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946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기준 장비가 없다면 “정확한 동적 3D 거리 검증”을 했다고 주장하지 않는다.</a:t>
            </a:r>
            <a:endParaRPr lang="en-US" sz="1620" dirty="0"/>
          </a:p>
        </p:txBody>
      </p:sp>
      <p:sp>
        <p:nvSpPr>
          <p:cNvPr id="26" name="Shape 21"/>
          <p:cNvSpPr/>
          <p:nvPr/>
        </p:nvSpPr>
        <p:spPr>
          <a:xfrm>
            <a:off x="502920" y="5779008"/>
            <a:ext cx="1874520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/>
          <p:nvPr/>
        </p:nvSpPr>
        <p:spPr>
          <a:xfrm>
            <a:off x="502920" y="5888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900" dirty="0"/>
          </a:p>
        </p:txBody>
      </p:sp>
      <p:sp>
        <p:nvSpPr>
          <p:cNvPr id="28" name="Shape 23"/>
          <p:cNvSpPr/>
          <p:nvPr/>
        </p:nvSpPr>
        <p:spPr>
          <a:xfrm>
            <a:off x="2377440" y="5779008"/>
            <a:ext cx="8211312" cy="548640"/>
          </a:xfrm>
          <a:prstGeom prst="rect">
            <a:avLst/>
          </a:prstGeom>
          <a:solidFill>
            <a:srgbClr val="F7F8FA"/>
          </a:solidFill>
          <a:ln w="12700">
            <a:solidFill>
              <a:srgbClr val="7B87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/>
          <p:nvPr/>
        </p:nvSpPr>
        <p:spPr>
          <a:xfrm>
            <a:off x="2596896" y="5879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상관계수만 보지 않고 편향·MAE·오차 분포·유효율·재검사 차이를 함께 보고한다.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400800" y="6382512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D87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Amprimo et al. (2024): gold-standard motion capture 기반 hand tracking validation</a:t>
            </a:r>
            <a:endParaRPr lang="en-US" sz="740" dirty="0"/>
          </a:p>
        </p:txBody>
      </p:sp>
      <p:pic>
        <p:nvPicPr>
          <p:cNvPr id="31" name="Image 3" descr="/mnt/data/hg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650992"/>
            <a:ext cx="585216" cy="548640"/>
          </a:xfrm>
          <a:prstGeom prst="rect">
            <a:avLst/>
          </a:prstGeom>
        </p:spPr>
      </p:pic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평가 검증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12280" y="23774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손 재활을 위한 3D 운동학 기반 평가 시스템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비교는 A3 − A1: 같은 시행을 모든 조건에 넣는다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13232" y="1600200"/>
            <a:ext cx="228600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77824" y="172821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  영상 단독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77824" y="2185416"/>
            <a:ext cx="1956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프레임 + 과제 지침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video-only 성능</a:t>
            </a:r>
            <a:endParaRPr lang="en-US" sz="1330" dirty="0"/>
          </a:p>
        </p:txBody>
      </p:sp>
      <p:sp>
        <p:nvSpPr>
          <p:cNvPr id="9" name="Shape 6"/>
          <p:cNvSpPr/>
          <p:nvPr/>
        </p:nvSpPr>
        <p:spPr>
          <a:xfrm>
            <a:off x="3182112" y="1600200"/>
            <a:ext cx="228600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3346704" y="172821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 + 운동학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3346704" y="2185416"/>
            <a:ext cx="1956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 + 원시 수치·짧은 궤적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측정값 추가 효과</a:t>
            </a:r>
            <a:endParaRPr lang="en-US" sz="1330" dirty="0"/>
          </a:p>
        </p:txBody>
      </p:sp>
      <p:sp>
        <p:nvSpPr>
          <p:cNvPr id="13" name="Shape 9"/>
          <p:cNvSpPr/>
          <p:nvPr/>
        </p:nvSpPr>
        <p:spPr>
          <a:xfrm>
            <a:off x="5650992" y="1600200"/>
            <a:ext cx="2286000" cy="1298448"/>
          </a:xfrm>
          <a:prstGeom prst="roundRect">
            <a:avLst>
              <a:gd name="adj" fmla="val 3521"/>
            </a:avLst>
          </a:prstGeom>
          <a:solidFill>
            <a:srgbClr val="EAF2F9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5815584" y="172821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 + 건강인 참조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5815584" y="2185416"/>
            <a:ext cx="1956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+ 건강인 참조 정보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주 제안 조건</a:t>
            </a:r>
            <a:endParaRPr lang="en-US" sz="1330" dirty="0"/>
          </a:p>
        </p:txBody>
      </p:sp>
      <p:sp>
        <p:nvSpPr>
          <p:cNvPr id="17" name="Shape 12"/>
          <p:cNvSpPr/>
          <p:nvPr/>
        </p:nvSpPr>
        <p:spPr>
          <a:xfrm>
            <a:off x="8119872" y="1600200"/>
            <a:ext cx="228600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/>
          <p:nvPr/>
        </p:nvSpPr>
        <p:spPr>
          <a:xfrm>
            <a:off x="8284464" y="172821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  영상 제외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8284464" y="2185416"/>
            <a:ext cx="1956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+ 참조만 제공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영상의 추가 효과 확인</a:t>
            </a:r>
            <a:endParaRPr lang="en-US" sz="1330" dirty="0"/>
          </a:p>
        </p:txBody>
      </p:sp>
      <p:sp>
        <p:nvSpPr>
          <p:cNvPr id="21" name="Shape 15"/>
          <p:cNvSpPr/>
          <p:nvPr/>
        </p:nvSpPr>
        <p:spPr>
          <a:xfrm>
            <a:off x="713232" y="3182112"/>
            <a:ext cx="7059168" cy="18470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960120" y="34198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전문가가 만드는 주 Reference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960120" y="3785616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2명의 훈련된 평가자가 모델 결과·3D 특징·FMA를 보지 않고 독립 판독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60120" y="418795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 |  유지  |  능동적 접촉 해제  |  보조·중단  |  판독 불가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60120" y="4590288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연구용 종합 등급: 0 = 형태 미완성 / 1 = 형태는 완성했으나 유지·해제 미완료 / 2 = 모두 완료 / NA = 판독 불가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8065008" y="3182112"/>
            <a:ext cx="3246120" cy="1847088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B8DE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8321040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결과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8321040" y="3840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환자별 A3 MAE − A1 MAE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 일치율 · 혼동행렬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판독 가능률 · 참가자 단위 신뢰구간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302752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B342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FMA: 환자 내 보조 상관 분석만 수행</a:t>
            </a:r>
            <a:endParaRPr lang="en-US" sz="1160" dirty="0"/>
          </a:p>
        </p:txBody>
      </p:sp>
      <p:sp>
        <p:nvSpPr>
          <p:cNvPr id="30" name="Shape 24"/>
          <p:cNvSpPr/>
          <p:nvPr/>
        </p:nvSpPr>
        <p:spPr>
          <a:xfrm>
            <a:off x="502920" y="5779008"/>
            <a:ext cx="1874520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/>
          <p:nvPr/>
        </p:nvSpPr>
        <p:spPr>
          <a:xfrm>
            <a:off x="502920" y="5888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900" dirty="0"/>
          </a:p>
        </p:txBody>
      </p:sp>
      <p:sp>
        <p:nvSpPr>
          <p:cNvPr id="32" name="Shape 26"/>
          <p:cNvSpPr/>
          <p:nvPr/>
        </p:nvSpPr>
        <p:spPr>
          <a:xfrm>
            <a:off x="2377440" y="5779008"/>
            <a:ext cx="8211312" cy="548640"/>
          </a:xfrm>
          <a:prstGeom prst="rect">
            <a:avLst/>
          </a:prstGeom>
          <a:solidFill>
            <a:srgbClr val="F7F8FA"/>
          </a:solidFill>
          <a:ln w="12700">
            <a:solidFill>
              <a:srgbClr val="7B87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/>
          <p:nvPr/>
        </p:nvSpPr>
        <p:spPr>
          <a:xfrm>
            <a:off x="2596896" y="5879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A3가 A1보다 전문가 판정에 더 가까운지 검증하며, 연구용 0/1/2를 FMA 점수로 해석하지 않는다.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6400800" y="6382512"/>
            <a:ext cx="4846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D87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Tang et al. (2025): 운동학 특징을 LLM 입력에 제공하는 선행 접근</a:t>
            </a:r>
            <a:endParaRPr lang="en-US" sz="740" dirty="0"/>
          </a:p>
        </p:txBody>
      </p:sp>
      <p:pic>
        <p:nvPicPr>
          <p:cNvPr id="35" name="Image 4" descr="/mnt/data/hg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650992"/>
            <a:ext cx="585216" cy="548640"/>
          </a:xfrm>
          <a:prstGeom prst="rect">
            <a:avLst/>
          </a:prstGeom>
        </p:spPr>
      </p:pic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진행 상황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12280" y="23774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손 재활을 위한 3D 운동학 기반 평가 시스템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9144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구현된 것과 아직 검증되지 않은 것을 분리한다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60120" y="1792224"/>
            <a:ext cx="1481328" cy="310896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60120" y="186537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98448" y="22860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RealSense / Webcam 실시간 캡처</a:t>
            </a:r>
            <a:endParaRPr lang="en-US" sz="1530" dirty="0"/>
          </a:p>
        </p:txBody>
      </p:sp>
      <p:sp>
        <p:nvSpPr>
          <p:cNvPr id="11" name="Text 7"/>
          <p:cNvSpPr/>
          <p:nvPr/>
        </p:nvSpPr>
        <p:spPr>
          <a:xfrm>
            <a:off x="1298448" y="279806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landmark + depth 정합 로직</a:t>
            </a:r>
            <a:endParaRPr lang="en-US" sz="1530" dirty="0"/>
          </a:p>
        </p:txBody>
      </p:sp>
      <p:sp>
        <p:nvSpPr>
          <p:cNvPr id="13" name="Text 8"/>
          <p:cNvSpPr/>
          <p:nvPr/>
        </p:nvSpPr>
        <p:spPr>
          <a:xfrm>
            <a:off x="1298448" y="33101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저장: NPZ / AVI / CSV / timestamp</a:t>
            </a:r>
            <a:endParaRPr lang="en-US" sz="1530" dirty="0"/>
          </a:p>
        </p:txBody>
      </p:sp>
      <p:sp>
        <p:nvSpPr>
          <p:cNvPr id="15" name="Text 9"/>
          <p:cNvSpPr/>
          <p:nvPr/>
        </p:nvSpPr>
        <p:spPr>
          <a:xfrm>
            <a:off x="1298448" y="38221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PyQt6 세션 UI 및 실시간 상태 표시</a:t>
            </a:r>
            <a:endParaRPr lang="en-US" sz="1530" dirty="0"/>
          </a:p>
        </p:txBody>
      </p:sp>
      <p:sp>
        <p:nvSpPr>
          <p:cNvPr id="17" name="Text 10"/>
          <p:cNvSpPr/>
          <p:nvPr/>
        </p:nvSpPr>
        <p:spPr>
          <a:xfrm>
            <a:off x="1298448" y="43342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테스트 23개 통과 · 실제 기록 세션 무손실 저장 확인</a:t>
            </a:r>
            <a:endParaRPr lang="en-US" sz="1530" dirty="0"/>
          </a:p>
        </p:txBody>
      </p:sp>
      <p:sp>
        <p:nvSpPr>
          <p:cNvPr id="18" name="Shape 11"/>
          <p:cNvSpPr/>
          <p:nvPr/>
        </p:nvSpPr>
        <p:spPr>
          <a:xfrm>
            <a:off x="6629400" y="1554480"/>
            <a:ext cx="4709160" cy="1444752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B8DE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2"/>
          <p:cNvSpPr/>
          <p:nvPr/>
        </p:nvSpPr>
        <p:spPr>
          <a:xfrm>
            <a:off x="6931152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것</a:t>
            </a:r>
            <a:endParaRPr lang="en-US" sz="1620" dirty="0"/>
          </a:p>
        </p:txBody>
      </p:sp>
      <p:sp>
        <p:nvSpPr>
          <p:cNvPr id="20" name="Text 13"/>
          <p:cNvSpPr/>
          <p:nvPr/>
        </p:nvSpPr>
        <p:spPr>
          <a:xfrm>
            <a:off x="6931152" y="221284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획득·저장 파이프라인은 동작한다.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기록 무결성 ≠ 측정 정확도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6629400" y="3255264"/>
            <a:ext cx="4709160" cy="1883664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EACB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5"/>
          <p:cNvSpPr/>
          <p:nvPr/>
        </p:nvSpPr>
        <p:spPr>
          <a:xfrm>
            <a:off x="6931152" y="3511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946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고정·검증할 것</a:t>
            </a:r>
            <a:endParaRPr lang="en-US" sz="1620" dirty="0"/>
          </a:p>
        </p:txBody>
      </p:sp>
      <p:sp>
        <p:nvSpPr>
          <p:cNvPr id="23" name="Text 16"/>
          <p:cNvSpPr/>
          <p:nvPr/>
        </p:nvSpPr>
        <p:spPr>
          <a:xfrm>
            <a:off x="6931152" y="3913632"/>
            <a:ext cx="3840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3D 거리 / MGA 측정 정확도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목표 파지·유지·해제 판독 기준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특징 정의·결측 규칙·프롬프트·모델 버전</a:t>
            </a:r>
            <a:endParaRPr lang="en-US" sz="1370" dirty="0"/>
          </a:p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A1/A2/A3/A4 동일 입력·출력 형식</a:t>
            </a:r>
            <a:endParaRPr lang="en-US" sz="1370" dirty="0"/>
          </a:p>
        </p:txBody>
      </p:sp>
      <p:sp>
        <p:nvSpPr>
          <p:cNvPr id="24" name="Shape 17"/>
          <p:cNvSpPr/>
          <p:nvPr/>
        </p:nvSpPr>
        <p:spPr>
          <a:xfrm>
            <a:off x="502920" y="5779008"/>
            <a:ext cx="1874520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8"/>
          <p:cNvSpPr/>
          <p:nvPr/>
        </p:nvSpPr>
        <p:spPr>
          <a:xfrm>
            <a:off x="502920" y="5888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900" dirty="0"/>
          </a:p>
        </p:txBody>
      </p:sp>
      <p:sp>
        <p:nvSpPr>
          <p:cNvPr id="26" name="Shape 19"/>
          <p:cNvSpPr/>
          <p:nvPr/>
        </p:nvSpPr>
        <p:spPr>
          <a:xfrm>
            <a:off x="2377440" y="5779008"/>
            <a:ext cx="8211312" cy="548640"/>
          </a:xfrm>
          <a:prstGeom prst="rect">
            <a:avLst/>
          </a:prstGeom>
          <a:solidFill>
            <a:srgbClr val="F7F8FA"/>
          </a:solidFill>
          <a:ln w="12700">
            <a:solidFill>
              <a:srgbClr val="7B87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0"/>
          <p:cNvSpPr/>
          <p:nvPr/>
        </p:nvSpPr>
        <p:spPr>
          <a:xfrm>
            <a:off x="2596896" y="5879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현재는 “획득 플랫폼 구현 완료” 단계이며, 첫 환자 결과를 보기 전에 측정·판독·모델 조건을 고정해야 한다.</a:t>
            </a:r>
            <a:endParaRPr lang="en-US" sz="1500" dirty="0"/>
          </a:p>
        </p:txBody>
      </p:sp>
      <p:pic>
        <p:nvPicPr>
          <p:cNvPr id="28" name="Image 5" descr="/mnt/data/hg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650992"/>
            <a:ext cx="585216" cy="548640"/>
          </a:xfrm>
          <a:prstGeom prst="rect">
            <a:avLst/>
          </a:prstGeom>
        </p:spPr>
      </p:pic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12280" y="23774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손 재활을 위한 3D 운동학 기반 평가 시스템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→ 참조 구축 → 독립 환자 시험 순으로 진행한다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276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121408"/>
            <a:ext cx="1810512" cy="0"/>
          </a:xfrm>
          <a:prstGeom prst="line">
            <a:avLst/>
          </a:prstGeom>
          <a:noFill/>
          <a:ln w="15240">
            <a:solidFill>
              <a:srgbClr val="9EB1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85216" y="2048256"/>
            <a:ext cx="146304" cy="146304"/>
          </a:xfrm>
          <a:prstGeom prst="ellipse">
            <a:avLst/>
          </a:prstGeom>
          <a:solidFill>
            <a:srgbClr val="003E78"/>
          </a:solidFill>
          <a:ln w="12700">
            <a:solidFill>
              <a:srgbClr val="003E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58368" y="239572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개발·벤치</a:t>
            </a:r>
            <a:endParaRPr lang="en-US" sz="1520" dirty="0"/>
          </a:p>
        </p:txBody>
      </p:sp>
      <p:sp>
        <p:nvSpPr>
          <p:cNvPr id="10" name="Text 7"/>
          <p:cNvSpPr/>
          <p:nvPr/>
        </p:nvSpPr>
        <p:spPr>
          <a:xfrm>
            <a:off x="585216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건강인 4명</a:t>
            </a:r>
            <a:endParaRPr lang="en-US" sz="1330" dirty="0"/>
          </a:p>
        </p:txBody>
      </p:sp>
      <p:sp>
        <p:nvSpPr>
          <p:cNvPr id="11" name="Text 8"/>
          <p:cNvSpPr/>
          <p:nvPr/>
        </p:nvSpPr>
        <p:spPr>
          <a:xfrm>
            <a:off x="585216" y="3310128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촬영·코드·프롬프트</a:t>
            </a:r>
            <a:r>
              <a:rPr lang="en-US" sz="122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2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2852928" y="16276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017520" y="2121408"/>
            <a:ext cx="1810512" cy="0"/>
          </a:xfrm>
          <a:prstGeom prst="line">
            <a:avLst/>
          </a:prstGeom>
          <a:noFill/>
          <a:ln w="15240">
            <a:solidFill>
              <a:srgbClr val="9EB1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2871216" y="2048256"/>
            <a:ext cx="146304" cy="146304"/>
          </a:xfrm>
          <a:prstGeom prst="ellipse">
            <a:avLst/>
          </a:prstGeom>
          <a:solidFill>
            <a:srgbClr val="003E78"/>
          </a:solidFill>
          <a:ln w="12700">
            <a:solidFill>
              <a:srgbClr val="003E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2871216" y="23957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측정/판독 기준 고정</a:t>
            </a:r>
            <a:endParaRPr lang="en-US" sz="1520" dirty="0"/>
          </a:p>
        </p:txBody>
      </p:sp>
      <p:sp>
        <p:nvSpPr>
          <p:cNvPr id="17" name="Text 13"/>
          <p:cNvSpPr/>
          <p:nvPr/>
        </p:nvSpPr>
        <p:spPr>
          <a:xfrm>
            <a:off x="2871216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결과 보기 전</a:t>
            </a:r>
            <a:endParaRPr lang="en-US" sz="1330" dirty="0"/>
          </a:p>
        </p:txBody>
      </p:sp>
      <p:sp>
        <p:nvSpPr>
          <p:cNvPr id="18" name="Text 14"/>
          <p:cNvSpPr/>
          <p:nvPr/>
        </p:nvSpPr>
        <p:spPr>
          <a:xfrm>
            <a:off x="2871216" y="3310128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검증 · 과제 기준 · 결측 규칙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모델/프롬프트/출력 형식 고정</a:t>
            </a:r>
            <a:endParaRPr lang="en-US" sz="1220" dirty="0"/>
          </a:p>
        </p:txBody>
      </p:sp>
      <p:sp>
        <p:nvSpPr>
          <p:cNvPr id="19" name="Text 15"/>
          <p:cNvSpPr/>
          <p:nvPr/>
        </p:nvSpPr>
        <p:spPr>
          <a:xfrm>
            <a:off x="5138928" y="16276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5303520" y="2121408"/>
            <a:ext cx="1810512" cy="0"/>
          </a:xfrm>
          <a:prstGeom prst="line">
            <a:avLst/>
          </a:prstGeom>
          <a:noFill/>
          <a:ln w="15240">
            <a:solidFill>
              <a:srgbClr val="9EB1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157216" y="2048256"/>
            <a:ext cx="146304" cy="146304"/>
          </a:xfrm>
          <a:prstGeom prst="ellipse">
            <a:avLst/>
          </a:prstGeom>
          <a:solidFill>
            <a:srgbClr val="003E78"/>
          </a:solidFill>
          <a:ln w="12700">
            <a:solidFill>
              <a:srgbClr val="003E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5138928" y="239572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건강인 참조</a:t>
            </a:r>
            <a:endParaRPr lang="en-US" sz="1520" dirty="0"/>
          </a:p>
        </p:txBody>
      </p:sp>
      <p:sp>
        <p:nvSpPr>
          <p:cNvPr id="24" name="Text 19"/>
          <p:cNvSpPr/>
          <p:nvPr/>
        </p:nvSpPr>
        <p:spPr>
          <a:xfrm>
            <a:off x="5157216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계획안 20명</a:t>
            </a:r>
            <a:endParaRPr lang="en-US" sz="1330" dirty="0"/>
          </a:p>
        </p:txBody>
      </p:sp>
      <p:sp>
        <p:nvSpPr>
          <p:cNvPr id="25" name="Text 20"/>
          <p:cNvSpPr/>
          <p:nvPr/>
        </p:nvSpPr>
        <p:spPr>
          <a:xfrm>
            <a:off x="5157216" y="3310128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과제별 참가자 중앙값 분포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연령·손 크기 범위 명시</a:t>
            </a:r>
            <a:endParaRPr lang="en-US" sz="1220" dirty="0"/>
          </a:p>
        </p:txBody>
      </p:sp>
      <p:sp>
        <p:nvSpPr>
          <p:cNvPr id="26" name="Text 21"/>
          <p:cNvSpPr/>
          <p:nvPr/>
        </p:nvSpPr>
        <p:spPr>
          <a:xfrm>
            <a:off x="7424928" y="16276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7589520" y="2121408"/>
            <a:ext cx="1810512" cy="0"/>
          </a:xfrm>
          <a:prstGeom prst="line">
            <a:avLst/>
          </a:prstGeom>
          <a:noFill/>
          <a:ln w="15240">
            <a:solidFill>
              <a:srgbClr val="9EB1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7443216" y="2048256"/>
            <a:ext cx="146304" cy="146304"/>
          </a:xfrm>
          <a:prstGeom prst="ellipse">
            <a:avLst/>
          </a:prstGeom>
          <a:solidFill>
            <a:srgbClr val="003E78"/>
          </a:solidFill>
          <a:ln w="12700">
            <a:solidFill>
              <a:srgbClr val="003E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/>
          <p:nvPr/>
        </p:nvSpPr>
        <p:spPr>
          <a:xfrm>
            <a:off x="7424928" y="239572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독립 시험</a:t>
            </a:r>
            <a:endParaRPr lang="en-US" sz="1520" dirty="0"/>
          </a:p>
        </p:txBody>
      </p:sp>
      <p:sp>
        <p:nvSpPr>
          <p:cNvPr id="31" name="Text 25"/>
          <p:cNvSpPr/>
          <p:nvPr/>
        </p:nvSpPr>
        <p:spPr>
          <a:xfrm>
            <a:off x="7443216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계획안 15명</a:t>
            </a:r>
            <a:endParaRPr lang="en-US" sz="1330" dirty="0"/>
          </a:p>
        </p:txBody>
      </p:sp>
      <p:sp>
        <p:nvSpPr>
          <p:cNvPr id="32" name="Text 26"/>
          <p:cNvSpPr/>
          <p:nvPr/>
        </p:nvSpPr>
        <p:spPr>
          <a:xfrm>
            <a:off x="7443216" y="3310128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마비측 3과제 × 5회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A3−A1을 주 비교</a:t>
            </a:r>
            <a:endParaRPr lang="en-US" sz="1220" dirty="0"/>
          </a:p>
        </p:txBody>
      </p:sp>
      <p:sp>
        <p:nvSpPr>
          <p:cNvPr id="33" name="Text 27"/>
          <p:cNvSpPr/>
          <p:nvPr/>
        </p:nvSpPr>
        <p:spPr>
          <a:xfrm>
            <a:off x="9710928" y="16276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Shape 28"/>
          <p:cNvSpPr/>
          <p:nvPr/>
        </p:nvSpPr>
        <p:spPr>
          <a:xfrm>
            <a:off x="9875520" y="2121408"/>
            <a:ext cx="1810512" cy="0"/>
          </a:xfrm>
          <a:prstGeom prst="line">
            <a:avLst/>
          </a:prstGeom>
          <a:noFill/>
          <a:ln w="15240">
            <a:solidFill>
              <a:srgbClr val="9EB1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9729216" y="2048256"/>
            <a:ext cx="146304" cy="146304"/>
          </a:xfrm>
          <a:prstGeom prst="ellipse">
            <a:avLst/>
          </a:prstGeom>
          <a:solidFill>
            <a:srgbClr val="003E78"/>
          </a:solidFill>
          <a:ln w="12700">
            <a:solidFill>
              <a:srgbClr val="003E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0"/>
          <p:cNvSpPr/>
          <p:nvPr/>
        </p:nvSpPr>
        <p:spPr>
          <a:xfrm>
            <a:off x="9710928" y="239572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분석</a:t>
            </a:r>
            <a:endParaRPr lang="en-US" sz="1520" dirty="0"/>
          </a:p>
        </p:txBody>
      </p:sp>
      <p:sp>
        <p:nvSpPr>
          <p:cNvPr id="38" name="Text 31"/>
          <p:cNvSpPr/>
          <p:nvPr/>
        </p:nvSpPr>
        <p:spPr>
          <a:xfrm>
            <a:off x="9729216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E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임상 FMA</a:t>
            </a:r>
            <a:endParaRPr lang="en-US" sz="1330" dirty="0"/>
          </a:p>
        </p:txBody>
      </p:sp>
      <p:sp>
        <p:nvSpPr>
          <p:cNvPr id="39" name="Text 32"/>
          <p:cNvSpPr/>
          <p:nvPr/>
        </p:nvSpPr>
        <p:spPr>
          <a:xfrm>
            <a:off x="9729216" y="3310128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연구용 등급/운동학과 FMA의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내 연관성만 평가</a:t>
            </a:r>
            <a:endParaRPr lang="en-US" sz="1220" dirty="0"/>
          </a:p>
        </p:txBody>
      </p:sp>
      <p:sp>
        <p:nvSpPr>
          <p:cNvPr id="40" name="Shape 33"/>
          <p:cNvSpPr/>
          <p:nvPr/>
        </p:nvSpPr>
        <p:spPr>
          <a:xfrm>
            <a:off x="749808" y="4709160"/>
            <a:ext cx="10058400" cy="594360"/>
          </a:xfrm>
          <a:prstGeom prst="roundRect">
            <a:avLst/>
          </a:prstGeom>
          <a:solidFill>
            <a:srgbClr val="FCECEB"/>
          </a:solidFill>
          <a:ln w="12700">
            <a:solidFill>
              <a:srgbClr val="E6B6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4"/>
          <p:cNvSpPr/>
          <p:nvPr/>
        </p:nvSpPr>
        <p:spPr>
          <a:xfrm>
            <a:off x="987552" y="4901184"/>
            <a:ext cx="9555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342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4 + 20 + 15명은 현재 “</a:t>
            </a:r>
            <a:r>
              <a:rPr lang="en-US" sz="1450" b="1" dirty="0" err="1">
                <a:solidFill>
                  <a:srgbClr val="B342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계획값</a:t>
            </a:r>
            <a:r>
              <a:rPr lang="en-US" sz="1450" b="1" dirty="0">
                <a:solidFill>
                  <a:srgbClr val="B342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 </a:t>
            </a:r>
            <a:r>
              <a:rPr lang="ko-KR" altLang="en-US" sz="1450" b="1" dirty="0">
                <a:solidFill>
                  <a:srgbClr val="B342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</a:t>
            </a:r>
            <a:r>
              <a:rPr lang="en-US" altLang="ko-KR" sz="1450" b="1" dirty="0">
                <a:solidFill>
                  <a:srgbClr val="B342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450" b="1" dirty="0" err="1">
                <a:solidFill>
                  <a:srgbClr val="B342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확정값이</a:t>
            </a:r>
            <a:r>
              <a:rPr lang="en-US" sz="1450" b="1" dirty="0">
                <a:solidFill>
                  <a:srgbClr val="B342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</a:t>
            </a:r>
            <a:endParaRPr lang="en-US" sz="1450" dirty="0"/>
          </a:p>
        </p:txBody>
      </p:sp>
      <p:sp>
        <p:nvSpPr>
          <p:cNvPr id="42" name="Shape 35"/>
          <p:cNvSpPr/>
          <p:nvPr/>
        </p:nvSpPr>
        <p:spPr>
          <a:xfrm>
            <a:off x="502920" y="5779008"/>
            <a:ext cx="1874520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6"/>
          <p:cNvSpPr/>
          <p:nvPr/>
        </p:nvSpPr>
        <p:spPr>
          <a:xfrm>
            <a:off x="502920" y="58887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Takeaway</a:t>
            </a:r>
            <a:endParaRPr lang="en-US" sz="1900" dirty="0"/>
          </a:p>
        </p:txBody>
      </p:sp>
      <p:sp>
        <p:nvSpPr>
          <p:cNvPr id="44" name="Shape 37"/>
          <p:cNvSpPr/>
          <p:nvPr/>
        </p:nvSpPr>
        <p:spPr>
          <a:xfrm>
            <a:off x="2377440" y="5779008"/>
            <a:ext cx="8211312" cy="548640"/>
          </a:xfrm>
          <a:prstGeom prst="rect">
            <a:avLst/>
          </a:prstGeom>
          <a:solidFill>
            <a:srgbClr val="F7F8FA"/>
          </a:solidFill>
          <a:ln w="12700">
            <a:solidFill>
              <a:srgbClr val="7B87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8"/>
          <p:cNvSpPr/>
          <p:nvPr/>
        </p:nvSpPr>
        <p:spPr>
          <a:xfrm>
            <a:off x="2596896" y="58795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연구의 결론은 “FMA 대체”가 아니라, 검증된 수치+참조를 추가한 평가 패키지가 영상 단독보다 유용한지에 한정한다.</a:t>
            </a:r>
            <a:endParaRPr lang="en-US" sz="1500" dirty="0"/>
          </a:p>
        </p:txBody>
      </p:sp>
      <p:pic>
        <p:nvPicPr>
          <p:cNvPr id="46" name="Image 5" descr="/mnt/data/hg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650992"/>
            <a:ext cx="585216" cy="548640"/>
          </a:xfrm>
          <a:prstGeom prst="rect">
            <a:avLst/>
          </a:prstGeom>
        </p:spPr>
      </p:pic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4222638-77C6-A500-1B16-9E8FC3E0B9AF}"/>
              </a:ext>
            </a:extLst>
          </p:cNvPr>
          <p:cNvSpPr/>
          <p:nvPr/>
        </p:nvSpPr>
        <p:spPr>
          <a:xfrm>
            <a:off x="87305" y="1340698"/>
            <a:ext cx="2637607" cy="31032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참고문헌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12280" y="23774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손 재활을 위한 3D 운동학 기반 평가 시스템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프로토콜의 핵심 근거 자료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784080" y="987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APA 7판 기준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41248" y="1572768"/>
            <a:ext cx="10287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Li, V., Kamalakannan, N., Parnandi, A., Schambra, H., &amp; Fernandez-Granda, C. (2026). Vision-language models for human motion understanding: Lessons from stroke rehabilitation. PLOS Digital Health, 5(7), e0001506. https://doi.org/10.1371/journal.pdig.0001506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841248" y="2560320"/>
            <a:ext cx="10287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Tang, J., Abedi, A., Colella, T. J. F., &amp; Khan, S. S. (2025). Rehabilitation exercise quality assessment and feedback generation using large language models with prompt engineering [Preprint]. arXiv. https://arxiv.org/abs/2505.18412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841248" y="3547872"/>
            <a:ext cx="10287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Amprimo, G., Masi, G., Pettiti, G., Olmo, G., Priano, L., &amp; Ferraris, C. (2024). Hand tracking for clinical applications: Validation of the Google MediaPipe Hand (GMH) and the depth-enhanced GMH-D frameworks. Biomedical Signal Processing and Control, 96, 106508. https://doi.org/10.1016/j.bspc.2024.106508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841248" y="4535424"/>
            <a:ext cx="10287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University of Gothenburg. (n.d.). Fugl-Meyer assessment. https://www.gu.se/en/neuroscience-physiology/fugl-meyer-assessment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841248" y="5504688"/>
            <a:ext cx="992124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78992" y="5678424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본 프로토콜의 인원·반복·2초 유지·시간 창·연구용 0/1/2 등급은 연구 설계 계획값이며, 위 문헌이 이미 검증해 준 값이 아니다.</a:t>
            </a:r>
            <a:endParaRPr lang="en-US" sz="1300" dirty="0"/>
          </a:p>
        </p:txBody>
      </p:sp>
      <p:pic>
        <p:nvPicPr>
          <p:cNvPr id="12" name="Image 0" descr="/mnt/data/hg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650992"/>
            <a:ext cx="585216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1622</Words>
  <Application>Microsoft Office PowerPoint</Application>
  <PresentationFormat>와이드스크린</PresentationFormat>
  <Paragraphs>259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Handong Global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뇌졸중 손 재활을 위한 3D 운동학 기반 평가 시스템</dc:title>
  <dc:subject>뇌졸중 손 재활 RGB-D·VLM 평가 실험 프로토콜 발표</dc:subject>
  <dc:creator>OpenAI</dc:creator>
  <cp:lastModifiedBy>jeayong lee</cp:lastModifiedBy>
  <cp:revision>1</cp:revision>
  <dcterms:created xsi:type="dcterms:W3CDTF">2026-09-08T06:33:20Z</dcterms:created>
  <dcterms:modified xsi:type="dcterms:W3CDTF">2026-09-08T06:57:09Z</dcterms:modified>
</cp:coreProperties>
</file>